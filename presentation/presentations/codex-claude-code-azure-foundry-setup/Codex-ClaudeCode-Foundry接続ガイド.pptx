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開発者向け手順書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8001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CLI・Claude Code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Foundry接続ガイド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Foundry（旧 Azure AI Foundry）への接続まで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2026年9月17日時点の公式ドキュメントに基づく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必要なPartだけ読めばよい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62456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48740" y="1783080"/>
            <a:ext cx="0" cy="40233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234440"/>
            <a:ext cx="6537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234440"/>
            <a:ext cx="73152" cy="658368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29844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29844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p.3–8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154533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全体像・前提・デプロイ・控える値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2203704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0370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使うCLIだけ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48740" y="2624328"/>
            <a:ext cx="0" cy="40233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48840" y="2075688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075688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139696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2139696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p.9–13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2386584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54980" y="2075688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4980" y="2075688"/>
            <a:ext cx="7315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3580" y="2139696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83580" y="2139696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p.14–19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83580" y="2386584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" y="3044952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04495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必要な場合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48740" y="3465576"/>
            <a:ext cx="0" cy="40233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48840" y="2916936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2916936"/>
            <a:ext cx="7315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980944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77440" y="2980944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p.20–25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377440" y="3227832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554980" y="2916936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4980" y="2916936"/>
            <a:ext cx="73152" cy="658368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3580" y="2980944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83580" y="2980944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p.26–32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83580" y="3227832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85800" y="3886200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8862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148840" y="3758184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3758184"/>
            <a:ext cx="73152" cy="658368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3822192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最後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377440" y="3822192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p.33–34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377440" y="4069080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確認と運用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554980" y="3758184"/>
            <a:ext cx="31318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54980" y="3758184"/>
            <a:ext cx="73152" cy="658368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83580" y="3822192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参考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83580" y="3822192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p.35–36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83580" y="4069080"/>
            <a:ext cx="2766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どのPartも4ステップで進む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783080"/>
                <a:gridCol w="1508760"/>
                <a:gridCol w="1371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デプロイ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導入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設定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確認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 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GPT系モデル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config.toml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APIキー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exec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 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Claude系モデル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環境変数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 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画像モデル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GPT-Image-2.5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スクリプト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環境変数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PNGを保存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 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 Use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GPT-5.6系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Playwright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環境変数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ブラウザ操作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33672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各Partの扉に、そのPartで設定する値をまとめている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接続先のURLは2種類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5214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05740" y="57150"/>
                </a:moveTo>
                <a:lnTo>
                  <a:pt x="208300" y="57333"/>
                </a:lnTo>
                <a:lnTo>
                  <a:pt x="210861" y="57699"/>
                </a:lnTo>
                <a:lnTo>
                  <a:pt x="213330" y="58430"/>
                </a:lnTo>
                <a:lnTo>
                  <a:pt x="215616" y="59436"/>
                </a:lnTo>
                <a:lnTo>
                  <a:pt x="217902" y="60625"/>
                </a:lnTo>
                <a:lnTo>
                  <a:pt x="220005" y="62179"/>
                </a:lnTo>
                <a:lnTo>
                  <a:pt x="221925" y="63825"/>
                </a:lnTo>
                <a:lnTo>
                  <a:pt x="223571" y="65745"/>
                </a:lnTo>
                <a:lnTo>
                  <a:pt x="225125" y="67848"/>
                </a:lnTo>
                <a:lnTo>
                  <a:pt x="226314" y="70134"/>
                </a:lnTo>
                <a:lnTo>
                  <a:pt x="227320" y="72420"/>
                </a:lnTo>
                <a:lnTo>
                  <a:pt x="228051" y="74889"/>
                </a:lnTo>
                <a:lnTo>
                  <a:pt x="228417" y="77450"/>
                </a:lnTo>
                <a:lnTo>
                  <a:pt x="228600" y="80010"/>
                </a:lnTo>
                <a:lnTo>
                  <a:pt x="228600" y="177485"/>
                </a:lnTo>
                <a:lnTo>
                  <a:pt x="228600" y="178217"/>
                </a:lnTo>
                <a:lnTo>
                  <a:pt x="228691" y="178948"/>
                </a:lnTo>
                <a:lnTo>
                  <a:pt x="228691" y="179771"/>
                </a:lnTo>
                <a:lnTo>
                  <a:pt x="228783" y="180503"/>
                </a:lnTo>
                <a:lnTo>
                  <a:pt x="228874" y="181234"/>
                </a:lnTo>
                <a:lnTo>
                  <a:pt x="229057" y="181966"/>
                </a:lnTo>
                <a:lnTo>
                  <a:pt x="229240" y="182697"/>
                </a:lnTo>
                <a:lnTo>
                  <a:pt x="229423" y="183429"/>
                </a:lnTo>
                <a:lnTo>
                  <a:pt x="229606" y="184160"/>
                </a:lnTo>
                <a:lnTo>
                  <a:pt x="229880" y="184892"/>
                </a:lnTo>
                <a:lnTo>
                  <a:pt x="230063" y="185623"/>
                </a:lnTo>
                <a:lnTo>
                  <a:pt x="230429" y="186355"/>
                </a:lnTo>
                <a:lnTo>
                  <a:pt x="230703" y="186995"/>
                </a:lnTo>
                <a:lnTo>
                  <a:pt x="231069" y="187726"/>
                </a:lnTo>
                <a:lnTo>
                  <a:pt x="243230" y="212049"/>
                </a:lnTo>
                <a:lnTo>
                  <a:pt x="243870" y="213604"/>
                </a:lnTo>
                <a:lnTo>
                  <a:pt x="244236" y="215158"/>
                </a:lnTo>
                <a:lnTo>
                  <a:pt x="244419" y="216804"/>
                </a:lnTo>
                <a:lnTo>
                  <a:pt x="244419" y="218542"/>
                </a:lnTo>
                <a:lnTo>
                  <a:pt x="244053" y="220188"/>
                </a:lnTo>
                <a:lnTo>
                  <a:pt x="243505" y="221742"/>
                </a:lnTo>
                <a:lnTo>
                  <a:pt x="242773" y="223205"/>
                </a:lnTo>
                <a:lnTo>
                  <a:pt x="241767" y="224577"/>
                </a:lnTo>
                <a:lnTo>
                  <a:pt x="240579" y="225765"/>
                </a:lnTo>
                <a:lnTo>
                  <a:pt x="239298" y="226771"/>
                </a:lnTo>
                <a:lnTo>
                  <a:pt x="237835" y="227594"/>
                </a:lnTo>
                <a:lnTo>
                  <a:pt x="236281" y="228143"/>
                </a:lnTo>
                <a:lnTo>
                  <a:pt x="234635" y="228509"/>
                </a:lnTo>
                <a:lnTo>
                  <a:pt x="232898" y="228600"/>
                </a:lnTo>
                <a:lnTo>
                  <a:pt x="41422" y="228600"/>
                </a:lnTo>
                <a:lnTo>
                  <a:pt x="39685" y="228509"/>
                </a:lnTo>
                <a:lnTo>
                  <a:pt x="38039" y="228143"/>
                </a:lnTo>
                <a:lnTo>
                  <a:pt x="36485" y="227594"/>
                </a:lnTo>
                <a:lnTo>
                  <a:pt x="35022" y="226771"/>
                </a:lnTo>
                <a:lnTo>
                  <a:pt x="33741" y="225765"/>
                </a:lnTo>
                <a:lnTo>
                  <a:pt x="32553" y="224577"/>
                </a:lnTo>
                <a:lnTo>
                  <a:pt x="31547" y="223205"/>
                </a:lnTo>
                <a:lnTo>
                  <a:pt x="30815" y="221742"/>
                </a:lnTo>
                <a:lnTo>
                  <a:pt x="30267" y="220188"/>
                </a:lnTo>
                <a:lnTo>
                  <a:pt x="29901" y="218542"/>
                </a:lnTo>
                <a:lnTo>
                  <a:pt x="29901" y="216804"/>
                </a:lnTo>
                <a:lnTo>
                  <a:pt x="30084" y="215158"/>
                </a:lnTo>
                <a:lnTo>
                  <a:pt x="30450" y="213604"/>
                </a:lnTo>
                <a:lnTo>
                  <a:pt x="31090" y="212049"/>
                </a:lnTo>
                <a:lnTo>
                  <a:pt x="43251" y="187726"/>
                </a:lnTo>
                <a:lnTo>
                  <a:pt x="43617" y="186995"/>
                </a:lnTo>
                <a:lnTo>
                  <a:pt x="43891" y="186355"/>
                </a:lnTo>
                <a:lnTo>
                  <a:pt x="44257" y="185623"/>
                </a:lnTo>
                <a:lnTo>
                  <a:pt x="44440" y="184892"/>
                </a:lnTo>
                <a:lnTo>
                  <a:pt x="44714" y="184160"/>
                </a:lnTo>
                <a:lnTo>
                  <a:pt x="44897" y="183429"/>
                </a:lnTo>
                <a:lnTo>
                  <a:pt x="45080" y="182697"/>
                </a:lnTo>
                <a:lnTo>
                  <a:pt x="45263" y="181966"/>
                </a:lnTo>
                <a:lnTo>
                  <a:pt x="45446" y="181234"/>
                </a:lnTo>
                <a:lnTo>
                  <a:pt x="45537" y="180503"/>
                </a:lnTo>
                <a:lnTo>
                  <a:pt x="45629" y="179771"/>
                </a:lnTo>
                <a:lnTo>
                  <a:pt x="45629" y="178948"/>
                </a:lnTo>
                <a:lnTo>
                  <a:pt x="45720" y="178217"/>
                </a:lnTo>
                <a:lnTo>
                  <a:pt x="45720" y="177485"/>
                </a:lnTo>
                <a:lnTo>
                  <a:pt x="45720" y="80010"/>
                </a:lnTo>
                <a:lnTo>
                  <a:pt x="45903" y="77450"/>
                </a:lnTo>
                <a:lnTo>
                  <a:pt x="46269" y="74889"/>
                </a:lnTo>
                <a:lnTo>
                  <a:pt x="47000" y="72420"/>
                </a:lnTo>
                <a:lnTo>
                  <a:pt x="48006" y="70134"/>
                </a:lnTo>
                <a:lnTo>
                  <a:pt x="49195" y="67848"/>
                </a:lnTo>
                <a:lnTo>
                  <a:pt x="50749" y="65745"/>
                </a:lnTo>
                <a:lnTo>
                  <a:pt x="52395" y="63825"/>
                </a:lnTo>
                <a:lnTo>
                  <a:pt x="54315" y="62179"/>
                </a:lnTo>
                <a:lnTo>
                  <a:pt x="56418" y="60625"/>
                </a:lnTo>
                <a:lnTo>
                  <a:pt x="58704" y="59436"/>
                </a:lnTo>
                <a:lnTo>
                  <a:pt x="60990" y="58430"/>
                </a:lnTo>
                <a:lnTo>
                  <a:pt x="63459" y="57699"/>
                </a:lnTo>
                <a:lnTo>
                  <a:pt x="66020" y="57333"/>
                </a:lnTo>
                <a:lnTo>
                  <a:pt x="68580" y="57150"/>
                </a:lnTo>
                <a:lnTo>
                  <a:pt x="205740" y="57150"/>
                </a:lnTo>
                <a:close/>
                <a:moveTo>
                  <a:pt x="229240" y="182697"/>
                </a:moveTo>
                <a:lnTo>
                  <a:pt x="45080" y="182697"/>
                </a:lnTo>
              </a:path>
            </a:pathLst>
          </a:custGeom>
          <a:noFill/>
          <a:ln w="22860">
            <a:solidFill>
              <a:srgbClr val="5B64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33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115214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99979" y="217170"/>
                </a:moveTo>
                <a:lnTo>
                  <a:pt x="102870" y="217170"/>
                </a:lnTo>
                <a:lnTo>
                  <a:pt x="77998" y="213238"/>
                </a:lnTo>
                <a:lnTo>
                  <a:pt x="55596" y="201717"/>
                </a:lnTo>
                <a:lnTo>
                  <a:pt x="37948" y="183794"/>
                </a:lnTo>
                <a:lnTo>
                  <a:pt x="26609" y="161300"/>
                </a:lnTo>
                <a:lnTo>
                  <a:pt x="22860" y="136428"/>
                </a:lnTo>
                <a:lnTo>
                  <a:pt x="27066" y="111648"/>
                </a:lnTo>
                <a:lnTo>
                  <a:pt x="38771" y="89337"/>
                </a:lnTo>
                <a:lnTo>
                  <a:pt x="56784" y="71780"/>
                </a:lnTo>
                <a:lnTo>
                  <a:pt x="79370" y="60716"/>
                </a:lnTo>
                <a:lnTo>
                  <a:pt x="104333" y="57150"/>
                </a:lnTo>
                <a:lnTo>
                  <a:pt x="129113" y="61539"/>
                </a:lnTo>
                <a:lnTo>
                  <a:pt x="151242" y="73426"/>
                </a:lnTo>
                <a:lnTo>
                  <a:pt x="168707" y="91623"/>
                </a:lnTo>
                <a:lnTo>
                  <a:pt x="179588" y="114300"/>
                </a:lnTo>
                <a:lnTo>
                  <a:pt x="199979" y="114300"/>
                </a:lnTo>
                <a:lnTo>
                  <a:pt x="211501" y="115580"/>
                </a:lnTo>
                <a:lnTo>
                  <a:pt x="222382" y="119421"/>
                </a:lnTo>
                <a:lnTo>
                  <a:pt x="232075" y="125547"/>
                </a:lnTo>
                <a:lnTo>
                  <a:pt x="240213" y="133685"/>
                </a:lnTo>
                <a:lnTo>
                  <a:pt x="246339" y="143378"/>
                </a:lnTo>
                <a:lnTo>
                  <a:pt x="250180" y="154259"/>
                </a:lnTo>
                <a:lnTo>
                  <a:pt x="251460" y="165781"/>
                </a:lnTo>
                <a:lnTo>
                  <a:pt x="250180" y="177211"/>
                </a:lnTo>
                <a:lnTo>
                  <a:pt x="246339" y="188092"/>
                </a:lnTo>
                <a:lnTo>
                  <a:pt x="240213" y="197785"/>
                </a:lnTo>
                <a:lnTo>
                  <a:pt x="232075" y="205923"/>
                </a:lnTo>
                <a:lnTo>
                  <a:pt x="222382" y="212049"/>
                </a:lnTo>
                <a:lnTo>
                  <a:pt x="211501" y="215890"/>
                </a:lnTo>
                <a:lnTo>
                  <a:pt x="199979" y="217170"/>
                </a:lnTo>
                <a:lnTo>
                  <a:pt x="199979" y="217170"/>
                </a:lnTo>
                <a:close/>
              </a:path>
            </a:pathLst>
          </a:custGeom>
          <a:noFill/>
          <a:ln w="22860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1338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 リソース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24688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3619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</a:t>
            </a:r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502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029968"/>
            <a:ext cx="24688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299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</a:t>
            </a:r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画像生成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2231136"/>
            <a:ext cx="502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2523744"/>
            <a:ext cx="24688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5237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</a:t>
            </a:r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2724912"/>
            <a:ext cx="502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1536192"/>
            <a:ext cx="4937760" cy="138988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536192"/>
            <a:ext cx="73152" cy="1389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609344"/>
            <a:ext cx="4617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GPT系・画像・Computer Use のデプロイ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&lt;resource&gt;.openai.azure.com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/openai/v1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419856"/>
            <a:ext cx="24688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1985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</a:t>
            </a:r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0" y="3621024"/>
            <a:ext cx="5029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49040" y="3108960"/>
            <a:ext cx="4937760" cy="102412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3108960"/>
            <a:ext cx="73152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182112"/>
            <a:ext cx="4617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Claude系デプロイ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&lt;resource&gt;.services.ai.azure.com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/anthropic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24281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&lt;resource&gt; は、そのPartで使うFoundryリソース名に置き換える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作業前に前提条件を揃える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25196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188720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188720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Foundryを利用できるサブスクリプション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90116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0116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175336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59050" y="168432"/>
                </a:moveTo>
                <a:lnTo>
                  <a:pt x="258135" y="183886"/>
                </a:lnTo>
                <a:lnTo>
                  <a:pt x="255483" y="198150"/>
                </a:lnTo>
                <a:lnTo>
                  <a:pt x="251186" y="211226"/>
                </a:lnTo>
                <a:lnTo>
                  <a:pt x="245334" y="223114"/>
                </a:lnTo>
                <a:lnTo>
                  <a:pt x="238110" y="233812"/>
                </a:lnTo>
                <a:lnTo>
                  <a:pt x="229697" y="243596"/>
                </a:lnTo>
                <a:lnTo>
                  <a:pt x="220096" y="252374"/>
                </a:lnTo>
                <a:lnTo>
                  <a:pt x="209489" y="260330"/>
                </a:lnTo>
                <a:lnTo>
                  <a:pt x="198059" y="267371"/>
                </a:lnTo>
                <a:lnTo>
                  <a:pt x="185898" y="273771"/>
                </a:lnTo>
                <a:lnTo>
                  <a:pt x="173096" y="279349"/>
                </a:lnTo>
                <a:lnTo>
                  <a:pt x="159837" y="284378"/>
                </a:lnTo>
                <a:lnTo>
                  <a:pt x="159288" y="284561"/>
                </a:lnTo>
                <a:lnTo>
                  <a:pt x="158648" y="284653"/>
                </a:lnTo>
                <a:lnTo>
                  <a:pt x="158008" y="284836"/>
                </a:lnTo>
                <a:lnTo>
                  <a:pt x="157368" y="284927"/>
                </a:lnTo>
                <a:lnTo>
                  <a:pt x="156728" y="285018"/>
                </a:lnTo>
                <a:lnTo>
                  <a:pt x="156088" y="285018"/>
                </a:lnTo>
                <a:lnTo>
                  <a:pt x="155539" y="285018"/>
                </a:lnTo>
                <a:lnTo>
                  <a:pt x="154899" y="285018"/>
                </a:lnTo>
                <a:lnTo>
                  <a:pt x="154259" y="284927"/>
                </a:lnTo>
                <a:lnTo>
                  <a:pt x="153619" y="284836"/>
                </a:lnTo>
                <a:lnTo>
                  <a:pt x="152979" y="284744"/>
                </a:lnTo>
                <a:lnTo>
                  <a:pt x="152339" y="284561"/>
                </a:lnTo>
                <a:lnTo>
                  <a:pt x="151790" y="284378"/>
                </a:lnTo>
                <a:lnTo>
                  <a:pt x="151150" y="284196"/>
                </a:lnTo>
                <a:lnTo>
                  <a:pt x="137892" y="279258"/>
                </a:lnTo>
                <a:lnTo>
                  <a:pt x="125090" y="273680"/>
                </a:lnTo>
                <a:lnTo>
                  <a:pt x="112837" y="267371"/>
                </a:lnTo>
                <a:lnTo>
                  <a:pt x="101407" y="260330"/>
                </a:lnTo>
                <a:lnTo>
                  <a:pt x="90800" y="252374"/>
                </a:lnTo>
                <a:lnTo>
                  <a:pt x="81199" y="243596"/>
                </a:lnTo>
                <a:lnTo>
                  <a:pt x="72786" y="233812"/>
                </a:lnTo>
                <a:lnTo>
                  <a:pt x="65562" y="223114"/>
                </a:lnTo>
                <a:lnTo>
                  <a:pt x="59710" y="211226"/>
                </a:lnTo>
                <a:lnTo>
                  <a:pt x="55413" y="198150"/>
                </a:lnTo>
                <a:lnTo>
                  <a:pt x="52761" y="183886"/>
                </a:lnTo>
                <a:lnTo>
                  <a:pt x="51846" y="168432"/>
                </a:lnTo>
                <a:lnTo>
                  <a:pt x="51846" y="77724"/>
                </a:lnTo>
                <a:lnTo>
                  <a:pt x="51938" y="76261"/>
                </a:lnTo>
                <a:lnTo>
                  <a:pt x="52121" y="74798"/>
                </a:lnTo>
                <a:lnTo>
                  <a:pt x="52578" y="73426"/>
                </a:lnTo>
                <a:lnTo>
                  <a:pt x="53127" y="72146"/>
                </a:lnTo>
                <a:lnTo>
                  <a:pt x="53767" y="70866"/>
                </a:lnTo>
                <a:lnTo>
                  <a:pt x="54681" y="69677"/>
                </a:lnTo>
                <a:lnTo>
                  <a:pt x="55596" y="68580"/>
                </a:lnTo>
                <a:lnTo>
                  <a:pt x="56693" y="67574"/>
                </a:lnTo>
                <a:lnTo>
                  <a:pt x="57882" y="66751"/>
                </a:lnTo>
                <a:lnTo>
                  <a:pt x="59162" y="66020"/>
                </a:lnTo>
                <a:lnTo>
                  <a:pt x="60533" y="65471"/>
                </a:lnTo>
                <a:lnTo>
                  <a:pt x="61905" y="65105"/>
                </a:lnTo>
                <a:lnTo>
                  <a:pt x="63276" y="64831"/>
                </a:lnTo>
                <a:lnTo>
                  <a:pt x="64740" y="64740"/>
                </a:lnTo>
                <a:lnTo>
                  <a:pt x="71415" y="64465"/>
                </a:lnTo>
                <a:lnTo>
                  <a:pt x="78181" y="63551"/>
                </a:lnTo>
                <a:lnTo>
                  <a:pt x="85131" y="61996"/>
                </a:lnTo>
                <a:lnTo>
                  <a:pt x="92263" y="59985"/>
                </a:lnTo>
                <a:lnTo>
                  <a:pt x="99304" y="57516"/>
                </a:lnTo>
                <a:lnTo>
                  <a:pt x="106436" y="54498"/>
                </a:lnTo>
                <a:lnTo>
                  <a:pt x="113477" y="51206"/>
                </a:lnTo>
                <a:lnTo>
                  <a:pt x="120426" y="47457"/>
                </a:lnTo>
                <a:lnTo>
                  <a:pt x="127102" y="43343"/>
                </a:lnTo>
                <a:lnTo>
                  <a:pt x="133594" y="38953"/>
                </a:lnTo>
                <a:lnTo>
                  <a:pt x="139812" y="34381"/>
                </a:lnTo>
                <a:lnTo>
                  <a:pt x="145572" y="29535"/>
                </a:lnTo>
                <a:lnTo>
                  <a:pt x="146853" y="28621"/>
                </a:lnTo>
                <a:lnTo>
                  <a:pt x="148133" y="27798"/>
                </a:lnTo>
                <a:lnTo>
                  <a:pt x="149504" y="27158"/>
                </a:lnTo>
                <a:lnTo>
                  <a:pt x="150967" y="26609"/>
                </a:lnTo>
                <a:lnTo>
                  <a:pt x="152430" y="26243"/>
                </a:lnTo>
                <a:lnTo>
                  <a:pt x="153894" y="25969"/>
                </a:lnTo>
                <a:lnTo>
                  <a:pt x="155448" y="25878"/>
                </a:lnTo>
                <a:lnTo>
                  <a:pt x="157002" y="25969"/>
                </a:lnTo>
                <a:lnTo>
                  <a:pt x="158466" y="26243"/>
                </a:lnTo>
                <a:lnTo>
                  <a:pt x="159929" y="26609"/>
                </a:lnTo>
                <a:lnTo>
                  <a:pt x="161392" y="27158"/>
                </a:lnTo>
                <a:lnTo>
                  <a:pt x="162763" y="27798"/>
                </a:lnTo>
                <a:lnTo>
                  <a:pt x="164043" y="28621"/>
                </a:lnTo>
                <a:lnTo>
                  <a:pt x="165324" y="29535"/>
                </a:lnTo>
                <a:lnTo>
                  <a:pt x="171176" y="34381"/>
                </a:lnTo>
                <a:lnTo>
                  <a:pt x="177394" y="39045"/>
                </a:lnTo>
                <a:lnTo>
                  <a:pt x="183886" y="43434"/>
                </a:lnTo>
                <a:lnTo>
                  <a:pt x="190561" y="47457"/>
                </a:lnTo>
                <a:lnTo>
                  <a:pt x="197510" y="51206"/>
                </a:lnTo>
                <a:lnTo>
                  <a:pt x="204460" y="54590"/>
                </a:lnTo>
                <a:lnTo>
                  <a:pt x="211592" y="57516"/>
                </a:lnTo>
                <a:lnTo>
                  <a:pt x="218724" y="60076"/>
                </a:lnTo>
                <a:lnTo>
                  <a:pt x="225765" y="62088"/>
                </a:lnTo>
                <a:lnTo>
                  <a:pt x="232715" y="63551"/>
                </a:lnTo>
                <a:lnTo>
                  <a:pt x="239481" y="64465"/>
                </a:lnTo>
                <a:lnTo>
                  <a:pt x="246156" y="64740"/>
                </a:lnTo>
                <a:lnTo>
                  <a:pt x="247620" y="64831"/>
                </a:lnTo>
                <a:lnTo>
                  <a:pt x="248991" y="65105"/>
                </a:lnTo>
                <a:lnTo>
                  <a:pt x="250363" y="65471"/>
                </a:lnTo>
                <a:lnTo>
                  <a:pt x="251734" y="66020"/>
                </a:lnTo>
                <a:lnTo>
                  <a:pt x="253014" y="66751"/>
                </a:lnTo>
                <a:lnTo>
                  <a:pt x="254203" y="67574"/>
                </a:lnTo>
                <a:lnTo>
                  <a:pt x="255300" y="68580"/>
                </a:lnTo>
                <a:lnTo>
                  <a:pt x="256215" y="69677"/>
                </a:lnTo>
                <a:lnTo>
                  <a:pt x="257129" y="70866"/>
                </a:lnTo>
                <a:lnTo>
                  <a:pt x="257769" y="72146"/>
                </a:lnTo>
                <a:lnTo>
                  <a:pt x="258318" y="73426"/>
                </a:lnTo>
                <a:lnTo>
                  <a:pt x="258775" y="74798"/>
                </a:lnTo>
                <a:lnTo>
                  <a:pt x="258958" y="76261"/>
                </a:lnTo>
                <a:lnTo>
                  <a:pt x="259050" y="77724"/>
                </a:lnTo>
                <a:lnTo>
                  <a:pt x="259050" y="168432"/>
                </a:lnTo>
                <a:close/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690116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作成権限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0672" y="1690116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リソースとデプロイを作成できる権限（Contributor など）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191512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191512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225475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191512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利用者ロール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90672" y="2191512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AI User または Cognitive Services User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2908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692908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275615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272034"/>
                </a:moveTo>
                <a:lnTo>
                  <a:pt x="207294" y="272034"/>
                </a:lnTo>
                <a:moveTo>
                  <a:pt x="155448" y="220188"/>
                </a:moveTo>
                <a:lnTo>
                  <a:pt x="155448" y="272034"/>
                </a:lnTo>
                <a:moveTo>
                  <a:pt x="25878" y="38862"/>
                </a:moveTo>
                <a:lnTo>
                  <a:pt x="285018" y="38862"/>
                </a:lnTo>
                <a:lnTo>
                  <a:pt x="285018" y="220188"/>
                </a:lnTo>
                <a:lnTo>
                  <a:pt x="25878" y="220188"/>
                </a:lnTo>
                <a:lnTo>
                  <a:pt x="25878" y="38862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692908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90672" y="2692908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Code: 10 1809以降 / Codex: Windows 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194304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194304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25755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0470" y="81656"/>
                </a:moveTo>
                <a:lnTo>
                  <a:pt x="189464" y="82662"/>
                </a:lnTo>
                <a:lnTo>
                  <a:pt x="188641" y="83850"/>
                </a:lnTo>
                <a:lnTo>
                  <a:pt x="188001" y="85131"/>
                </a:lnTo>
                <a:lnTo>
                  <a:pt x="187452" y="86411"/>
                </a:lnTo>
                <a:lnTo>
                  <a:pt x="186995" y="87874"/>
                </a:lnTo>
                <a:lnTo>
                  <a:pt x="186812" y="89245"/>
                </a:lnTo>
                <a:lnTo>
                  <a:pt x="186720" y="90708"/>
                </a:lnTo>
                <a:lnTo>
                  <a:pt x="186812" y="92080"/>
                </a:lnTo>
                <a:lnTo>
                  <a:pt x="186995" y="93543"/>
                </a:lnTo>
                <a:lnTo>
                  <a:pt x="187452" y="94915"/>
                </a:lnTo>
                <a:lnTo>
                  <a:pt x="188001" y="96195"/>
                </a:lnTo>
                <a:lnTo>
                  <a:pt x="188641" y="97475"/>
                </a:lnTo>
                <a:lnTo>
                  <a:pt x="189464" y="98664"/>
                </a:lnTo>
                <a:lnTo>
                  <a:pt x="190470" y="99761"/>
                </a:lnTo>
                <a:lnTo>
                  <a:pt x="211135" y="120518"/>
                </a:lnTo>
                <a:lnTo>
                  <a:pt x="212232" y="121432"/>
                </a:lnTo>
                <a:lnTo>
                  <a:pt x="213421" y="122255"/>
                </a:lnTo>
                <a:lnTo>
                  <a:pt x="214701" y="122895"/>
                </a:lnTo>
                <a:lnTo>
                  <a:pt x="215981" y="123444"/>
                </a:lnTo>
                <a:lnTo>
                  <a:pt x="217353" y="123901"/>
                </a:lnTo>
                <a:lnTo>
                  <a:pt x="218816" y="124084"/>
                </a:lnTo>
                <a:lnTo>
                  <a:pt x="220188" y="124176"/>
                </a:lnTo>
                <a:lnTo>
                  <a:pt x="221651" y="124084"/>
                </a:lnTo>
                <a:lnTo>
                  <a:pt x="223022" y="123901"/>
                </a:lnTo>
                <a:lnTo>
                  <a:pt x="224485" y="123444"/>
                </a:lnTo>
                <a:lnTo>
                  <a:pt x="225765" y="122895"/>
                </a:lnTo>
                <a:lnTo>
                  <a:pt x="227046" y="122255"/>
                </a:lnTo>
                <a:lnTo>
                  <a:pt x="228234" y="121432"/>
                </a:lnTo>
                <a:lnTo>
                  <a:pt x="229332" y="120518"/>
                </a:lnTo>
                <a:lnTo>
                  <a:pt x="269565" y="80284"/>
                </a:lnTo>
                <a:lnTo>
                  <a:pt x="270571" y="79278"/>
                </a:lnTo>
                <a:lnTo>
                  <a:pt x="271760" y="78638"/>
                </a:lnTo>
                <a:lnTo>
                  <a:pt x="273040" y="78090"/>
                </a:lnTo>
                <a:lnTo>
                  <a:pt x="274320" y="77907"/>
                </a:lnTo>
                <a:lnTo>
                  <a:pt x="275600" y="77815"/>
                </a:lnTo>
                <a:lnTo>
                  <a:pt x="276880" y="77998"/>
                </a:lnTo>
                <a:lnTo>
                  <a:pt x="278069" y="78364"/>
                </a:lnTo>
                <a:lnTo>
                  <a:pt x="279166" y="78913"/>
                </a:lnTo>
                <a:lnTo>
                  <a:pt x="280172" y="79644"/>
                </a:lnTo>
                <a:lnTo>
                  <a:pt x="281087" y="80650"/>
                </a:lnTo>
                <a:lnTo>
                  <a:pt x="281727" y="81747"/>
                </a:lnTo>
                <a:lnTo>
                  <a:pt x="282275" y="83119"/>
                </a:lnTo>
                <a:lnTo>
                  <a:pt x="284561" y="95372"/>
                </a:lnTo>
                <a:lnTo>
                  <a:pt x="284927" y="107991"/>
                </a:lnTo>
                <a:lnTo>
                  <a:pt x="283190" y="120426"/>
                </a:lnTo>
                <a:lnTo>
                  <a:pt x="279532" y="132405"/>
                </a:lnTo>
                <a:lnTo>
                  <a:pt x="273954" y="143652"/>
                </a:lnTo>
                <a:lnTo>
                  <a:pt x="266639" y="153894"/>
                </a:lnTo>
                <a:lnTo>
                  <a:pt x="257769" y="162763"/>
                </a:lnTo>
                <a:lnTo>
                  <a:pt x="247620" y="170170"/>
                </a:lnTo>
                <a:lnTo>
                  <a:pt x="236372" y="175748"/>
                </a:lnTo>
                <a:lnTo>
                  <a:pt x="224394" y="179497"/>
                </a:lnTo>
                <a:lnTo>
                  <a:pt x="211958" y="181234"/>
                </a:lnTo>
                <a:lnTo>
                  <a:pt x="199431" y="180960"/>
                </a:lnTo>
                <a:lnTo>
                  <a:pt x="187086" y="178765"/>
                </a:lnTo>
                <a:lnTo>
                  <a:pt x="175290" y="174468"/>
                </a:lnTo>
                <a:lnTo>
                  <a:pt x="72786" y="276972"/>
                </a:lnTo>
                <a:lnTo>
                  <a:pt x="68031" y="280812"/>
                </a:lnTo>
                <a:lnTo>
                  <a:pt x="62454" y="283464"/>
                </a:lnTo>
                <a:lnTo>
                  <a:pt x="56418" y="284836"/>
                </a:lnTo>
                <a:lnTo>
                  <a:pt x="50292" y="284836"/>
                </a:lnTo>
                <a:lnTo>
                  <a:pt x="44257" y="283464"/>
                </a:lnTo>
                <a:lnTo>
                  <a:pt x="38771" y="280812"/>
                </a:lnTo>
                <a:lnTo>
                  <a:pt x="33924" y="276972"/>
                </a:lnTo>
                <a:lnTo>
                  <a:pt x="30084" y="272125"/>
                </a:lnTo>
                <a:lnTo>
                  <a:pt x="27432" y="266639"/>
                </a:lnTo>
                <a:lnTo>
                  <a:pt x="26060" y="260604"/>
                </a:lnTo>
                <a:lnTo>
                  <a:pt x="26060" y="254478"/>
                </a:lnTo>
                <a:lnTo>
                  <a:pt x="27432" y="248442"/>
                </a:lnTo>
                <a:lnTo>
                  <a:pt x="30084" y="242865"/>
                </a:lnTo>
                <a:lnTo>
                  <a:pt x="33924" y="238110"/>
                </a:lnTo>
                <a:lnTo>
                  <a:pt x="136428" y="135606"/>
                </a:lnTo>
                <a:lnTo>
                  <a:pt x="132222" y="123810"/>
                </a:lnTo>
                <a:lnTo>
                  <a:pt x="129936" y="111465"/>
                </a:lnTo>
                <a:lnTo>
                  <a:pt x="129662" y="98938"/>
                </a:lnTo>
                <a:lnTo>
                  <a:pt x="131399" y="86502"/>
                </a:lnTo>
                <a:lnTo>
                  <a:pt x="135148" y="74524"/>
                </a:lnTo>
                <a:lnTo>
                  <a:pt x="140818" y="63276"/>
                </a:lnTo>
                <a:lnTo>
                  <a:pt x="148133" y="53127"/>
                </a:lnTo>
                <a:lnTo>
                  <a:pt x="157002" y="44257"/>
                </a:lnTo>
                <a:lnTo>
                  <a:pt x="167244" y="36942"/>
                </a:lnTo>
                <a:lnTo>
                  <a:pt x="178491" y="31364"/>
                </a:lnTo>
                <a:lnTo>
                  <a:pt x="190470" y="27706"/>
                </a:lnTo>
                <a:lnTo>
                  <a:pt x="202905" y="25969"/>
                </a:lnTo>
                <a:lnTo>
                  <a:pt x="215524" y="26335"/>
                </a:lnTo>
                <a:lnTo>
                  <a:pt x="227868" y="28621"/>
                </a:lnTo>
                <a:lnTo>
                  <a:pt x="229149" y="29169"/>
                </a:lnTo>
                <a:lnTo>
                  <a:pt x="230337" y="29809"/>
                </a:lnTo>
                <a:lnTo>
                  <a:pt x="231252" y="30724"/>
                </a:lnTo>
                <a:lnTo>
                  <a:pt x="231983" y="31730"/>
                </a:lnTo>
                <a:lnTo>
                  <a:pt x="232623" y="32827"/>
                </a:lnTo>
                <a:lnTo>
                  <a:pt x="232898" y="34016"/>
                </a:lnTo>
                <a:lnTo>
                  <a:pt x="233081" y="35296"/>
                </a:lnTo>
                <a:lnTo>
                  <a:pt x="233081" y="36576"/>
                </a:lnTo>
                <a:lnTo>
                  <a:pt x="232806" y="37856"/>
                </a:lnTo>
                <a:lnTo>
                  <a:pt x="232258" y="39136"/>
                </a:lnTo>
                <a:lnTo>
                  <a:pt x="231618" y="40325"/>
                </a:lnTo>
                <a:lnTo>
                  <a:pt x="230703" y="41422"/>
                </a:lnTo>
                <a:lnTo>
                  <a:pt x="190470" y="81656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3194304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ツール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90672" y="3194304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for Windows（推奨）、Azure CLI（Entra ID利用時）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3695700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695700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375894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233172"/>
                </a:moveTo>
                <a:lnTo>
                  <a:pt x="285018" y="155448"/>
                </a:lnTo>
                <a:lnTo>
                  <a:pt x="207294" y="77724"/>
                </a:lnTo>
                <a:moveTo>
                  <a:pt x="103602" y="77724"/>
                </a:moveTo>
                <a:lnTo>
                  <a:pt x="25878" y="155448"/>
                </a:lnTo>
                <a:lnTo>
                  <a:pt x="103602" y="233172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3695700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90672" y="3695700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Use: Python 3 と Playwright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420624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CLIのMS Learn手順はWindowsの前提をWSL2としている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Foundryでモデルをデプロイする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1737360" cy="281635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356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390" y="361920"/>
                </a:moveTo>
                <a:lnTo>
                  <a:pt x="171450" y="361920"/>
                </a:lnTo>
                <a:lnTo>
                  <a:pt x="130028" y="355336"/>
                </a:lnTo>
                <a:lnTo>
                  <a:pt x="92720" y="336225"/>
                </a:lnTo>
                <a:lnTo>
                  <a:pt x="63185" y="306415"/>
                </a:lnTo>
                <a:lnTo>
                  <a:pt x="44348" y="268925"/>
                </a:lnTo>
                <a:lnTo>
                  <a:pt x="38130" y="227411"/>
                </a:lnTo>
                <a:lnTo>
                  <a:pt x="45080" y="186080"/>
                </a:lnTo>
                <a:lnTo>
                  <a:pt x="64557" y="148864"/>
                </a:lnTo>
                <a:lnTo>
                  <a:pt x="94640" y="119604"/>
                </a:lnTo>
                <a:lnTo>
                  <a:pt x="132314" y="101133"/>
                </a:lnTo>
                <a:lnTo>
                  <a:pt x="173827" y="95280"/>
                </a:lnTo>
                <a:lnTo>
                  <a:pt x="215158" y="102596"/>
                </a:lnTo>
                <a:lnTo>
                  <a:pt x="252100" y="122347"/>
                </a:lnTo>
                <a:lnTo>
                  <a:pt x="281087" y="152705"/>
                </a:lnTo>
                <a:lnTo>
                  <a:pt x="299283" y="190470"/>
                </a:lnTo>
                <a:lnTo>
                  <a:pt x="333390" y="190470"/>
                </a:lnTo>
                <a:lnTo>
                  <a:pt x="352410" y="192664"/>
                </a:lnTo>
                <a:lnTo>
                  <a:pt x="370606" y="198973"/>
                </a:lnTo>
                <a:lnTo>
                  <a:pt x="386791" y="209215"/>
                </a:lnTo>
                <a:lnTo>
                  <a:pt x="400416" y="222748"/>
                </a:lnTo>
                <a:lnTo>
                  <a:pt x="410566" y="239024"/>
                </a:lnTo>
                <a:lnTo>
                  <a:pt x="416966" y="257129"/>
                </a:lnTo>
                <a:lnTo>
                  <a:pt x="419070" y="276240"/>
                </a:lnTo>
                <a:lnTo>
                  <a:pt x="416966" y="295260"/>
                </a:lnTo>
                <a:lnTo>
                  <a:pt x="410566" y="313456"/>
                </a:lnTo>
                <a:lnTo>
                  <a:pt x="400416" y="329641"/>
                </a:lnTo>
                <a:lnTo>
                  <a:pt x="386791" y="343266"/>
                </a:lnTo>
                <a:lnTo>
                  <a:pt x="370606" y="353416"/>
                </a:lnTo>
                <a:lnTo>
                  <a:pt x="352410" y="359816"/>
                </a:lnTo>
                <a:lnTo>
                  <a:pt x="333390" y="361920"/>
                </a:lnTo>
                <a:lnTo>
                  <a:pt x="333390" y="361920"/>
                </a:lnTo>
                <a:close/>
              </a:path>
            </a:pathLst>
          </a:cu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417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ai.azure.com でプロジェクトを作成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9736" y="154533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23444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234440"/>
            <a:ext cx="64008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2344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GPT系（例: gpt-5.3-codex）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9320" y="1545336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28930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8816" y="138988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2893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59736" y="227685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196596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1965960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9659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Opus / Sonnet / Haiku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（特定版）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2276856"/>
            <a:ext cx="3657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02082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21214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02082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59736" y="300837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26080" y="269748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2697480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6974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gpt-image-2.5-flare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または sunburst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3008376"/>
            <a:ext cx="36576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275234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285292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75234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画像スクリプト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459736" y="373989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26080" y="342900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429000"/>
            <a:ext cx="64008" cy="62179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4290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gpt-5.6-sol / terra / luna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89320" y="3739896"/>
            <a:ext cx="365760" cy="0"/>
          </a:xfrm>
          <a:prstGeom prst="line">
            <a:avLst/>
          </a:prstGeom>
          <a:noFill/>
          <a:ln w="25400">
            <a:solidFill>
              <a:srgbClr val="12182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0" y="348386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218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8816" y="358444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81326" y="53127"/>
                </a:moveTo>
                <a:lnTo>
                  <a:pt x="155448" y="77724"/>
                </a:lnTo>
                <a:moveTo>
                  <a:pt x="66111" y="103602"/>
                </a:moveTo>
                <a:lnTo>
                  <a:pt x="28529" y="93269"/>
                </a:lnTo>
                <a:moveTo>
                  <a:pt x="77724" y="155448"/>
                </a:moveTo>
                <a:lnTo>
                  <a:pt x="53127" y="181326"/>
                </a:lnTo>
                <a:moveTo>
                  <a:pt x="93269" y="28529"/>
                </a:moveTo>
                <a:lnTo>
                  <a:pt x="103602" y="66111"/>
                </a:lnTo>
                <a:moveTo>
                  <a:pt x="117043" y="125547"/>
                </a:moveTo>
                <a:lnTo>
                  <a:pt x="116769" y="124450"/>
                </a:lnTo>
                <a:lnTo>
                  <a:pt x="116586" y="123444"/>
                </a:lnTo>
                <a:lnTo>
                  <a:pt x="116586" y="122347"/>
                </a:lnTo>
                <a:lnTo>
                  <a:pt x="116769" y="121249"/>
                </a:lnTo>
                <a:lnTo>
                  <a:pt x="117226" y="120244"/>
                </a:lnTo>
                <a:lnTo>
                  <a:pt x="117775" y="119238"/>
                </a:lnTo>
                <a:lnTo>
                  <a:pt x="118415" y="118415"/>
                </a:lnTo>
                <a:lnTo>
                  <a:pt x="119238" y="117775"/>
                </a:lnTo>
                <a:lnTo>
                  <a:pt x="120244" y="117226"/>
                </a:lnTo>
                <a:lnTo>
                  <a:pt x="121249" y="116769"/>
                </a:lnTo>
                <a:lnTo>
                  <a:pt x="122347" y="116586"/>
                </a:lnTo>
                <a:lnTo>
                  <a:pt x="123444" y="116586"/>
                </a:lnTo>
                <a:lnTo>
                  <a:pt x="124450" y="116769"/>
                </a:lnTo>
                <a:lnTo>
                  <a:pt x="125547" y="117043"/>
                </a:lnTo>
                <a:lnTo>
                  <a:pt x="268011" y="175382"/>
                </a:lnTo>
                <a:lnTo>
                  <a:pt x="269016" y="175931"/>
                </a:lnTo>
                <a:lnTo>
                  <a:pt x="269931" y="176571"/>
                </a:lnTo>
                <a:lnTo>
                  <a:pt x="270754" y="177485"/>
                </a:lnTo>
                <a:lnTo>
                  <a:pt x="271394" y="178491"/>
                </a:lnTo>
                <a:lnTo>
                  <a:pt x="271760" y="179588"/>
                </a:lnTo>
                <a:lnTo>
                  <a:pt x="272034" y="180685"/>
                </a:lnTo>
                <a:lnTo>
                  <a:pt x="272034" y="181874"/>
                </a:lnTo>
                <a:lnTo>
                  <a:pt x="271851" y="182971"/>
                </a:lnTo>
                <a:lnTo>
                  <a:pt x="271394" y="184069"/>
                </a:lnTo>
                <a:lnTo>
                  <a:pt x="270845" y="185075"/>
                </a:lnTo>
                <a:lnTo>
                  <a:pt x="270114" y="185989"/>
                </a:lnTo>
                <a:lnTo>
                  <a:pt x="269199" y="186720"/>
                </a:lnTo>
                <a:lnTo>
                  <a:pt x="268194" y="187269"/>
                </a:lnTo>
                <a:lnTo>
                  <a:pt x="267096" y="187635"/>
                </a:lnTo>
                <a:lnTo>
                  <a:pt x="210678" y="201168"/>
                </a:lnTo>
                <a:lnTo>
                  <a:pt x="209763" y="201442"/>
                </a:lnTo>
                <a:lnTo>
                  <a:pt x="208758" y="201808"/>
                </a:lnTo>
                <a:lnTo>
                  <a:pt x="207843" y="202174"/>
                </a:lnTo>
                <a:lnTo>
                  <a:pt x="206929" y="202722"/>
                </a:lnTo>
                <a:lnTo>
                  <a:pt x="206106" y="203271"/>
                </a:lnTo>
                <a:lnTo>
                  <a:pt x="205283" y="203911"/>
                </a:lnTo>
                <a:lnTo>
                  <a:pt x="204551" y="204551"/>
                </a:lnTo>
                <a:lnTo>
                  <a:pt x="203911" y="205283"/>
                </a:lnTo>
                <a:lnTo>
                  <a:pt x="203271" y="206106"/>
                </a:lnTo>
                <a:lnTo>
                  <a:pt x="202722" y="206929"/>
                </a:lnTo>
                <a:lnTo>
                  <a:pt x="202174" y="207843"/>
                </a:lnTo>
                <a:lnTo>
                  <a:pt x="201808" y="208758"/>
                </a:lnTo>
                <a:lnTo>
                  <a:pt x="201442" y="209763"/>
                </a:lnTo>
                <a:lnTo>
                  <a:pt x="201168" y="210678"/>
                </a:lnTo>
                <a:lnTo>
                  <a:pt x="187635" y="267096"/>
                </a:lnTo>
                <a:lnTo>
                  <a:pt x="187269" y="268194"/>
                </a:lnTo>
                <a:lnTo>
                  <a:pt x="186720" y="269199"/>
                </a:lnTo>
                <a:lnTo>
                  <a:pt x="185989" y="270114"/>
                </a:lnTo>
                <a:lnTo>
                  <a:pt x="185075" y="270845"/>
                </a:lnTo>
                <a:lnTo>
                  <a:pt x="184069" y="271485"/>
                </a:lnTo>
                <a:lnTo>
                  <a:pt x="182971" y="271851"/>
                </a:lnTo>
                <a:lnTo>
                  <a:pt x="181874" y="272034"/>
                </a:lnTo>
                <a:lnTo>
                  <a:pt x="180685" y="272034"/>
                </a:lnTo>
                <a:lnTo>
                  <a:pt x="179588" y="271760"/>
                </a:lnTo>
                <a:lnTo>
                  <a:pt x="178491" y="271394"/>
                </a:lnTo>
                <a:lnTo>
                  <a:pt x="177485" y="270754"/>
                </a:lnTo>
                <a:lnTo>
                  <a:pt x="176571" y="270022"/>
                </a:lnTo>
                <a:lnTo>
                  <a:pt x="175931" y="269016"/>
                </a:lnTo>
                <a:lnTo>
                  <a:pt x="175382" y="268011"/>
                </a:lnTo>
                <a:lnTo>
                  <a:pt x="117043" y="125547"/>
                </a:lnTo>
                <a:close/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348386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26080" y="905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905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使う場所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" y="4160520"/>
            <a:ext cx="800100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1605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リソース名と各デプロイ名を控え、キーは「Endpoints and keys」から取得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設定に使う4つの値を控える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517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値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 の一部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ANTHROPIC_FOUNDRY_RESOURCE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デプロイ名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ANTHROPIC_DEFAULT_*_MODEL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APIキー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AZURE_OPENAI_API_KEY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エンドポイント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リソース名で代替できる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APIキーは資料・チャット・リポジトリに貼らず、環境変数だけに設定する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設定とスクリプトの置き場所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ユーザーごとの設定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" y="1760220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97053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2098548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230886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41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463040"/>
            <a:ext cx="3035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%USERPROFILE%\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84251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801368"/>
            <a:ext cx="2761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.codex\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9576" y="2167128"/>
            <a:ext cx="288950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18084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2139696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2203704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03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642616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642616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6426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ユーザー環境変数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で保存。キー・リソース名・デプロイ名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11338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作業するProjectの例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71416" y="1760220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1416" y="197053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1760220"/>
            <a:ext cx="0" cy="54864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230886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1416" y="1760220"/>
            <a:ext cx="0" cy="886968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2647188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2775204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45736" y="2985516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1416" y="1760220"/>
            <a:ext cx="0" cy="1563624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71416" y="3323844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1416" y="1760220"/>
            <a:ext cx="0" cy="190195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1416" y="366217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1760220"/>
            <a:ext cx="0" cy="22402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71416" y="400050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15041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1463040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&lt;project&gt;\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62856" y="1828800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184251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1801368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909560" y="1865376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186537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62856" y="2167128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218084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2139696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09560" y="2203704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9560" y="2203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617720" y="25191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2478024"/>
            <a:ext cx="3721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scripts\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37176" y="2843784"/>
            <a:ext cx="384962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285750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9512" y="281635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909560" y="2880360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288036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62856" y="3182112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319582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1218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3154680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computer_use_loop.py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909560" y="3218688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321868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62856" y="3520440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353415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65192" y="3493008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.venv\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909560" y="3557016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3557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617720" y="387248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9AA3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3831336"/>
            <a:ext cx="3721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umbrella.png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5800" y="424281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Codeの設定はファイルではなく環境変数だけ（Part 2）。Projectの配置は一例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p.9–13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config.toml → APIキーと起動 → うまくいかないとき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8001000" cy="1280160"/>
          </a:xfrm>
          <a:prstGeom prst="roundRect">
            <a:avLst>
              <a:gd name="adj" fmla="val 4286"/>
            </a:avLst>
          </a:prstGeom>
          <a:solidFill>
            <a:srgbClr val="12182B"/>
          </a:solidFill>
          <a:ln w="15875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7296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このPartで設定するもの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%USERPROFILE%\.codex\config.toml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AZURE_OPENAI_API_KEY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PowerShellで次のどちらかを実行し、バージョン表示で確認する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スタンドアロンインストーラー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powershell -ExecutionPolicy ByPass -c `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"irm https://chatgpt.com/codex/install.ps1 | iex"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npm（Node.jsが必要）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@openai/codex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21549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703320"/>
            <a:ext cx="1533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6456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15056" y="3703320"/>
            <a:ext cx="2301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3072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94310"/>
                </a:moveTo>
                <a:lnTo>
                  <a:pt x="155448" y="38862"/>
                </a:lnTo>
                <a:moveTo>
                  <a:pt x="272034" y="194310"/>
                </a:move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194310"/>
                </a:lnTo>
                <a:moveTo>
                  <a:pt x="90708" y="129570"/>
                </a:moveTo>
                <a:lnTo>
                  <a:pt x="155448" y="194310"/>
                </a:lnTo>
                <a:lnTo>
                  <a:pt x="220188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5408" y="3703320"/>
            <a:ext cx="1679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2016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90616" y="3703320"/>
            <a:ext cx="299618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8632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0968" y="3703320"/>
            <a:ext cx="2374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ネイティブ環境で問題が出る場合は、WSL2上でLinux向け手順を使う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config.tomlでAzureを指定する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%USERPROFILE%\.codex\config.toml に次を記述する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2241296"/>
          </a:xfrm>
          <a:prstGeom prst="roundRect">
            <a:avLst>
              <a:gd name="adj" fmla="val 244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9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= "&lt;deployment&gt;"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model_provider = "azure"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model_reasoning_effort = "medium"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[model_providers.azure]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= "Azure OpenAI"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base_url = "https://&lt;resource&gt;.openai.azure.com/openai/v1"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env_key = "AZURE_OPENAI_API_KEY"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wire_api = "responses"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033520"/>
            <a:ext cx="24460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03602"/>
                </a:moveTo>
                <a:lnTo>
                  <a:pt x="192847" y="103510"/>
                </a:lnTo>
                <a:lnTo>
                  <a:pt x="191384" y="103327"/>
                </a:lnTo>
                <a:lnTo>
                  <a:pt x="190012" y="102870"/>
                </a:lnTo>
                <a:lnTo>
                  <a:pt x="188732" y="102321"/>
                </a:lnTo>
                <a:lnTo>
                  <a:pt x="187452" y="101681"/>
                </a:lnTo>
                <a:lnTo>
                  <a:pt x="186263" y="100767"/>
                </a:lnTo>
                <a:lnTo>
                  <a:pt x="185166" y="99852"/>
                </a:lnTo>
                <a:lnTo>
                  <a:pt x="184160" y="98755"/>
                </a:lnTo>
                <a:lnTo>
                  <a:pt x="183337" y="97566"/>
                </a:lnTo>
                <a:lnTo>
                  <a:pt x="182606" y="96286"/>
                </a:lnTo>
                <a:lnTo>
                  <a:pt x="182057" y="94915"/>
                </a:lnTo>
                <a:lnTo>
                  <a:pt x="181691" y="93543"/>
                </a:lnTo>
                <a:lnTo>
                  <a:pt x="181417" y="92172"/>
                </a:lnTo>
                <a:lnTo>
                  <a:pt x="181326" y="9070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194310" y="103602"/>
                </a:lnTo>
                <a:close/>
                <a:moveTo>
                  <a:pt x="259050" y="103602"/>
                </a:move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179040" y="285018"/>
                </a:lnTo>
                <a:moveTo>
                  <a:pt x="42794" y="253014"/>
                </a:moveTo>
                <a:lnTo>
                  <a:pt x="54773" y="248077"/>
                </a:lnTo>
                <a:moveTo>
                  <a:pt x="51846" y="137251"/>
                </a:move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moveTo>
                  <a:pt x="54773" y="218267"/>
                </a:moveTo>
                <a:lnTo>
                  <a:pt x="42794" y="213330"/>
                </a:lnTo>
                <a:moveTo>
                  <a:pt x="75804" y="197236"/>
                </a:moveTo>
                <a:lnTo>
                  <a:pt x="70866" y="185349"/>
                </a:lnTo>
                <a:moveTo>
                  <a:pt x="75804" y="269108"/>
                </a:moveTo>
                <a:lnTo>
                  <a:pt x="70866" y="281087"/>
                </a:lnTo>
                <a:moveTo>
                  <a:pt x="105522" y="197236"/>
                </a:moveTo>
                <a:lnTo>
                  <a:pt x="110551" y="185349"/>
                </a:lnTo>
                <a:moveTo>
                  <a:pt x="110460" y="281087"/>
                </a:moveTo>
                <a:lnTo>
                  <a:pt x="105522" y="269108"/>
                </a:lnTo>
                <a:moveTo>
                  <a:pt x="126644" y="218267"/>
                </a:moveTo>
                <a:lnTo>
                  <a:pt x="138532" y="213330"/>
                </a:lnTo>
                <a:moveTo>
                  <a:pt x="126644" y="248077"/>
                </a:moveTo>
                <a:lnTo>
                  <a:pt x="138532" y="253014"/>
                </a:lnTo>
                <a:moveTo>
                  <a:pt x="129570" y="233172"/>
                </a:moveTo>
                <a:lnTo>
                  <a:pt x="128565" y="241859"/>
                </a:lnTo>
                <a:lnTo>
                  <a:pt x="125730" y="249997"/>
                </a:lnTo>
                <a:lnTo>
                  <a:pt x="121067" y="257404"/>
                </a:lnTo>
                <a:lnTo>
                  <a:pt x="114940" y="263530"/>
                </a:lnTo>
                <a:lnTo>
                  <a:pt x="107533" y="268194"/>
                </a:lnTo>
                <a:lnTo>
                  <a:pt x="99304" y="271028"/>
                </a:lnTo>
                <a:lnTo>
                  <a:pt x="90708" y="272034"/>
                </a:lnTo>
                <a:lnTo>
                  <a:pt x="82022" y="271028"/>
                </a:lnTo>
                <a:lnTo>
                  <a:pt x="73792" y="268194"/>
                </a:lnTo>
                <a:lnTo>
                  <a:pt x="66477" y="263530"/>
                </a:lnTo>
                <a:lnTo>
                  <a:pt x="60259" y="257404"/>
                </a:lnTo>
                <a:lnTo>
                  <a:pt x="55687" y="249997"/>
                </a:lnTo>
                <a:lnTo>
                  <a:pt x="52761" y="241859"/>
                </a:lnTo>
                <a:lnTo>
                  <a:pt x="51846" y="233172"/>
                </a:lnTo>
                <a:lnTo>
                  <a:pt x="52761" y="224485"/>
                </a:lnTo>
                <a:lnTo>
                  <a:pt x="55687" y="216347"/>
                </a:lnTo>
                <a:lnTo>
                  <a:pt x="60259" y="208940"/>
                </a:lnTo>
                <a:lnTo>
                  <a:pt x="66477" y="202814"/>
                </a:lnTo>
                <a:lnTo>
                  <a:pt x="73792" y="198150"/>
                </a:lnTo>
                <a:lnTo>
                  <a:pt x="82022" y="195316"/>
                </a:lnTo>
                <a:lnTo>
                  <a:pt x="90708" y="194310"/>
                </a:lnTo>
                <a:lnTo>
                  <a:pt x="99304" y="195316"/>
                </a:lnTo>
                <a:lnTo>
                  <a:pt x="107533" y="198150"/>
                </a:lnTo>
                <a:lnTo>
                  <a:pt x="114940" y="202814"/>
                </a:lnTo>
                <a:lnTo>
                  <a:pt x="121067" y="208940"/>
                </a:lnTo>
                <a:lnTo>
                  <a:pt x="125730" y="216347"/>
                </a:lnTo>
                <a:lnTo>
                  <a:pt x="128565" y="224485"/>
                </a:lnTo>
                <a:lnTo>
                  <a:pt x="129570" y="23317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4033520"/>
            <a:ext cx="18242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7540" y="42895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4033520"/>
            <a:ext cx="24460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415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6492" y="4033520"/>
            <a:ext cx="18242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env_key の変数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7880" y="42895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4033520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03352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 へ接続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APIキーを環境変数で渡して起動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2177796"/>
          </a:xfrm>
          <a:prstGeom prst="roundRect">
            <a:avLst>
              <a:gd name="adj" fmla="val 251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90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AZURE_OPENAI_API_KEY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新しいPowerShellを開いてから実行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&lt;project&gt;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非対話で疎通を確認する場合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exec "このリポジトリの構成を説明して"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512820"/>
            <a:ext cx="2164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6870" y="38862"/>
                </a:moveTo>
                <a:lnTo>
                  <a:pt x="198333" y="38953"/>
                </a:lnTo>
                <a:lnTo>
                  <a:pt x="199796" y="39045"/>
                </a:lnTo>
                <a:lnTo>
                  <a:pt x="201168" y="39319"/>
                </a:lnTo>
                <a:lnTo>
                  <a:pt x="202631" y="39594"/>
                </a:lnTo>
                <a:lnTo>
                  <a:pt x="204003" y="39959"/>
                </a:lnTo>
                <a:lnTo>
                  <a:pt x="205374" y="40416"/>
                </a:lnTo>
                <a:lnTo>
                  <a:pt x="206746" y="40965"/>
                </a:lnTo>
                <a:lnTo>
                  <a:pt x="208026" y="41605"/>
                </a:lnTo>
                <a:lnTo>
                  <a:pt x="209306" y="42245"/>
                </a:lnTo>
                <a:lnTo>
                  <a:pt x="210586" y="42977"/>
                </a:lnTo>
                <a:lnTo>
                  <a:pt x="211775" y="43800"/>
                </a:lnTo>
                <a:lnTo>
                  <a:pt x="212872" y="44714"/>
                </a:lnTo>
                <a:lnTo>
                  <a:pt x="213970" y="45629"/>
                </a:lnTo>
                <a:lnTo>
                  <a:pt x="215067" y="46634"/>
                </a:lnTo>
                <a:lnTo>
                  <a:pt x="264262" y="95829"/>
                </a:lnTo>
                <a:lnTo>
                  <a:pt x="265267" y="96926"/>
                </a:lnTo>
                <a:lnTo>
                  <a:pt x="266182" y="98024"/>
                </a:lnTo>
                <a:lnTo>
                  <a:pt x="267096" y="99121"/>
                </a:lnTo>
                <a:lnTo>
                  <a:pt x="267919" y="100310"/>
                </a:lnTo>
                <a:lnTo>
                  <a:pt x="268651" y="101590"/>
                </a:lnTo>
                <a:lnTo>
                  <a:pt x="269291" y="102870"/>
                </a:lnTo>
                <a:lnTo>
                  <a:pt x="269931" y="104150"/>
                </a:lnTo>
                <a:lnTo>
                  <a:pt x="270480" y="105522"/>
                </a:lnTo>
                <a:lnTo>
                  <a:pt x="270937" y="106893"/>
                </a:lnTo>
                <a:lnTo>
                  <a:pt x="271302" y="108265"/>
                </a:lnTo>
                <a:lnTo>
                  <a:pt x="271577" y="109728"/>
                </a:lnTo>
                <a:lnTo>
                  <a:pt x="271851" y="111100"/>
                </a:lnTo>
                <a:lnTo>
                  <a:pt x="271943" y="112563"/>
                </a:lnTo>
                <a:lnTo>
                  <a:pt x="272034" y="114026"/>
                </a:ln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64740"/>
                </a:lnTo>
                <a:lnTo>
                  <a:pt x="39045" y="61905"/>
                </a:lnTo>
                <a:lnTo>
                  <a:pt x="39502" y="58979"/>
                </a:lnTo>
                <a:lnTo>
                  <a:pt x="40325" y="56236"/>
                </a:lnTo>
                <a:lnTo>
                  <a:pt x="41422" y="53492"/>
                </a:lnTo>
                <a:lnTo>
                  <a:pt x="42794" y="51024"/>
                </a:lnTo>
                <a:lnTo>
                  <a:pt x="44531" y="48646"/>
                </a:lnTo>
                <a:lnTo>
                  <a:pt x="46452" y="46452"/>
                </a:lnTo>
                <a:lnTo>
                  <a:pt x="48646" y="44531"/>
                </a:lnTo>
                <a:lnTo>
                  <a:pt x="51024" y="42794"/>
                </a:lnTo>
                <a:lnTo>
                  <a:pt x="53492" y="41422"/>
                </a:lnTo>
                <a:lnTo>
                  <a:pt x="56236" y="40325"/>
                </a:lnTo>
                <a:lnTo>
                  <a:pt x="58979" y="39502"/>
                </a:lnTo>
                <a:lnTo>
                  <a:pt x="61905" y="39045"/>
                </a:lnTo>
                <a:lnTo>
                  <a:pt x="64740" y="38862"/>
                </a:lnTo>
                <a:lnTo>
                  <a:pt x="196870" y="38862"/>
                </a:lnTo>
                <a:close/>
                <a:moveTo>
                  <a:pt x="220188" y="272034"/>
                </a:moveTo>
                <a:lnTo>
                  <a:pt x="220188" y="181326"/>
                </a:lnTo>
                <a:lnTo>
                  <a:pt x="220096" y="179862"/>
                </a:lnTo>
                <a:lnTo>
                  <a:pt x="219913" y="178491"/>
                </a:lnTo>
                <a:lnTo>
                  <a:pt x="219456" y="177119"/>
                </a:lnTo>
                <a:lnTo>
                  <a:pt x="218907" y="175748"/>
                </a:lnTo>
                <a:lnTo>
                  <a:pt x="218267" y="174468"/>
                </a:lnTo>
                <a:lnTo>
                  <a:pt x="217353" y="173279"/>
                </a:lnTo>
                <a:lnTo>
                  <a:pt x="216438" y="172182"/>
                </a:lnTo>
                <a:lnTo>
                  <a:pt x="215341" y="171267"/>
                </a:lnTo>
                <a:lnTo>
                  <a:pt x="214152" y="170353"/>
                </a:lnTo>
                <a:lnTo>
                  <a:pt x="212872" y="169713"/>
                </a:lnTo>
                <a:lnTo>
                  <a:pt x="211501" y="169164"/>
                </a:lnTo>
                <a:lnTo>
                  <a:pt x="210129" y="168707"/>
                </a:lnTo>
                <a:lnTo>
                  <a:pt x="208758" y="168524"/>
                </a:lnTo>
                <a:lnTo>
                  <a:pt x="207294" y="168432"/>
                </a:lnTo>
                <a:lnTo>
                  <a:pt x="103602" y="168432"/>
                </a:lnTo>
                <a:lnTo>
                  <a:pt x="102138" y="168524"/>
                </a:lnTo>
                <a:lnTo>
                  <a:pt x="100767" y="168707"/>
                </a:lnTo>
                <a:lnTo>
                  <a:pt x="99395" y="169164"/>
                </a:lnTo>
                <a:lnTo>
                  <a:pt x="98024" y="169713"/>
                </a:lnTo>
                <a:lnTo>
                  <a:pt x="96744" y="170353"/>
                </a:lnTo>
                <a:lnTo>
                  <a:pt x="95555" y="171267"/>
                </a:lnTo>
                <a:lnTo>
                  <a:pt x="94458" y="172182"/>
                </a:lnTo>
                <a:lnTo>
                  <a:pt x="93543" y="173279"/>
                </a:lnTo>
                <a:lnTo>
                  <a:pt x="92629" y="174468"/>
                </a:lnTo>
                <a:lnTo>
                  <a:pt x="91989" y="175748"/>
                </a:lnTo>
                <a:lnTo>
                  <a:pt x="91440" y="177119"/>
                </a:lnTo>
                <a:lnTo>
                  <a:pt x="90983" y="178491"/>
                </a:lnTo>
                <a:lnTo>
                  <a:pt x="90800" y="179862"/>
                </a:lnTo>
                <a:lnTo>
                  <a:pt x="90708" y="181326"/>
                </a:lnTo>
                <a:lnTo>
                  <a:pt x="90708" y="272034"/>
                </a:lnTo>
                <a:moveTo>
                  <a:pt x="90708" y="38862"/>
                </a:moveTo>
                <a:lnTo>
                  <a:pt x="90708" y="90708"/>
                </a:lnTo>
                <a:lnTo>
                  <a:pt x="90800" y="92172"/>
                </a:lnTo>
                <a:lnTo>
                  <a:pt x="90983" y="93543"/>
                </a:lnTo>
                <a:lnTo>
                  <a:pt x="91440" y="94915"/>
                </a:lnTo>
                <a:lnTo>
                  <a:pt x="91989" y="96286"/>
                </a:lnTo>
                <a:lnTo>
                  <a:pt x="92629" y="97566"/>
                </a:lnTo>
                <a:lnTo>
                  <a:pt x="93543" y="98755"/>
                </a:lnTo>
                <a:lnTo>
                  <a:pt x="94458" y="99852"/>
                </a:lnTo>
                <a:lnTo>
                  <a:pt x="95555" y="100767"/>
                </a:lnTo>
                <a:lnTo>
                  <a:pt x="96744" y="101681"/>
                </a:lnTo>
                <a:lnTo>
                  <a:pt x="98024" y="102321"/>
                </a:lnTo>
                <a:lnTo>
                  <a:pt x="99395" y="102870"/>
                </a:lnTo>
                <a:lnTo>
                  <a:pt x="100767" y="103327"/>
                </a:lnTo>
                <a:lnTo>
                  <a:pt x="102138" y="103510"/>
                </a:lnTo>
                <a:lnTo>
                  <a:pt x="103602" y="103602"/>
                </a:lnTo>
                <a:lnTo>
                  <a:pt x="194310" y="10360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3512820"/>
            <a:ext cx="1542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setxで保存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95600" y="37688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24200" y="3512820"/>
            <a:ext cx="34259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216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4552" y="3512820"/>
            <a:ext cx="280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新しいターミナルで起動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95872" y="37688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24472" y="3512820"/>
            <a:ext cx="186232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2488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4824" y="3512820"/>
            <a:ext cx="1240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0706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CLIは現時点でEntra ID認証に非対応（MS Learn）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Codexのエラーは設定3点を確認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36392" y="1133856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78003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03602"/>
                </a:moveTo>
                <a:lnTo>
                  <a:pt x="192847" y="103510"/>
                </a:lnTo>
                <a:lnTo>
                  <a:pt x="191384" y="103327"/>
                </a:lnTo>
                <a:lnTo>
                  <a:pt x="190012" y="102870"/>
                </a:lnTo>
                <a:lnTo>
                  <a:pt x="188732" y="102321"/>
                </a:lnTo>
                <a:lnTo>
                  <a:pt x="187452" y="101681"/>
                </a:lnTo>
                <a:lnTo>
                  <a:pt x="186263" y="100767"/>
                </a:lnTo>
                <a:lnTo>
                  <a:pt x="185166" y="99852"/>
                </a:lnTo>
                <a:lnTo>
                  <a:pt x="184160" y="98755"/>
                </a:lnTo>
                <a:lnTo>
                  <a:pt x="183337" y="97566"/>
                </a:lnTo>
                <a:lnTo>
                  <a:pt x="182606" y="96286"/>
                </a:lnTo>
                <a:lnTo>
                  <a:pt x="182057" y="94915"/>
                </a:lnTo>
                <a:lnTo>
                  <a:pt x="181691" y="93543"/>
                </a:lnTo>
                <a:lnTo>
                  <a:pt x="181417" y="92172"/>
                </a:lnTo>
                <a:lnTo>
                  <a:pt x="181326" y="9070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194310" y="103602"/>
                </a:lnTo>
                <a:close/>
                <a:moveTo>
                  <a:pt x="259050" y="103602"/>
                </a:move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179040" y="285018"/>
                </a:lnTo>
                <a:moveTo>
                  <a:pt x="42794" y="253014"/>
                </a:moveTo>
                <a:lnTo>
                  <a:pt x="54773" y="248077"/>
                </a:lnTo>
                <a:moveTo>
                  <a:pt x="51846" y="137251"/>
                </a:move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moveTo>
                  <a:pt x="54773" y="218267"/>
                </a:moveTo>
                <a:lnTo>
                  <a:pt x="42794" y="213330"/>
                </a:lnTo>
                <a:moveTo>
                  <a:pt x="75804" y="197236"/>
                </a:moveTo>
                <a:lnTo>
                  <a:pt x="70866" y="185349"/>
                </a:lnTo>
                <a:moveTo>
                  <a:pt x="75804" y="269108"/>
                </a:moveTo>
                <a:lnTo>
                  <a:pt x="70866" y="281087"/>
                </a:lnTo>
                <a:moveTo>
                  <a:pt x="105522" y="197236"/>
                </a:moveTo>
                <a:lnTo>
                  <a:pt x="110551" y="185349"/>
                </a:lnTo>
                <a:moveTo>
                  <a:pt x="110460" y="281087"/>
                </a:moveTo>
                <a:lnTo>
                  <a:pt x="105522" y="269108"/>
                </a:lnTo>
                <a:moveTo>
                  <a:pt x="126644" y="218267"/>
                </a:moveTo>
                <a:lnTo>
                  <a:pt x="138532" y="213330"/>
                </a:lnTo>
                <a:moveTo>
                  <a:pt x="126644" y="248077"/>
                </a:moveTo>
                <a:lnTo>
                  <a:pt x="138532" y="253014"/>
                </a:lnTo>
                <a:moveTo>
                  <a:pt x="129570" y="233172"/>
                </a:moveTo>
                <a:lnTo>
                  <a:pt x="128565" y="241859"/>
                </a:lnTo>
                <a:lnTo>
                  <a:pt x="125730" y="249997"/>
                </a:lnTo>
                <a:lnTo>
                  <a:pt x="121067" y="257404"/>
                </a:lnTo>
                <a:lnTo>
                  <a:pt x="114940" y="263530"/>
                </a:lnTo>
                <a:lnTo>
                  <a:pt x="107533" y="268194"/>
                </a:lnTo>
                <a:lnTo>
                  <a:pt x="99304" y="271028"/>
                </a:lnTo>
                <a:lnTo>
                  <a:pt x="90708" y="272034"/>
                </a:lnTo>
                <a:lnTo>
                  <a:pt x="82022" y="271028"/>
                </a:lnTo>
                <a:lnTo>
                  <a:pt x="73792" y="268194"/>
                </a:lnTo>
                <a:lnTo>
                  <a:pt x="66477" y="263530"/>
                </a:lnTo>
                <a:lnTo>
                  <a:pt x="60259" y="257404"/>
                </a:lnTo>
                <a:lnTo>
                  <a:pt x="55687" y="249997"/>
                </a:lnTo>
                <a:lnTo>
                  <a:pt x="52761" y="241859"/>
                </a:lnTo>
                <a:lnTo>
                  <a:pt x="51846" y="233172"/>
                </a:lnTo>
                <a:lnTo>
                  <a:pt x="52761" y="224485"/>
                </a:lnTo>
                <a:lnTo>
                  <a:pt x="55687" y="216347"/>
                </a:lnTo>
                <a:lnTo>
                  <a:pt x="60259" y="208940"/>
                </a:lnTo>
                <a:lnTo>
                  <a:pt x="66477" y="202814"/>
                </a:lnTo>
                <a:lnTo>
                  <a:pt x="73792" y="198150"/>
                </a:lnTo>
                <a:lnTo>
                  <a:pt x="82022" y="195316"/>
                </a:lnTo>
                <a:lnTo>
                  <a:pt x="90708" y="194310"/>
                </a:lnTo>
                <a:lnTo>
                  <a:pt x="99304" y="195316"/>
                </a:lnTo>
                <a:lnTo>
                  <a:pt x="107533" y="198150"/>
                </a:lnTo>
                <a:lnTo>
                  <a:pt x="114940" y="202814"/>
                </a:lnTo>
                <a:lnTo>
                  <a:pt x="121067" y="208940"/>
                </a:lnTo>
                <a:lnTo>
                  <a:pt x="125730" y="216347"/>
                </a:lnTo>
                <a:lnTo>
                  <a:pt x="128565" y="224485"/>
                </a:lnTo>
                <a:lnTo>
                  <a:pt x="129570" y="23317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プロバイダー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636" y="241706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81528" y="193548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36392" y="1463040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463040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63040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Azure設定が無視される → 次の2つがあるか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model_provider = "azure" と [model_providers.azure]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535936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85292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535936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9636" y="348996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81528" y="3008376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36392" y="2535936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6392" y="2535936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535936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 / 403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AZURE_OPENAI_API_KEY が設定済みか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env_key にキーを直接書いていないか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608832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9258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29570" y="168432"/>
                </a:moveTo>
                <a:lnTo>
                  <a:pt x="134691" y="174468"/>
                </a:lnTo>
                <a:lnTo>
                  <a:pt x="140452" y="179862"/>
                </a:lnTo>
                <a:lnTo>
                  <a:pt x="146944" y="184434"/>
                </a:lnTo>
                <a:lnTo>
                  <a:pt x="153894" y="188275"/>
                </a:lnTo>
                <a:lnTo>
                  <a:pt x="161209" y="191201"/>
                </a:lnTo>
                <a:lnTo>
                  <a:pt x="168890" y="193121"/>
                </a:lnTo>
                <a:lnTo>
                  <a:pt x="176754" y="194219"/>
                </a:lnTo>
                <a:lnTo>
                  <a:pt x="184709" y="194310"/>
                </a:lnTo>
                <a:lnTo>
                  <a:pt x="192573" y="193396"/>
                </a:lnTo>
                <a:lnTo>
                  <a:pt x="200254" y="191567"/>
                </a:lnTo>
                <a:lnTo>
                  <a:pt x="207752" y="188824"/>
                </a:lnTo>
                <a:lnTo>
                  <a:pt x="214701" y="185166"/>
                </a:lnTo>
                <a:lnTo>
                  <a:pt x="221285" y="180685"/>
                </a:lnTo>
                <a:lnTo>
                  <a:pt x="227228" y="175382"/>
                </a:lnTo>
                <a:lnTo>
                  <a:pt x="266090" y="136520"/>
                </a:lnTo>
                <a:lnTo>
                  <a:pt x="274869" y="125181"/>
                </a:lnTo>
                <a:lnTo>
                  <a:pt x="280904" y="112197"/>
                </a:lnTo>
                <a:lnTo>
                  <a:pt x="283921" y="98115"/>
                </a:lnTo>
                <a:lnTo>
                  <a:pt x="283830" y="83850"/>
                </a:lnTo>
                <a:lnTo>
                  <a:pt x="280538" y="69860"/>
                </a:lnTo>
                <a:lnTo>
                  <a:pt x="274229" y="56967"/>
                </a:lnTo>
                <a:lnTo>
                  <a:pt x="265267" y="45720"/>
                </a:lnTo>
                <a:lnTo>
                  <a:pt x="254112" y="36759"/>
                </a:lnTo>
                <a:lnTo>
                  <a:pt x="241219" y="30541"/>
                </a:lnTo>
                <a:lnTo>
                  <a:pt x="227228" y="27249"/>
                </a:lnTo>
                <a:lnTo>
                  <a:pt x="212872" y="27066"/>
                </a:lnTo>
                <a:lnTo>
                  <a:pt x="198882" y="30175"/>
                </a:lnTo>
                <a:lnTo>
                  <a:pt x="185806" y="36210"/>
                </a:lnTo>
                <a:lnTo>
                  <a:pt x="174468" y="44988"/>
                </a:lnTo>
                <a:lnTo>
                  <a:pt x="152248" y="67117"/>
                </a:lnTo>
                <a:moveTo>
                  <a:pt x="181326" y="142464"/>
                </a:moveTo>
                <a:lnTo>
                  <a:pt x="176205" y="136428"/>
                </a:lnTo>
                <a:lnTo>
                  <a:pt x="170444" y="131034"/>
                </a:lnTo>
                <a:lnTo>
                  <a:pt x="163952" y="126462"/>
                </a:lnTo>
                <a:lnTo>
                  <a:pt x="157002" y="122621"/>
                </a:lnTo>
                <a:lnTo>
                  <a:pt x="149687" y="119695"/>
                </a:lnTo>
                <a:lnTo>
                  <a:pt x="142006" y="117775"/>
                </a:lnTo>
                <a:lnTo>
                  <a:pt x="134142" y="116677"/>
                </a:lnTo>
                <a:lnTo>
                  <a:pt x="126187" y="116586"/>
                </a:lnTo>
                <a:lnTo>
                  <a:pt x="118323" y="117500"/>
                </a:lnTo>
                <a:lnTo>
                  <a:pt x="110642" y="119329"/>
                </a:lnTo>
                <a:lnTo>
                  <a:pt x="103144" y="122072"/>
                </a:lnTo>
                <a:lnTo>
                  <a:pt x="96195" y="125730"/>
                </a:lnTo>
                <a:lnTo>
                  <a:pt x="89611" y="130211"/>
                </a:lnTo>
                <a:lnTo>
                  <a:pt x="83668" y="135514"/>
                </a:lnTo>
                <a:lnTo>
                  <a:pt x="44806" y="174376"/>
                </a:lnTo>
                <a:lnTo>
                  <a:pt x="36027" y="185715"/>
                </a:lnTo>
                <a:lnTo>
                  <a:pt x="29992" y="198699"/>
                </a:lnTo>
                <a:lnTo>
                  <a:pt x="26975" y="212781"/>
                </a:lnTo>
                <a:lnTo>
                  <a:pt x="27066" y="227046"/>
                </a:lnTo>
                <a:lnTo>
                  <a:pt x="30358" y="241036"/>
                </a:lnTo>
                <a:lnTo>
                  <a:pt x="36667" y="253929"/>
                </a:lnTo>
                <a:lnTo>
                  <a:pt x="45629" y="265176"/>
                </a:lnTo>
                <a:lnTo>
                  <a:pt x="56784" y="274137"/>
                </a:lnTo>
                <a:lnTo>
                  <a:pt x="69677" y="280355"/>
                </a:lnTo>
                <a:lnTo>
                  <a:pt x="83668" y="283647"/>
                </a:lnTo>
                <a:lnTo>
                  <a:pt x="98024" y="283830"/>
                </a:lnTo>
                <a:lnTo>
                  <a:pt x="112014" y="280721"/>
                </a:lnTo>
                <a:lnTo>
                  <a:pt x="125090" y="274686"/>
                </a:lnTo>
                <a:lnTo>
                  <a:pt x="136428" y="265908"/>
                </a:lnTo>
                <a:lnTo>
                  <a:pt x="158557" y="243779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608832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81528" y="408127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36392" y="3608832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3608832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608832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ENOTFOUND / 404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 のリソース名とドメイン、末尾の /openai/v1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p.14–19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環境変数 → モデル固定 → 認証の選択 → うまくいかないとき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8001000" cy="1280160"/>
          </a:xfrm>
          <a:prstGeom prst="roundRect">
            <a:avLst>
              <a:gd name="adj" fmla="val 4286"/>
            </a:avLst>
          </a:prstGeom>
          <a:solidFill>
            <a:srgbClr val="12182B"/>
          </a:solidFill>
          <a:ln w="15875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7296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このPartで設定するもの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CLAUDE_CODE_USE_FOUNDRY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63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ANTHROPIC_FOUNDRY_RESOURCE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ANTHROPIC_FOUNDRY_API_KEY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63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ANTHROPIC_DEFAULT_*_MODEL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PowerShellで実行する（管理者権限は不要）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ネイティブインストーラー（自動更新）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irm https://claude.ai/install.ps1 | iex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WinGet（自動更新されない）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winget install Anthropic.ClaudeCode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206654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94310"/>
                </a:moveTo>
                <a:lnTo>
                  <a:pt x="155448" y="38862"/>
                </a:lnTo>
                <a:moveTo>
                  <a:pt x="272034" y="194310"/>
                </a:move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194310"/>
                </a:lnTo>
                <a:moveTo>
                  <a:pt x="90708" y="129570"/>
                </a:moveTo>
                <a:lnTo>
                  <a:pt x="155448" y="194310"/>
                </a:lnTo>
                <a:lnTo>
                  <a:pt x="220188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7033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8064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6664" y="3703320"/>
            <a:ext cx="289864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3703320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71032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99632" y="3703320"/>
            <a:ext cx="248716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42464" y="25878"/>
                </a:moveTo>
                <a:lnTo>
                  <a:pt x="142464" y="51846"/>
                </a:lnTo>
                <a:moveTo>
                  <a:pt x="64740" y="25878"/>
                </a:moveTo>
                <a:lnTo>
                  <a:pt x="64740" y="51846"/>
                </a:lnTo>
                <a:moveTo>
                  <a:pt x="64740" y="38862"/>
                </a:moveTo>
                <a:lnTo>
                  <a:pt x="51846" y="38862"/>
                </a:lnTo>
                <a:lnTo>
                  <a:pt x="48920" y="39045"/>
                </a:lnTo>
                <a:lnTo>
                  <a:pt x="46086" y="39502"/>
                </a:lnTo>
                <a:lnTo>
                  <a:pt x="43251" y="40325"/>
                </a:lnTo>
                <a:lnTo>
                  <a:pt x="40599" y="41422"/>
                </a:lnTo>
                <a:lnTo>
                  <a:pt x="38039" y="42794"/>
                </a:lnTo>
                <a:lnTo>
                  <a:pt x="35662" y="44531"/>
                </a:lnTo>
                <a:lnTo>
                  <a:pt x="33467" y="46452"/>
                </a:lnTo>
                <a:lnTo>
                  <a:pt x="31547" y="48646"/>
                </a:lnTo>
                <a:lnTo>
                  <a:pt x="29901" y="51024"/>
                </a:lnTo>
                <a:lnTo>
                  <a:pt x="28438" y="53492"/>
                </a:lnTo>
                <a:lnTo>
                  <a:pt x="27341" y="56236"/>
                </a:lnTo>
                <a:lnTo>
                  <a:pt x="26518" y="58979"/>
                </a:lnTo>
                <a:lnTo>
                  <a:pt x="26060" y="61905"/>
                </a:lnTo>
                <a:lnTo>
                  <a:pt x="25878" y="64740"/>
                </a:lnTo>
                <a:lnTo>
                  <a:pt x="25878" y="116586"/>
                </a:lnTo>
                <a:lnTo>
                  <a:pt x="27889" y="133868"/>
                </a:lnTo>
                <a:lnTo>
                  <a:pt x="33650" y="150327"/>
                </a:lnTo>
                <a:lnTo>
                  <a:pt x="42885" y="165049"/>
                </a:lnTo>
                <a:lnTo>
                  <a:pt x="55138" y="177394"/>
                </a:lnTo>
                <a:lnTo>
                  <a:pt x="69952" y="186629"/>
                </a:lnTo>
                <a:lnTo>
                  <a:pt x="86319" y="192390"/>
                </a:lnTo>
                <a:lnTo>
                  <a:pt x="103602" y="194310"/>
                </a:lnTo>
                <a:lnTo>
                  <a:pt x="120884" y="192390"/>
                </a:lnTo>
                <a:lnTo>
                  <a:pt x="137343" y="186629"/>
                </a:lnTo>
                <a:lnTo>
                  <a:pt x="152065" y="177394"/>
                </a:lnTo>
                <a:lnTo>
                  <a:pt x="164409" y="165049"/>
                </a:lnTo>
                <a:lnTo>
                  <a:pt x="173645" y="150327"/>
                </a:lnTo>
                <a:lnTo>
                  <a:pt x="179405" y="133868"/>
                </a:lnTo>
                <a:lnTo>
                  <a:pt x="181326" y="116586"/>
                </a:lnTo>
                <a:lnTo>
                  <a:pt x="181326" y="64740"/>
                </a:lnTo>
                <a:lnTo>
                  <a:pt x="181234" y="61905"/>
                </a:lnTo>
                <a:lnTo>
                  <a:pt x="180685" y="58979"/>
                </a:lnTo>
                <a:lnTo>
                  <a:pt x="179862" y="56236"/>
                </a:lnTo>
                <a:lnTo>
                  <a:pt x="178765" y="53492"/>
                </a:lnTo>
                <a:lnTo>
                  <a:pt x="177394" y="51024"/>
                </a:lnTo>
                <a:lnTo>
                  <a:pt x="175748" y="48646"/>
                </a:lnTo>
                <a:lnTo>
                  <a:pt x="173736" y="46452"/>
                </a:lnTo>
                <a:lnTo>
                  <a:pt x="171633" y="44531"/>
                </a:lnTo>
                <a:lnTo>
                  <a:pt x="169255" y="42794"/>
                </a:lnTo>
                <a:lnTo>
                  <a:pt x="166695" y="41422"/>
                </a:lnTo>
                <a:lnTo>
                  <a:pt x="164043" y="40325"/>
                </a:lnTo>
                <a:lnTo>
                  <a:pt x="161209" y="39502"/>
                </a:lnTo>
                <a:lnTo>
                  <a:pt x="158374" y="39045"/>
                </a:lnTo>
                <a:lnTo>
                  <a:pt x="155448" y="38862"/>
                </a:lnTo>
                <a:lnTo>
                  <a:pt x="142464" y="38862"/>
                </a:lnTo>
                <a:moveTo>
                  <a:pt x="103602" y="194310"/>
                </a:moveTo>
                <a:lnTo>
                  <a:pt x="105613" y="211592"/>
                </a:lnTo>
                <a:lnTo>
                  <a:pt x="111374" y="228051"/>
                </a:lnTo>
                <a:lnTo>
                  <a:pt x="120609" y="242773"/>
                </a:lnTo>
                <a:lnTo>
                  <a:pt x="132862" y="255118"/>
                </a:lnTo>
                <a:lnTo>
                  <a:pt x="147676" y="264353"/>
                </a:lnTo>
                <a:lnTo>
                  <a:pt x="164043" y="270114"/>
                </a:lnTo>
                <a:lnTo>
                  <a:pt x="181326" y="272034"/>
                </a:lnTo>
                <a:lnTo>
                  <a:pt x="198608" y="270114"/>
                </a:lnTo>
                <a:lnTo>
                  <a:pt x="215067" y="264353"/>
                </a:lnTo>
                <a:lnTo>
                  <a:pt x="229789" y="255118"/>
                </a:lnTo>
                <a:lnTo>
                  <a:pt x="242133" y="242773"/>
                </a:lnTo>
                <a:lnTo>
                  <a:pt x="251369" y="228051"/>
                </a:lnTo>
                <a:lnTo>
                  <a:pt x="257129" y="211592"/>
                </a:lnTo>
                <a:lnTo>
                  <a:pt x="259050" y="194310"/>
                </a:lnTo>
                <a:lnTo>
                  <a:pt x="259050" y="155448"/>
                </a:lnTo>
                <a:moveTo>
                  <a:pt x="285018" y="129570"/>
                </a:moveTo>
                <a:lnTo>
                  <a:pt x="284378" y="135331"/>
                </a:lnTo>
                <a:lnTo>
                  <a:pt x="282458" y="140818"/>
                </a:lnTo>
                <a:lnTo>
                  <a:pt x="279349" y="145664"/>
                </a:lnTo>
                <a:lnTo>
                  <a:pt x="275234" y="149779"/>
                </a:lnTo>
                <a:lnTo>
                  <a:pt x="270297" y="152888"/>
                </a:lnTo>
                <a:lnTo>
                  <a:pt x="264810" y="154808"/>
                </a:lnTo>
                <a:lnTo>
                  <a:pt x="259050" y="155448"/>
                </a:lnTo>
                <a:lnTo>
                  <a:pt x="253289" y="154808"/>
                </a:lnTo>
                <a:lnTo>
                  <a:pt x="247802" y="152888"/>
                </a:lnTo>
                <a:lnTo>
                  <a:pt x="242956" y="149779"/>
                </a:lnTo>
                <a:lnTo>
                  <a:pt x="238841" y="145664"/>
                </a:lnTo>
                <a:lnTo>
                  <a:pt x="235732" y="140818"/>
                </a:lnTo>
                <a:lnTo>
                  <a:pt x="233812" y="135331"/>
                </a:lnTo>
                <a:lnTo>
                  <a:pt x="233172" y="129570"/>
                </a:lnTo>
                <a:lnTo>
                  <a:pt x="233812" y="123810"/>
                </a:lnTo>
                <a:lnTo>
                  <a:pt x="235732" y="118323"/>
                </a:lnTo>
                <a:lnTo>
                  <a:pt x="238841" y="113386"/>
                </a:lnTo>
                <a:lnTo>
                  <a:pt x="242956" y="109271"/>
                </a:lnTo>
                <a:lnTo>
                  <a:pt x="247802" y="106162"/>
                </a:lnTo>
                <a:lnTo>
                  <a:pt x="253289" y="104242"/>
                </a:lnTo>
                <a:lnTo>
                  <a:pt x="259050" y="103602"/>
                </a:lnTo>
                <a:lnTo>
                  <a:pt x="264810" y="104242"/>
                </a:lnTo>
                <a:lnTo>
                  <a:pt x="270297" y="106162"/>
                </a:lnTo>
                <a:lnTo>
                  <a:pt x="275234" y="109271"/>
                </a:lnTo>
                <a:lnTo>
                  <a:pt x="279349" y="113386"/>
                </a:lnTo>
                <a:lnTo>
                  <a:pt x="282458" y="118323"/>
                </a:lnTo>
                <a:lnTo>
                  <a:pt x="284378" y="123810"/>
                </a:lnTo>
                <a:lnTo>
                  <a:pt x="285018" y="129570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370332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for Windowsを入れると、Claude CodeがBashツールを使える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環境変数でFoundryを有効にする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Foundry連携を有効化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CLAUDE_CODE_USE_FOUNDRY 1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APIキー認証（Entra IDを使う場合は設定しない）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ANTHROPIC_FOUNDRY_API_KEY "&lt;api-key&gt;"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979420"/>
            <a:ext cx="2164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6870" y="38862"/>
                </a:moveTo>
                <a:lnTo>
                  <a:pt x="198333" y="38953"/>
                </a:lnTo>
                <a:lnTo>
                  <a:pt x="199796" y="39045"/>
                </a:lnTo>
                <a:lnTo>
                  <a:pt x="201168" y="39319"/>
                </a:lnTo>
                <a:lnTo>
                  <a:pt x="202631" y="39594"/>
                </a:lnTo>
                <a:lnTo>
                  <a:pt x="204003" y="39959"/>
                </a:lnTo>
                <a:lnTo>
                  <a:pt x="205374" y="40416"/>
                </a:lnTo>
                <a:lnTo>
                  <a:pt x="206746" y="40965"/>
                </a:lnTo>
                <a:lnTo>
                  <a:pt x="208026" y="41605"/>
                </a:lnTo>
                <a:lnTo>
                  <a:pt x="209306" y="42245"/>
                </a:lnTo>
                <a:lnTo>
                  <a:pt x="210586" y="42977"/>
                </a:lnTo>
                <a:lnTo>
                  <a:pt x="211775" y="43800"/>
                </a:lnTo>
                <a:lnTo>
                  <a:pt x="212872" y="44714"/>
                </a:lnTo>
                <a:lnTo>
                  <a:pt x="213970" y="45629"/>
                </a:lnTo>
                <a:lnTo>
                  <a:pt x="215067" y="46634"/>
                </a:lnTo>
                <a:lnTo>
                  <a:pt x="264262" y="95829"/>
                </a:lnTo>
                <a:lnTo>
                  <a:pt x="265267" y="96926"/>
                </a:lnTo>
                <a:lnTo>
                  <a:pt x="266182" y="98024"/>
                </a:lnTo>
                <a:lnTo>
                  <a:pt x="267096" y="99121"/>
                </a:lnTo>
                <a:lnTo>
                  <a:pt x="267919" y="100310"/>
                </a:lnTo>
                <a:lnTo>
                  <a:pt x="268651" y="101590"/>
                </a:lnTo>
                <a:lnTo>
                  <a:pt x="269291" y="102870"/>
                </a:lnTo>
                <a:lnTo>
                  <a:pt x="269931" y="104150"/>
                </a:lnTo>
                <a:lnTo>
                  <a:pt x="270480" y="105522"/>
                </a:lnTo>
                <a:lnTo>
                  <a:pt x="270937" y="106893"/>
                </a:lnTo>
                <a:lnTo>
                  <a:pt x="271302" y="108265"/>
                </a:lnTo>
                <a:lnTo>
                  <a:pt x="271577" y="109728"/>
                </a:lnTo>
                <a:lnTo>
                  <a:pt x="271851" y="111100"/>
                </a:lnTo>
                <a:lnTo>
                  <a:pt x="271943" y="112563"/>
                </a:lnTo>
                <a:lnTo>
                  <a:pt x="272034" y="114026"/>
                </a:ln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64740"/>
                </a:lnTo>
                <a:lnTo>
                  <a:pt x="39045" y="61905"/>
                </a:lnTo>
                <a:lnTo>
                  <a:pt x="39502" y="58979"/>
                </a:lnTo>
                <a:lnTo>
                  <a:pt x="40325" y="56236"/>
                </a:lnTo>
                <a:lnTo>
                  <a:pt x="41422" y="53492"/>
                </a:lnTo>
                <a:lnTo>
                  <a:pt x="42794" y="51024"/>
                </a:lnTo>
                <a:lnTo>
                  <a:pt x="44531" y="48646"/>
                </a:lnTo>
                <a:lnTo>
                  <a:pt x="46452" y="46452"/>
                </a:lnTo>
                <a:lnTo>
                  <a:pt x="48646" y="44531"/>
                </a:lnTo>
                <a:lnTo>
                  <a:pt x="51024" y="42794"/>
                </a:lnTo>
                <a:lnTo>
                  <a:pt x="53492" y="41422"/>
                </a:lnTo>
                <a:lnTo>
                  <a:pt x="56236" y="40325"/>
                </a:lnTo>
                <a:lnTo>
                  <a:pt x="58979" y="39502"/>
                </a:lnTo>
                <a:lnTo>
                  <a:pt x="61905" y="39045"/>
                </a:lnTo>
                <a:lnTo>
                  <a:pt x="64740" y="38862"/>
                </a:lnTo>
                <a:lnTo>
                  <a:pt x="196870" y="38862"/>
                </a:lnTo>
                <a:close/>
                <a:moveTo>
                  <a:pt x="220188" y="272034"/>
                </a:moveTo>
                <a:lnTo>
                  <a:pt x="220188" y="181326"/>
                </a:lnTo>
                <a:lnTo>
                  <a:pt x="220096" y="179862"/>
                </a:lnTo>
                <a:lnTo>
                  <a:pt x="219913" y="178491"/>
                </a:lnTo>
                <a:lnTo>
                  <a:pt x="219456" y="177119"/>
                </a:lnTo>
                <a:lnTo>
                  <a:pt x="218907" y="175748"/>
                </a:lnTo>
                <a:lnTo>
                  <a:pt x="218267" y="174468"/>
                </a:lnTo>
                <a:lnTo>
                  <a:pt x="217353" y="173279"/>
                </a:lnTo>
                <a:lnTo>
                  <a:pt x="216438" y="172182"/>
                </a:lnTo>
                <a:lnTo>
                  <a:pt x="215341" y="171267"/>
                </a:lnTo>
                <a:lnTo>
                  <a:pt x="214152" y="170353"/>
                </a:lnTo>
                <a:lnTo>
                  <a:pt x="212872" y="169713"/>
                </a:lnTo>
                <a:lnTo>
                  <a:pt x="211501" y="169164"/>
                </a:lnTo>
                <a:lnTo>
                  <a:pt x="210129" y="168707"/>
                </a:lnTo>
                <a:lnTo>
                  <a:pt x="208758" y="168524"/>
                </a:lnTo>
                <a:lnTo>
                  <a:pt x="207294" y="168432"/>
                </a:lnTo>
                <a:lnTo>
                  <a:pt x="103602" y="168432"/>
                </a:lnTo>
                <a:lnTo>
                  <a:pt x="102138" y="168524"/>
                </a:lnTo>
                <a:lnTo>
                  <a:pt x="100767" y="168707"/>
                </a:lnTo>
                <a:lnTo>
                  <a:pt x="99395" y="169164"/>
                </a:lnTo>
                <a:lnTo>
                  <a:pt x="98024" y="169713"/>
                </a:lnTo>
                <a:lnTo>
                  <a:pt x="96744" y="170353"/>
                </a:lnTo>
                <a:lnTo>
                  <a:pt x="95555" y="171267"/>
                </a:lnTo>
                <a:lnTo>
                  <a:pt x="94458" y="172182"/>
                </a:lnTo>
                <a:lnTo>
                  <a:pt x="93543" y="173279"/>
                </a:lnTo>
                <a:lnTo>
                  <a:pt x="92629" y="174468"/>
                </a:lnTo>
                <a:lnTo>
                  <a:pt x="91989" y="175748"/>
                </a:lnTo>
                <a:lnTo>
                  <a:pt x="91440" y="177119"/>
                </a:lnTo>
                <a:lnTo>
                  <a:pt x="90983" y="178491"/>
                </a:lnTo>
                <a:lnTo>
                  <a:pt x="90800" y="179862"/>
                </a:lnTo>
                <a:lnTo>
                  <a:pt x="90708" y="181326"/>
                </a:lnTo>
                <a:lnTo>
                  <a:pt x="90708" y="272034"/>
                </a:lnTo>
                <a:moveTo>
                  <a:pt x="90708" y="38862"/>
                </a:moveTo>
                <a:lnTo>
                  <a:pt x="90708" y="90708"/>
                </a:lnTo>
                <a:lnTo>
                  <a:pt x="90800" y="92172"/>
                </a:lnTo>
                <a:lnTo>
                  <a:pt x="90983" y="93543"/>
                </a:lnTo>
                <a:lnTo>
                  <a:pt x="91440" y="94915"/>
                </a:lnTo>
                <a:lnTo>
                  <a:pt x="91989" y="96286"/>
                </a:lnTo>
                <a:lnTo>
                  <a:pt x="92629" y="97566"/>
                </a:lnTo>
                <a:lnTo>
                  <a:pt x="93543" y="98755"/>
                </a:lnTo>
                <a:lnTo>
                  <a:pt x="94458" y="99852"/>
                </a:lnTo>
                <a:lnTo>
                  <a:pt x="95555" y="100767"/>
                </a:lnTo>
                <a:lnTo>
                  <a:pt x="96744" y="101681"/>
                </a:lnTo>
                <a:lnTo>
                  <a:pt x="98024" y="102321"/>
                </a:lnTo>
                <a:lnTo>
                  <a:pt x="99395" y="102870"/>
                </a:lnTo>
                <a:lnTo>
                  <a:pt x="100767" y="103327"/>
                </a:lnTo>
                <a:lnTo>
                  <a:pt x="102138" y="103510"/>
                </a:lnTo>
                <a:lnTo>
                  <a:pt x="103602" y="103602"/>
                </a:lnTo>
                <a:lnTo>
                  <a:pt x="194310" y="10360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979420"/>
            <a:ext cx="1542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setxで保存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95600" y="32354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24200" y="2979420"/>
            <a:ext cx="34259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216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4552" y="2979420"/>
            <a:ext cx="280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新しいターミナルで起動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95872" y="32354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24472" y="2979420"/>
            <a:ext cx="186232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2488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4824" y="2979420"/>
            <a:ext cx="1240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5372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Foundryには設定ウィザードがなく、環境変数だけで設定する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92125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リソース名の代わりに ANTHROPIC_FOUNDRY_BASE_URL でURL全体も指定できる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モデルはデプロイ名で固定する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1110996"/>
          </a:xfrm>
          <a:prstGeom prst="roundRect">
            <a:avLst>
              <a:gd name="adj" fmla="val 493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ANTHROPIC_DEFAULT_OPUS_MODEL "&lt;opus-deployment&gt;"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ANTHROPIC_DEFAULT_SONNET_MODEL "&lt;sonnet-deployment&gt;"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ANTHROPIC_DEFAULT_HAIKU_MODEL "&lt;haiku-deployment&gt;"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643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Codeの別名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4643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Foundryのデプロイ名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793492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79349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96312" y="2994660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793492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279349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&lt;opus-deployment&gt;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287268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2872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sonnet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96312" y="3488436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63240" y="3287268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328726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&lt;sonnet-deployment&gt;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81044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8104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haiku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96312" y="3982212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63240" y="378104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781044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&lt;haiku-deployment&gt;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78104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タイトル生成などの補助処理に使う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293108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未設定だと別名のまま呼ばれ、未デプロイなら失敗する（起動時には確認されない）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IDならキー配布が不要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8001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4008" cy="91440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234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キーを配る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40280" y="1417320"/>
            <a:ext cx="192633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8296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417320"/>
            <a:ext cx="1304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12336" y="169164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6656" y="1417320"/>
            <a:ext cx="22235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4672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7008" y="1417320"/>
            <a:ext cx="1601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環境変数のキー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55892" y="169164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0212" y="1417320"/>
            <a:ext cx="151942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8228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0564" y="1417320"/>
            <a:ext cx="897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2313432"/>
            <a:ext cx="8001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313432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313432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キー不要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2240280" y="2496312"/>
            <a:ext cx="192633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8296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496312"/>
            <a:ext cx="1304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2336" y="2770632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86656" y="2496312"/>
            <a:ext cx="22235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4672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7008" y="2496312"/>
            <a:ext cx="1601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既定の資格情報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55892" y="2770632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30212" y="2496312"/>
            <a:ext cx="151942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8228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0564" y="2496312"/>
            <a:ext cx="897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33924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設定手順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4884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login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2816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816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3964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キー変数を削除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0748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748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896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ロールを付与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" y="3922776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ロールは Azure AI User などを付与する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4270248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トークンの直接指定: ANTHROPIC_FOUNDRY_AUTH_TOKEN（v2.1.203以降）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Codeは認証と名前を確認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8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1508" y="1133856"/>
            <a:ext cx="5765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4592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ターミナル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2194" y="214884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6644" y="1801368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1508" y="1463040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1508" y="1463040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4388" y="1463040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設定が反映されない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の後に新しいターミナルを開いたか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267712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4505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67712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認証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2194" y="2953512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6644" y="260604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1508" y="2267712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1508" y="2267712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4388" y="2267712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ChainedTokenCredential authentication failed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login でEntra IDを構成するか、APIキーを設定する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72384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2552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072384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52194" y="375818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6644" y="341071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1508" y="3072384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1508" y="3072384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3072384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接続エラーが続く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ANTHROPIC_FOUNDRY_RESOURCE のリソース名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877056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0599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66238" y="28255"/>
                </a:moveTo>
                <a:lnTo>
                  <a:pt x="164775" y="27615"/>
                </a:lnTo>
                <a:lnTo>
                  <a:pt x="163220" y="27066"/>
                </a:lnTo>
                <a:lnTo>
                  <a:pt x="161757" y="26700"/>
                </a:lnTo>
                <a:lnTo>
                  <a:pt x="160203" y="26335"/>
                </a:lnTo>
                <a:lnTo>
                  <a:pt x="158648" y="26060"/>
                </a:lnTo>
                <a:lnTo>
                  <a:pt x="157002" y="25969"/>
                </a:lnTo>
                <a:lnTo>
                  <a:pt x="155448" y="25878"/>
                </a:lnTo>
                <a:lnTo>
                  <a:pt x="153894" y="25969"/>
                </a:lnTo>
                <a:lnTo>
                  <a:pt x="152248" y="26060"/>
                </a:lnTo>
                <a:lnTo>
                  <a:pt x="150693" y="26335"/>
                </a:lnTo>
                <a:lnTo>
                  <a:pt x="149139" y="26700"/>
                </a:lnTo>
                <a:lnTo>
                  <a:pt x="147676" y="27066"/>
                </a:lnTo>
                <a:lnTo>
                  <a:pt x="146121" y="27615"/>
                </a:lnTo>
                <a:lnTo>
                  <a:pt x="144658" y="28255"/>
                </a:lnTo>
                <a:lnTo>
                  <a:pt x="33650" y="78730"/>
                </a:lnTo>
                <a:lnTo>
                  <a:pt x="31821" y="79736"/>
                </a:lnTo>
                <a:lnTo>
                  <a:pt x="30084" y="81107"/>
                </a:lnTo>
                <a:lnTo>
                  <a:pt x="28712" y="82662"/>
                </a:lnTo>
                <a:lnTo>
                  <a:pt x="27523" y="84491"/>
                </a:lnTo>
                <a:lnTo>
                  <a:pt x="26609" y="86411"/>
                </a:lnTo>
                <a:lnTo>
                  <a:pt x="26152" y="88514"/>
                </a:lnTo>
                <a:lnTo>
                  <a:pt x="25969" y="90617"/>
                </a:lnTo>
                <a:lnTo>
                  <a:pt x="26152" y="92720"/>
                </a:lnTo>
                <a:lnTo>
                  <a:pt x="26609" y="94823"/>
                </a:lnTo>
                <a:lnTo>
                  <a:pt x="27523" y="96744"/>
                </a:lnTo>
                <a:lnTo>
                  <a:pt x="28712" y="98572"/>
                </a:lnTo>
                <a:lnTo>
                  <a:pt x="30084" y="100127"/>
                </a:lnTo>
                <a:lnTo>
                  <a:pt x="31821" y="101407"/>
                </a:lnTo>
                <a:lnTo>
                  <a:pt x="33650" y="102504"/>
                </a:lnTo>
                <a:lnTo>
                  <a:pt x="144841" y="153162"/>
                </a:lnTo>
                <a:lnTo>
                  <a:pt x="146304" y="153711"/>
                </a:lnTo>
                <a:lnTo>
                  <a:pt x="147767" y="154259"/>
                </a:lnTo>
                <a:lnTo>
                  <a:pt x="149322" y="154716"/>
                </a:lnTo>
                <a:lnTo>
                  <a:pt x="150876" y="154991"/>
                </a:lnTo>
                <a:lnTo>
                  <a:pt x="152430" y="155265"/>
                </a:lnTo>
                <a:lnTo>
                  <a:pt x="153985" y="155448"/>
                </a:lnTo>
                <a:lnTo>
                  <a:pt x="155539" y="155448"/>
                </a:lnTo>
                <a:lnTo>
                  <a:pt x="157185" y="155448"/>
                </a:lnTo>
                <a:lnTo>
                  <a:pt x="158740" y="155265"/>
                </a:lnTo>
                <a:lnTo>
                  <a:pt x="160294" y="154991"/>
                </a:lnTo>
                <a:lnTo>
                  <a:pt x="161849" y="154716"/>
                </a:lnTo>
                <a:lnTo>
                  <a:pt x="163403" y="154259"/>
                </a:lnTo>
                <a:lnTo>
                  <a:pt x="164866" y="153711"/>
                </a:lnTo>
                <a:lnTo>
                  <a:pt x="166329" y="153162"/>
                </a:lnTo>
                <a:lnTo>
                  <a:pt x="277520" y="102596"/>
                </a:lnTo>
                <a:lnTo>
                  <a:pt x="279349" y="101590"/>
                </a:lnTo>
                <a:lnTo>
                  <a:pt x="280995" y="100218"/>
                </a:lnTo>
                <a:lnTo>
                  <a:pt x="282458" y="98664"/>
                </a:lnTo>
                <a:lnTo>
                  <a:pt x="283647" y="96926"/>
                </a:lnTo>
                <a:lnTo>
                  <a:pt x="284470" y="94915"/>
                </a:lnTo>
                <a:lnTo>
                  <a:pt x="285018" y="92903"/>
                </a:lnTo>
                <a:lnTo>
                  <a:pt x="285201" y="90708"/>
                </a:lnTo>
                <a:lnTo>
                  <a:pt x="285018" y="88605"/>
                </a:lnTo>
                <a:lnTo>
                  <a:pt x="284470" y="86502"/>
                </a:lnTo>
                <a:lnTo>
                  <a:pt x="283647" y="84582"/>
                </a:lnTo>
                <a:lnTo>
                  <a:pt x="282458" y="82753"/>
                </a:lnTo>
                <a:lnTo>
                  <a:pt x="280995" y="81199"/>
                </a:lnTo>
                <a:lnTo>
                  <a:pt x="279349" y="79919"/>
                </a:lnTo>
                <a:lnTo>
                  <a:pt x="277520" y="78913"/>
                </a:lnTo>
                <a:lnTo>
                  <a:pt x="166238" y="28255"/>
                </a:lnTo>
                <a:close/>
                <a:moveTo>
                  <a:pt x="25878" y="155448"/>
                </a:moveTo>
                <a:lnTo>
                  <a:pt x="25969" y="156545"/>
                </a:lnTo>
                <a:lnTo>
                  <a:pt x="26060" y="157551"/>
                </a:lnTo>
                <a:lnTo>
                  <a:pt x="26243" y="158557"/>
                </a:lnTo>
                <a:lnTo>
                  <a:pt x="26609" y="159563"/>
                </a:lnTo>
                <a:lnTo>
                  <a:pt x="26975" y="160569"/>
                </a:lnTo>
                <a:lnTo>
                  <a:pt x="27432" y="161574"/>
                </a:lnTo>
                <a:lnTo>
                  <a:pt x="27981" y="162397"/>
                </a:lnTo>
                <a:lnTo>
                  <a:pt x="28529" y="163312"/>
                </a:lnTo>
                <a:lnTo>
                  <a:pt x="29169" y="164135"/>
                </a:lnTo>
                <a:lnTo>
                  <a:pt x="29901" y="164866"/>
                </a:lnTo>
                <a:lnTo>
                  <a:pt x="30724" y="165598"/>
                </a:lnTo>
                <a:lnTo>
                  <a:pt x="31547" y="166238"/>
                </a:lnTo>
                <a:lnTo>
                  <a:pt x="32461" y="166787"/>
                </a:lnTo>
                <a:lnTo>
                  <a:pt x="33467" y="167244"/>
                </a:lnTo>
                <a:lnTo>
                  <a:pt x="144841" y="217902"/>
                </a:lnTo>
                <a:lnTo>
                  <a:pt x="146304" y="218450"/>
                </a:lnTo>
                <a:lnTo>
                  <a:pt x="147767" y="218999"/>
                </a:lnTo>
                <a:lnTo>
                  <a:pt x="149322" y="219456"/>
                </a:lnTo>
                <a:lnTo>
                  <a:pt x="150785" y="219730"/>
                </a:lnTo>
                <a:lnTo>
                  <a:pt x="152339" y="220005"/>
                </a:lnTo>
                <a:lnTo>
                  <a:pt x="153985" y="220188"/>
                </a:lnTo>
                <a:lnTo>
                  <a:pt x="155539" y="220188"/>
                </a:lnTo>
                <a:lnTo>
                  <a:pt x="157094" y="220188"/>
                </a:lnTo>
                <a:lnTo>
                  <a:pt x="158648" y="220005"/>
                </a:lnTo>
                <a:lnTo>
                  <a:pt x="160203" y="219730"/>
                </a:lnTo>
                <a:lnTo>
                  <a:pt x="161757" y="219456"/>
                </a:lnTo>
                <a:lnTo>
                  <a:pt x="163220" y="218999"/>
                </a:lnTo>
                <a:lnTo>
                  <a:pt x="164775" y="218450"/>
                </a:lnTo>
                <a:lnTo>
                  <a:pt x="166238" y="217902"/>
                </a:lnTo>
                <a:lnTo>
                  <a:pt x="277338" y="167335"/>
                </a:lnTo>
                <a:lnTo>
                  <a:pt x="278343" y="166878"/>
                </a:lnTo>
                <a:lnTo>
                  <a:pt x="279258" y="166329"/>
                </a:lnTo>
                <a:lnTo>
                  <a:pt x="280081" y="165689"/>
                </a:lnTo>
                <a:lnTo>
                  <a:pt x="280904" y="165049"/>
                </a:lnTo>
                <a:lnTo>
                  <a:pt x="281635" y="164226"/>
                </a:lnTo>
                <a:lnTo>
                  <a:pt x="282367" y="163403"/>
                </a:lnTo>
                <a:lnTo>
                  <a:pt x="282915" y="162580"/>
                </a:lnTo>
                <a:lnTo>
                  <a:pt x="283464" y="161574"/>
                </a:lnTo>
                <a:lnTo>
                  <a:pt x="283921" y="160660"/>
                </a:lnTo>
                <a:lnTo>
                  <a:pt x="284287" y="159654"/>
                </a:lnTo>
                <a:lnTo>
                  <a:pt x="284653" y="158648"/>
                </a:lnTo>
                <a:lnTo>
                  <a:pt x="284836" y="157551"/>
                </a:lnTo>
                <a:lnTo>
                  <a:pt x="284927" y="156545"/>
                </a:lnTo>
                <a:lnTo>
                  <a:pt x="285018" y="155448"/>
                </a:lnTo>
                <a:moveTo>
                  <a:pt x="25878" y="220188"/>
                </a:moveTo>
                <a:lnTo>
                  <a:pt x="25969" y="221285"/>
                </a:lnTo>
                <a:lnTo>
                  <a:pt x="26060" y="222291"/>
                </a:lnTo>
                <a:lnTo>
                  <a:pt x="26243" y="223388"/>
                </a:lnTo>
                <a:lnTo>
                  <a:pt x="26609" y="224394"/>
                </a:lnTo>
                <a:lnTo>
                  <a:pt x="26975" y="225308"/>
                </a:lnTo>
                <a:lnTo>
                  <a:pt x="27432" y="226314"/>
                </a:lnTo>
                <a:lnTo>
                  <a:pt x="27981" y="227228"/>
                </a:lnTo>
                <a:lnTo>
                  <a:pt x="28529" y="228051"/>
                </a:lnTo>
                <a:lnTo>
                  <a:pt x="29169" y="228874"/>
                </a:lnTo>
                <a:lnTo>
                  <a:pt x="29901" y="229606"/>
                </a:lnTo>
                <a:lnTo>
                  <a:pt x="30724" y="230337"/>
                </a:lnTo>
                <a:lnTo>
                  <a:pt x="31547" y="230977"/>
                </a:lnTo>
                <a:lnTo>
                  <a:pt x="32461" y="231526"/>
                </a:lnTo>
                <a:lnTo>
                  <a:pt x="33467" y="231983"/>
                </a:lnTo>
                <a:lnTo>
                  <a:pt x="144841" y="282641"/>
                </a:lnTo>
                <a:lnTo>
                  <a:pt x="146304" y="283281"/>
                </a:lnTo>
                <a:lnTo>
                  <a:pt x="147767" y="283738"/>
                </a:lnTo>
                <a:lnTo>
                  <a:pt x="149322" y="284196"/>
                </a:lnTo>
                <a:lnTo>
                  <a:pt x="150785" y="284561"/>
                </a:lnTo>
                <a:lnTo>
                  <a:pt x="152339" y="284744"/>
                </a:lnTo>
                <a:lnTo>
                  <a:pt x="153985" y="284927"/>
                </a:lnTo>
                <a:lnTo>
                  <a:pt x="155539" y="284927"/>
                </a:lnTo>
                <a:lnTo>
                  <a:pt x="157094" y="284927"/>
                </a:lnTo>
                <a:lnTo>
                  <a:pt x="158648" y="284744"/>
                </a:lnTo>
                <a:lnTo>
                  <a:pt x="160203" y="284561"/>
                </a:lnTo>
                <a:lnTo>
                  <a:pt x="161757" y="284196"/>
                </a:lnTo>
                <a:lnTo>
                  <a:pt x="163220" y="283738"/>
                </a:lnTo>
                <a:lnTo>
                  <a:pt x="164775" y="283281"/>
                </a:lnTo>
                <a:lnTo>
                  <a:pt x="166238" y="282641"/>
                </a:lnTo>
                <a:lnTo>
                  <a:pt x="277338" y="232166"/>
                </a:lnTo>
                <a:lnTo>
                  <a:pt x="278343" y="231618"/>
                </a:lnTo>
                <a:lnTo>
                  <a:pt x="279258" y="231069"/>
                </a:lnTo>
                <a:lnTo>
                  <a:pt x="280081" y="230429"/>
                </a:lnTo>
                <a:lnTo>
                  <a:pt x="280904" y="229789"/>
                </a:lnTo>
                <a:lnTo>
                  <a:pt x="281635" y="228966"/>
                </a:lnTo>
                <a:lnTo>
                  <a:pt x="282367" y="228234"/>
                </a:lnTo>
                <a:lnTo>
                  <a:pt x="282915" y="227320"/>
                </a:lnTo>
                <a:lnTo>
                  <a:pt x="283464" y="226405"/>
                </a:lnTo>
                <a:lnTo>
                  <a:pt x="283921" y="225400"/>
                </a:lnTo>
                <a:lnTo>
                  <a:pt x="284287" y="224394"/>
                </a:lnTo>
                <a:lnTo>
                  <a:pt x="284653" y="223388"/>
                </a:lnTo>
                <a:lnTo>
                  <a:pt x="284836" y="222382"/>
                </a:lnTo>
                <a:lnTo>
                  <a:pt x="284927" y="221285"/>
                </a:lnTo>
                <a:lnTo>
                  <a:pt x="285018" y="22018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877056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66644" y="42153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21508" y="3877056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1508" y="3877056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877056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モデル呼び出しが失敗する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デプロイ名と ANTHROPIC_DEFAULT_*_MODEL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p.20–25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モデルを選ぶ → スクリプト → 環境変数 → CLIから実行 → うまくいかないとき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8001000" cy="1280160"/>
          </a:xfrm>
          <a:prstGeom prst="roundRect">
            <a:avLst>
              <a:gd name="adj" fmla="val 4286"/>
            </a:avLst>
          </a:prstGeom>
          <a:solidFill>
            <a:srgbClr val="12182B"/>
          </a:solidFill>
          <a:ln w="15875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7296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このPartで設定するもの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scripts\gen-image.ps1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63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AZURE_IMAGE_RESOURCE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AZURE_IMAGE_DEPLOYMENT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63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AZURE_IMAGE_API_KEY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用途でflareとsunburstを選ぶ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07008"/>
            <a:ext cx="3863340" cy="20574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07008"/>
            <a:ext cx="38633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6304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83850" y="293340"/>
                </a:moveTo>
                <a:lnTo>
                  <a:pt x="80467" y="293065"/>
                </a:lnTo>
                <a:lnTo>
                  <a:pt x="77175" y="292334"/>
                </a:lnTo>
                <a:lnTo>
                  <a:pt x="74066" y="290962"/>
                </a:lnTo>
                <a:lnTo>
                  <a:pt x="71232" y="289225"/>
                </a:lnTo>
                <a:lnTo>
                  <a:pt x="68671" y="286939"/>
                </a:lnTo>
                <a:lnTo>
                  <a:pt x="66568" y="284378"/>
                </a:lnTo>
                <a:lnTo>
                  <a:pt x="64831" y="281452"/>
                </a:lnTo>
                <a:lnTo>
                  <a:pt x="63642" y="278343"/>
                </a:lnTo>
                <a:lnTo>
                  <a:pt x="62911" y="275052"/>
                </a:lnTo>
                <a:lnTo>
                  <a:pt x="62819" y="271668"/>
                </a:lnTo>
                <a:lnTo>
                  <a:pt x="63185" y="268285"/>
                </a:lnTo>
                <a:lnTo>
                  <a:pt x="64099" y="265085"/>
                </a:lnTo>
                <a:lnTo>
                  <a:pt x="65562" y="261976"/>
                </a:lnTo>
                <a:lnTo>
                  <a:pt x="67483" y="259232"/>
                </a:lnTo>
                <a:lnTo>
                  <a:pt x="274960" y="45446"/>
                </a:lnTo>
                <a:lnTo>
                  <a:pt x="276423" y="44074"/>
                </a:lnTo>
                <a:lnTo>
                  <a:pt x="278069" y="42977"/>
                </a:lnTo>
                <a:lnTo>
                  <a:pt x="279989" y="42245"/>
                </a:lnTo>
                <a:lnTo>
                  <a:pt x="281910" y="41880"/>
                </a:lnTo>
                <a:lnTo>
                  <a:pt x="283921" y="41880"/>
                </a:lnTo>
                <a:lnTo>
                  <a:pt x="285933" y="42337"/>
                </a:lnTo>
                <a:lnTo>
                  <a:pt x="287762" y="43068"/>
                </a:lnTo>
                <a:lnTo>
                  <a:pt x="289499" y="44166"/>
                </a:lnTo>
                <a:lnTo>
                  <a:pt x="290871" y="45629"/>
                </a:lnTo>
                <a:lnTo>
                  <a:pt x="292059" y="47274"/>
                </a:lnTo>
                <a:lnTo>
                  <a:pt x="292791" y="49103"/>
                </a:lnTo>
                <a:lnTo>
                  <a:pt x="293248" y="51115"/>
                </a:lnTo>
                <a:lnTo>
                  <a:pt x="293340" y="53127"/>
                </a:lnTo>
                <a:lnTo>
                  <a:pt x="292974" y="55138"/>
                </a:lnTo>
                <a:lnTo>
                  <a:pt x="252740" y="181234"/>
                </a:lnTo>
                <a:lnTo>
                  <a:pt x="251917" y="184069"/>
                </a:lnTo>
                <a:lnTo>
                  <a:pt x="251460" y="186903"/>
                </a:lnTo>
                <a:lnTo>
                  <a:pt x="251460" y="189738"/>
                </a:lnTo>
                <a:lnTo>
                  <a:pt x="251826" y="192664"/>
                </a:lnTo>
                <a:lnTo>
                  <a:pt x="252557" y="195407"/>
                </a:lnTo>
                <a:lnTo>
                  <a:pt x="253655" y="198059"/>
                </a:lnTo>
                <a:lnTo>
                  <a:pt x="255118" y="200528"/>
                </a:lnTo>
                <a:lnTo>
                  <a:pt x="256946" y="202814"/>
                </a:lnTo>
                <a:lnTo>
                  <a:pt x="259050" y="204826"/>
                </a:lnTo>
                <a:lnTo>
                  <a:pt x="261427" y="206472"/>
                </a:lnTo>
                <a:lnTo>
                  <a:pt x="263987" y="207843"/>
                </a:lnTo>
                <a:lnTo>
                  <a:pt x="266730" y="208758"/>
                </a:lnTo>
                <a:lnTo>
                  <a:pt x="269565" y="209398"/>
                </a:lnTo>
                <a:lnTo>
                  <a:pt x="272400" y="209580"/>
                </a:lnTo>
                <a:lnTo>
                  <a:pt x="419070" y="209580"/>
                </a:lnTo>
                <a:lnTo>
                  <a:pt x="422453" y="209855"/>
                </a:lnTo>
                <a:lnTo>
                  <a:pt x="425745" y="210586"/>
                </a:lnTo>
                <a:lnTo>
                  <a:pt x="428854" y="211958"/>
                </a:lnTo>
                <a:lnTo>
                  <a:pt x="431688" y="213695"/>
                </a:lnTo>
                <a:lnTo>
                  <a:pt x="434249" y="215981"/>
                </a:lnTo>
                <a:lnTo>
                  <a:pt x="436352" y="218542"/>
                </a:lnTo>
                <a:lnTo>
                  <a:pt x="438089" y="221468"/>
                </a:lnTo>
                <a:lnTo>
                  <a:pt x="439278" y="224577"/>
                </a:lnTo>
                <a:lnTo>
                  <a:pt x="440009" y="227868"/>
                </a:lnTo>
                <a:lnTo>
                  <a:pt x="440101" y="231252"/>
                </a:lnTo>
                <a:lnTo>
                  <a:pt x="439735" y="234635"/>
                </a:lnTo>
                <a:lnTo>
                  <a:pt x="438821" y="237835"/>
                </a:lnTo>
                <a:lnTo>
                  <a:pt x="437358" y="240944"/>
                </a:lnTo>
                <a:lnTo>
                  <a:pt x="435437" y="243688"/>
                </a:lnTo>
                <a:lnTo>
                  <a:pt x="227960" y="457474"/>
                </a:lnTo>
                <a:lnTo>
                  <a:pt x="226497" y="458846"/>
                </a:lnTo>
                <a:lnTo>
                  <a:pt x="224851" y="459943"/>
                </a:lnTo>
                <a:lnTo>
                  <a:pt x="222931" y="460675"/>
                </a:lnTo>
                <a:lnTo>
                  <a:pt x="221010" y="461040"/>
                </a:lnTo>
                <a:lnTo>
                  <a:pt x="218999" y="461040"/>
                </a:lnTo>
                <a:lnTo>
                  <a:pt x="216987" y="460583"/>
                </a:lnTo>
                <a:lnTo>
                  <a:pt x="215158" y="459852"/>
                </a:lnTo>
                <a:lnTo>
                  <a:pt x="213421" y="458754"/>
                </a:lnTo>
                <a:lnTo>
                  <a:pt x="212049" y="457291"/>
                </a:lnTo>
                <a:lnTo>
                  <a:pt x="210861" y="455646"/>
                </a:lnTo>
                <a:lnTo>
                  <a:pt x="210129" y="453817"/>
                </a:lnTo>
                <a:lnTo>
                  <a:pt x="209672" y="451805"/>
                </a:lnTo>
                <a:lnTo>
                  <a:pt x="209580" y="449793"/>
                </a:lnTo>
                <a:lnTo>
                  <a:pt x="209946" y="447782"/>
                </a:lnTo>
                <a:lnTo>
                  <a:pt x="250180" y="321686"/>
                </a:lnTo>
                <a:lnTo>
                  <a:pt x="251003" y="318851"/>
                </a:lnTo>
                <a:lnTo>
                  <a:pt x="251460" y="316017"/>
                </a:lnTo>
                <a:lnTo>
                  <a:pt x="251460" y="313182"/>
                </a:lnTo>
                <a:lnTo>
                  <a:pt x="251094" y="310256"/>
                </a:lnTo>
                <a:lnTo>
                  <a:pt x="250363" y="307513"/>
                </a:lnTo>
                <a:lnTo>
                  <a:pt x="249265" y="304861"/>
                </a:lnTo>
                <a:lnTo>
                  <a:pt x="247802" y="302392"/>
                </a:lnTo>
                <a:lnTo>
                  <a:pt x="245974" y="300106"/>
                </a:lnTo>
                <a:lnTo>
                  <a:pt x="243870" y="298094"/>
                </a:lnTo>
                <a:lnTo>
                  <a:pt x="241493" y="296448"/>
                </a:lnTo>
                <a:lnTo>
                  <a:pt x="238933" y="295077"/>
                </a:lnTo>
                <a:lnTo>
                  <a:pt x="236190" y="294162"/>
                </a:lnTo>
                <a:lnTo>
                  <a:pt x="233355" y="293522"/>
                </a:lnTo>
                <a:lnTo>
                  <a:pt x="230520" y="293340"/>
                </a:lnTo>
                <a:lnTo>
                  <a:pt x="83850" y="293340"/>
                </a:lnTo>
                <a:close/>
              </a:path>
            </a:pathLst>
          </a:custGeom>
          <a:noFill/>
          <a:ln w="4191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408176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792224"/>
            <a:ext cx="2857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gpt-image-2.5-flare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58568"/>
            <a:ext cx="3451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高品質な画像を最も速く作る。日常の生成に向く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23460" y="1207008"/>
            <a:ext cx="3863340" cy="20574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3460" y="1207008"/>
            <a:ext cx="38633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2060" y="146304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30886" y="58979"/>
                </a:moveTo>
                <a:lnTo>
                  <a:pt x="231983" y="54955"/>
                </a:lnTo>
                <a:lnTo>
                  <a:pt x="233904" y="51298"/>
                </a:lnTo>
                <a:lnTo>
                  <a:pt x="236555" y="48097"/>
                </a:lnTo>
                <a:lnTo>
                  <a:pt x="239756" y="45446"/>
                </a:lnTo>
                <a:lnTo>
                  <a:pt x="243413" y="43525"/>
                </a:lnTo>
                <a:lnTo>
                  <a:pt x="247345" y="42245"/>
                </a:lnTo>
                <a:lnTo>
                  <a:pt x="251460" y="41880"/>
                </a:lnTo>
                <a:lnTo>
                  <a:pt x="255575" y="42245"/>
                </a:lnTo>
                <a:lnTo>
                  <a:pt x="259507" y="43525"/>
                </a:lnTo>
                <a:lnTo>
                  <a:pt x="263164" y="45446"/>
                </a:lnTo>
                <a:lnTo>
                  <a:pt x="266365" y="48097"/>
                </a:lnTo>
                <a:lnTo>
                  <a:pt x="269016" y="51298"/>
                </a:lnTo>
                <a:lnTo>
                  <a:pt x="270937" y="54955"/>
                </a:lnTo>
                <a:lnTo>
                  <a:pt x="272034" y="58979"/>
                </a:lnTo>
                <a:lnTo>
                  <a:pt x="294071" y="175473"/>
                </a:lnTo>
                <a:lnTo>
                  <a:pt x="294894" y="178948"/>
                </a:lnTo>
                <a:lnTo>
                  <a:pt x="295991" y="182331"/>
                </a:lnTo>
                <a:lnTo>
                  <a:pt x="297363" y="185623"/>
                </a:lnTo>
                <a:lnTo>
                  <a:pt x="299100" y="188824"/>
                </a:lnTo>
                <a:lnTo>
                  <a:pt x="301020" y="191841"/>
                </a:lnTo>
                <a:lnTo>
                  <a:pt x="303215" y="194676"/>
                </a:lnTo>
                <a:lnTo>
                  <a:pt x="305592" y="197328"/>
                </a:lnTo>
                <a:lnTo>
                  <a:pt x="308244" y="199705"/>
                </a:lnTo>
                <a:lnTo>
                  <a:pt x="311079" y="201900"/>
                </a:lnTo>
                <a:lnTo>
                  <a:pt x="314096" y="203820"/>
                </a:lnTo>
                <a:lnTo>
                  <a:pt x="317297" y="205557"/>
                </a:lnTo>
                <a:lnTo>
                  <a:pt x="320589" y="206929"/>
                </a:lnTo>
                <a:lnTo>
                  <a:pt x="323972" y="208026"/>
                </a:lnTo>
                <a:lnTo>
                  <a:pt x="327447" y="208849"/>
                </a:lnTo>
                <a:lnTo>
                  <a:pt x="443941" y="230886"/>
                </a:lnTo>
                <a:lnTo>
                  <a:pt x="447965" y="231983"/>
                </a:lnTo>
                <a:lnTo>
                  <a:pt x="451622" y="233904"/>
                </a:lnTo>
                <a:lnTo>
                  <a:pt x="454823" y="236555"/>
                </a:lnTo>
                <a:lnTo>
                  <a:pt x="457474" y="239756"/>
                </a:lnTo>
                <a:lnTo>
                  <a:pt x="459395" y="243413"/>
                </a:lnTo>
                <a:lnTo>
                  <a:pt x="460675" y="247345"/>
                </a:lnTo>
                <a:lnTo>
                  <a:pt x="461040" y="251460"/>
                </a:lnTo>
                <a:lnTo>
                  <a:pt x="460675" y="255575"/>
                </a:lnTo>
                <a:lnTo>
                  <a:pt x="459395" y="259507"/>
                </a:lnTo>
                <a:lnTo>
                  <a:pt x="457474" y="263164"/>
                </a:lnTo>
                <a:lnTo>
                  <a:pt x="454823" y="266365"/>
                </a:lnTo>
                <a:lnTo>
                  <a:pt x="451622" y="269016"/>
                </a:lnTo>
                <a:lnTo>
                  <a:pt x="447965" y="270937"/>
                </a:lnTo>
                <a:lnTo>
                  <a:pt x="443941" y="272034"/>
                </a:lnTo>
                <a:lnTo>
                  <a:pt x="327447" y="294071"/>
                </a:lnTo>
                <a:lnTo>
                  <a:pt x="323972" y="294894"/>
                </a:lnTo>
                <a:lnTo>
                  <a:pt x="320589" y="295991"/>
                </a:lnTo>
                <a:lnTo>
                  <a:pt x="317297" y="297363"/>
                </a:lnTo>
                <a:lnTo>
                  <a:pt x="314096" y="299100"/>
                </a:lnTo>
                <a:lnTo>
                  <a:pt x="311079" y="301020"/>
                </a:lnTo>
                <a:lnTo>
                  <a:pt x="308244" y="303215"/>
                </a:lnTo>
                <a:lnTo>
                  <a:pt x="305592" y="305592"/>
                </a:lnTo>
                <a:lnTo>
                  <a:pt x="303215" y="308244"/>
                </a:lnTo>
                <a:lnTo>
                  <a:pt x="301020" y="311079"/>
                </a:lnTo>
                <a:lnTo>
                  <a:pt x="299100" y="314096"/>
                </a:lnTo>
                <a:lnTo>
                  <a:pt x="297363" y="317297"/>
                </a:lnTo>
                <a:lnTo>
                  <a:pt x="295991" y="320589"/>
                </a:lnTo>
                <a:lnTo>
                  <a:pt x="294894" y="323972"/>
                </a:lnTo>
                <a:lnTo>
                  <a:pt x="294071" y="327447"/>
                </a:lnTo>
                <a:lnTo>
                  <a:pt x="272034" y="443941"/>
                </a:lnTo>
                <a:lnTo>
                  <a:pt x="270937" y="447965"/>
                </a:lnTo>
                <a:lnTo>
                  <a:pt x="269016" y="451622"/>
                </a:lnTo>
                <a:lnTo>
                  <a:pt x="266365" y="454823"/>
                </a:lnTo>
                <a:lnTo>
                  <a:pt x="263164" y="457474"/>
                </a:lnTo>
                <a:lnTo>
                  <a:pt x="259507" y="459395"/>
                </a:lnTo>
                <a:lnTo>
                  <a:pt x="255575" y="460675"/>
                </a:lnTo>
                <a:lnTo>
                  <a:pt x="251460" y="461040"/>
                </a:lnTo>
                <a:lnTo>
                  <a:pt x="247345" y="460675"/>
                </a:lnTo>
                <a:lnTo>
                  <a:pt x="243413" y="459395"/>
                </a:lnTo>
                <a:lnTo>
                  <a:pt x="239756" y="457474"/>
                </a:lnTo>
                <a:lnTo>
                  <a:pt x="236555" y="454823"/>
                </a:lnTo>
                <a:lnTo>
                  <a:pt x="233904" y="451622"/>
                </a:lnTo>
                <a:lnTo>
                  <a:pt x="231983" y="447965"/>
                </a:lnTo>
                <a:lnTo>
                  <a:pt x="230886" y="443941"/>
                </a:lnTo>
                <a:lnTo>
                  <a:pt x="208849" y="327447"/>
                </a:lnTo>
                <a:lnTo>
                  <a:pt x="208026" y="323972"/>
                </a:lnTo>
                <a:lnTo>
                  <a:pt x="206929" y="320589"/>
                </a:lnTo>
                <a:lnTo>
                  <a:pt x="205557" y="317297"/>
                </a:lnTo>
                <a:lnTo>
                  <a:pt x="203820" y="314096"/>
                </a:lnTo>
                <a:lnTo>
                  <a:pt x="201900" y="311079"/>
                </a:lnTo>
                <a:lnTo>
                  <a:pt x="199705" y="308244"/>
                </a:lnTo>
                <a:lnTo>
                  <a:pt x="197328" y="305592"/>
                </a:lnTo>
                <a:lnTo>
                  <a:pt x="194676" y="303215"/>
                </a:lnTo>
                <a:lnTo>
                  <a:pt x="191841" y="301020"/>
                </a:lnTo>
                <a:lnTo>
                  <a:pt x="188824" y="299100"/>
                </a:lnTo>
                <a:lnTo>
                  <a:pt x="185623" y="297363"/>
                </a:lnTo>
                <a:lnTo>
                  <a:pt x="182331" y="295991"/>
                </a:lnTo>
                <a:lnTo>
                  <a:pt x="178948" y="294894"/>
                </a:lnTo>
                <a:lnTo>
                  <a:pt x="175473" y="294071"/>
                </a:lnTo>
                <a:lnTo>
                  <a:pt x="58979" y="272034"/>
                </a:lnTo>
                <a:lnTo>
                  <a:pt x="54955" y="270937"/>
                </a:lnTo>
                <a:lnTo>
                  <a:pt x="51298" y="269016"/>
                </a:lnTo>
                <a:lnTo>
                  <a:pt x="48097" y="266365"/>
                </a:lnTo>
                <a:lnTo>
                  <a:pt x="45446" y="263164"/>
                </a:lnTo>
                <a:lnTo>
                  <a:pt x="43525" y="259507"/>
                </a:lnTo>
                <a:lnTo>
                  <a:pt x="42245" y="255575"/>
                </a:lnTo>
                <a:lnTo>
                  <a:pt x="41880" y="251460"/>
                </a:lnTo>
                <a:lnTo>
                  <a:pt x="42245" y="247345"/>
                </a:lnTo>
                <a:lnTo>
                  <a:pt x="43525" y="243413"/>
                </a:lnTo>
                <a:lnTo>
                  <a:pt x="45446" y="239756"/>
                </a:lnTo>
                <a:lnTo>
                  <a:pt x="48097" y="236555"/>
                </a:lnTo>
                <a:lnTo>
                  <a:pt x="51298" y="233904"/>
                </a:lnTo>
                <a:lnTo>
                  <a:pt x="54955" y="231983"/>
                </a:lnTo>
                <a:lnTo>
                  <a:pt x="58979" y="230886"/>
                </a:lnTo>
                <a:lnTo>
                  <a:pt x="175473" y="208849"/>
                </a:lnTo>
                <a:lnTo>
                  <a:pt x="178948" y="208026"/>
                </a:lnTo>
                <a:lnTo>
                  <a:pt x="182331" y="206929"/>
                </a:lnTo>
                <a:lnTo>
                  <a:pt x="185623" y="205557"/>
                </a:lnTo>
                <a:lnTo>
                  <a:pt x="188824" y="203820"/>
                </a:lnTo>
                <a:lnTo>
                  <a:pt x="191841" y="201900"/>
                </a:lnTo>
                <a:lnTo>
                  <a:pt x="194676" y="199705"/>
                </a:lnTo>
                <a:lnTo>
                  <a:pt x="197328" y="197328"/>
                </a:lnTo>
                <a:lnTo>
                  <a:pt x="199705" y="194676"/>
                </a:lnTo>
                <a:lnTo>
                  <a:pt x="201900" y="191841"/>
                </a:lnTo>
                <a:lnTo>
                  <a:pt x="203820" y="188824"/>
                </a:lnTo>
                <a:lnTo>
                  <a:pt x="205557" y="185623"/>
                </a:lnTo>
                <a:lnTo>
                  <a:pt x="206929" y="182331"/>
                </a:lnTo>
                <a:lnTo>
                  <a:pt x="208026" y="178948"/>
                </a:lnTo>
                <a:lnTo>
                  <a:pt x="208849" y="175473"/>
                </a:lnTo>
                <a:lnTo>
                  <a:pt x="230886" y="58979"/>
                </a:lnTo>
                <a:close/>
                <a:moveTo>
                  <a:pt x="419070" y="41880"/>
                </a:moveTo>
                <a:lnTo>
                  <a:pt x="419070" y="125730"/>
                </a:lnTo>
                <a:moveTo>
                  <a:pt x="461040" y="83850"/>
                </a:moveTo>
                <a:lnTo>
                  <a:pt x="377190" y="83850"/>
                </a:lnTo>
                <a:moveTo>
                  <a:pt x="125730" y="419070"/>
                </a:moveTo>
                <a:lnTo>
                  <a:pt x="124724" y="428396"/>
                </a:lnTo>
                <a:lnTo>
                  <a:pt x="121615" y="437266"/>
                </a:lnTo>
                <a:lnTo>
                  <a:pt x="116586" y="445221"/>
                </a:lnTo>
                <a:lnTo>
                  <a:pt x="109911" y="451896"/>
                </a:lnTo>
                <a:lnTo>
                  <a:pt x="102047" y="456834"/>
                </a:lnTo>
                <a:lnTo>
                  <a:pt x="93177" y="459943"/>
                </a:lnTo>
                <a:lnTo>
                  <a:pt x="83850" y="461040"/>
                </a:lnTo>
                <a:lnTo>
                  <a:pt x="74524" y="459943"/>
                </a:lnTo>
                <a:lnTo>
                  <a:pt x="65654" y="456834"/>
                </a:lnTo>
                <a:lnTo>
                  <a:pt x="57699" y="451896"/>
                </a:lnTo>
                <a:lnTo>
                  <a:pt x="51024" y="445221"/>
                </a:lnTo>
                <a:lnTo>
                  <a:pt x="46086" y="437266"/>
                </a:lnTo>
                <a:lnTo>
                  <a:pt x="42977" y="428396"/>
                </a:lnTo>
                <a:lnTo>
                  <a:pt x="41880" y="419070"/>
                </a:lnTo>
                <a:lnTo>
                  <a:pt x="42977" y="409743"/>
                </a:lnTo>
                <a:lnTo>
                  <a:pt x="46086" y="400873"/>
                </a:lnTo>
                <a:lnTo>
                  <a:pt x="51024" y="393009"/>
                </a:lnTo>
                <a:lnTo>
                  <a:pt x="57699" y="386334"/>
                </a:lnTo>
                <a:lnTo>
                  <a:pt x="65654" y="381305"/>
                </a:lnTo>
                <a:lnTo>
                  <a:pt x="74524" y="378196"/>
                </a:lnTo>
                <a:lnTo>
                  <a:pt x="83850" y="377190"/>
                </a:lnTo>
                <a:lnTo>
                  <a:pt x="93177" y="378196"/>
                </a:lnTo>
                <a:lnTo>
                  <a:pt x="102047" y="381305"/>
                </a:lnTo>
                <a:lnTo>
                  <a:pt x="109911" y="386334"/>
                </a:lnTo>
                <a:lnTo>
                  <a:pt x="116586" y="393009"/>
                </a:lnTo>
                <a:lnTo>
                  <a:pt x="121615" y="400873"/>
                </a:lnTo>
                <a:lnTo>
                  <a:pt x="124724" y="409743"/>
                </a:lnTo>
                <a:lnTo>
                  <a:pt x="125730" y="419070"/>
                </a:lnTo>
                <a:close/>
              </a:path>
            </a:pathLst>
          </a:custGeom>
          <a:noFill/>
          <a:ln w="4191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2140" y="1408176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sunburst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92140" y="1792224"/>
            <a:ext cx="2857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gpt-image-2.5-sunburst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52060" y="2258568"/>
            <a:ext cx="3451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最も高性能。編集の精度を重視する場合に向く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8001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0156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共通: quality は xhigh / max / auto も可。サイズは16px単位・長辺3,840pxまで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08736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提供リージョンはMS Learnのリージョン一覧で確認する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scripts\gen-image.ps1 を作成する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358896"/>
          </a:xfrm>
          <a:prstGeom prst="roundRect">
            <a:avLst>
              <a:gd name="adj" fmla="val 1633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param([string]$Prompt, [string]$Out = "image.png")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 = $env:AZURE_IMAGE_RESOURCE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$uri = "https://$r.openai.azure.com/openai/v1" +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"/images/generations?api-version=2025-04-01-preview"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$body = @{ model = $env:AZURE_IMAGE_DEPLOYMENT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prompt = $Prompt; size = "1024x1024" } | ConvertTo-Json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$res = Invoke-RestMethod -Method Post -Uri $uri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-Body ([Text.Encoding]::UTF8.GetBytes($body))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-ContentType "application/json"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-Headers @{ "api-key" = $env:AZURE_IMAGE_API_KEY }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[IO.File]::WriteAllBytes($Out,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[Convert]::FromBase64String($res.data[0].b64_json))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1896" y="1452880"/>
            <a:ext cx="0" cy="2540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991856" y="131572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91856" y="1315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1856" y="182372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1823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1856" y="233172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1856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1856" y="283972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2839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送信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1856" y="385572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856" y="3855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環境変数を設定して試す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画像用リソースの値を設定し、新しいターミナルで実行する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AZURE_IMAGE_DEPLOYMENT "&lt;image-deployment&gt;"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.\scripts\gen-image.ps1 -Prompt "浜辺の傘" -Out umbrella.png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436620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77724" y="285018"/>
                </a:moveTo>
                <a:lnTo>
                  <a:pt x="74798" y="284836"/>
                </a:lnTo>
                <a:lnTo>
                  <a:pt x="71963" y="284378"/>
                </a:lnTo>
                <a:lnTo>
                  <a:pt x="69129" y="283555"/>
                </a:lnTo>
                <a:lnTo>
                  <a:pt x="66477" y="282458"/>
                </a:lnTo>
                <a:lnTo>
                  <a:pt x="63917" y="280995"/>
                </a:lnTo>
                <a:lnTo>
                  <a:pt x="61539" y="279349"/>
                </a:lnTo>
                <a:lnTo>
                  <a:pt x="59436" y="277429"/>
                </a:lnTo>
                <a:lnTo>
                  <a:pt x="57424" y="275234"/>
                </a:lnTo>
                <a:lnTo>
                  <a:pt x="55778" y="272857"/>
                </a:lnTo>
                <a:lnTo>
                  <a:pt x="54407" y="270297"/>
                </a:lnTo>
                <a:lnTo>
                  <a:pt x="53310" y="267645"/>
                </a:lnTo>
                <a:lnTo>
                  <a:pt x="52487" y="264810"/>
                </a:lnTo>
                <a:lnTo>
                  <a:pt x="51938" y="261976"/>
                </a:lnTo>
                <a:lnTo>
                  <a:pt x="51846" y="259050"/>
                </a:ln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77724" y="285018"/>
                </a:lnTo>
                <a:close/>
                <a:moveTo>
                  <a:pt x="181326" y="25878"/>
                </a:moveTo>
                <a:lnTo>
                  <a:pt x="181326" y="90708"/>
                </a:lnTo>
                <a:lnTo>
                  <a:pt x="181417" y="92172"/>
                </a:lnTo>
                <a:lnTo>
                  <a:pt x="181691" y="93543"/>
                </a:lnTo>
                <a:lnTo>
                  <a:pt x="182057" y="94915"/>
                </a:lnTo>
                <a:lnTo>
                  <a:pt x="182606" y="96286"/>
                </a:lnTo>
                <a:lnTo>
                  <a:pt x="183337" y="97566"/>
                </a:lnTo>
                <a:lnTo>
                  <a:pt x="184160" y="98755"/>
                </a:lnTo>
                <a:lnTo>
                  <a:pt x="185166" y="99852"/>
                </a:lnTo>
                <a:lnTo>
                  <a:pt x="186263" y="100767"/>
                </a:lnTo>
                <a:lnTo>
                  <a:pt x="187452" y="101681"/>
                </a:lnTo>
                <a:lnTo>
                  <a:pt x="188732" y="102321"/>
                </a:lnTo>
                <a:lnTo>
                  <a:pt x="190012" y="102870"/>
                </a:lnTo>
                <a:lnTo>
                  <a:pt x="191384" y="103327"/>
                </a:lnTo>
                <a:lnTo>
                  <a:pt x="192847" y="103510"/>
                </a:lnTo>
                <a:lnTo>
                  <a:pt x="194310" y="103602"/>
                </a:lnTo>
                <a:lnTo>
                  <a:pt x="259050" y="103602"/>
                </a:lnTo>
                <a:moveTo>
                  <a:pt x="129570" y="161940"/>
                </a:moveTo>
                <a:lnTo>
                  <a:pt x="103602" y="194310"/>
                </a:lnTo>
                <a:lnTo>
                  <a:pt x="129570" y="226680"/>
                </a:lnTo>
                <a:moveTo>
                  <a:pt x="181326" y="161940"/>
                </a:moveTo>
                <a:lnTo>
                  <a:pt x="207294" y="194310"/>
                </a:lnTo>
                <a:lnTo>
                  <a:pt x="181326" y="22668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43662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0128" y="36926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8728" y="3436620"/>
            <a:ext cx="243230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34366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 画像API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16752" y="36926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45352" y="3436620"/>
            <a:ext cx="244144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343662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umbrella.png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9944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flareとsunburstは AZURE_IMAGE_DEPLOYMENT の値で切り替える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CLIにスクリプトの使い方を伝える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70432"/>
            <a:ext cx="229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2293360" cy="2560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36192"/>
            <a:ext cx="2293360" cy="64008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70078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52044" y="272034"/>
                </a:moveTo>
                <a:lnTo>
                  <a:pt x="351861" y="275600"/>
                </a:lnTo>
                <a:lnTo>
                  <a:pt x="351221" y="279166"/>
                </a:lnTo>
                <a:lnTo>
                  <a:pt x="350215" y="282641"/>
                </a:lnTo>
                <a:lnTo>
                  <a:pt x="348844" y="285933"/>
                </a:lnTo>
                <a:lnTo>
                  <a:pt x="347106" y="289042"/>
                </a:lnTo>
                <a:lnTo>
                  <a:pt x="345095" y="291968"/>
                </a:lnTo>
                <a:lnTo>
                  <a:pt x="342626" y="294620"/>
                </a:lnTo>
                <a:lnTo>
                  <a:pt x="339974" y="297089"/>
                </a:lnTo>
                <a:lnTo>
                  <a:pt x="337048" y="299100"/>
                </a:lnTo>
                <a:lnTo>
                  <a:pt x="333939" y="300838"/>
                </a:lnTo>
                <a:lnTo>
                  <a:pt x="330647" y="302209"/>
                </a:lnTo>
                <a:lnTo>
                  <a:pt x="327172" y="303215"/>
                </a:lnTo>
                <a:lnTo>
                  <a:pt x="323606" y="303855"/>
                </a:lnTo>
                <a:lnTo>
                  <a:pt x="320040" y="304038"/>
                </a:lnTo>
                <a:lnTo>
                  <a:pt x="109271" y="304038"/>
                </a:lnTo>
                <a:lnTo>
                  <a:pt x="107442" y="304129"/>
                </a:lnTo>
                <a:lnTo>
                  <a:pt x="105705" y="304221"/>
                </a:lnTo>
                <a:lnTo>
                  <a:pt x="103876" y="304495"/>
                </a:lnTo>
                <a:lnTo>
                  <a:pt x="102138" y="304861"/>
                </a:lnTo>
                <a:lnTo>
                  <a:pt x="100401" y="305318"/>
                </a:lnTo>
                <a:lnTo>
                  <a:pt x="98664" y="305867"/>
                </a:lnTo>
                <a:lnTo>
                  <a:pt x="97018" y="306507"/>
                </a:lnTo>
                <a:lnTo>
                  <a:pt x="95372" y="307238"/>
                </a:lnTo>
                <a:lnTo>
                  <a:pt x="93817" y="308061"/>
                </a:lnTo>
                <a:lnTo>
                  <a:pt x="92263" y="308976"/>
                </a:lnTo>
                <a:lnTo>
                  <a:pt x="90708" y="309982"/>
                </a:lnTo>
                <a:lnTo>
                  <a:pt x="89337" y="310987"/>
                </a:lnTo>
                <a:lnTo>
                  <a:pt x="87965" y="312176"/>
                </a:lnTo>
                <a:lnTo>
                  <a:pt x="86594" y="313456"/>
                </a:lnTo>
                <a:lnTo>
                  <a:pt x="51389" y="348661"/>
                </a:lnTo>
                <a:lnTo>
                  <a:pt x="49926" y="349849"/>
                </a:lnTo>
                <a:lnTo>
                  <a:pt x="48280" y="350855"/>
                </a:lnTo>
                <a:lnTo>
                  <a:pt x="46543" y="351495"/>
                </a:lnTo>
                <a:lnTo>
                  <a:pt x="44623" y="351953"/>
                </a:lnTo>
                <a:lnTo>
                  <a:pt x="42702" y="351953"/>
                </a:lnTo>
                <a:lnTo>
                  <a:pt x="40874" y="351678"/>
                </a:lnTo>
                <a:lnTo>
                  <a:pt x="39045" y="351130"/>
                </a:lnTo>
                <a:lnTo>
                  <a:pt x="37308" y="350215"/>
                </a:lnTo>
                <a:lnTo>
                  <a:pt x="35753" y="349118"/>
                </a:lnTo>
                <a:lnTo>
                  <a:pt x="34473" y="347746"/>
                </a:lnTo>
                <a:lnTo>
                  <a:pt x="33467" y="346100"/>
                </a:lnTo>
                <a:lnTo>
                  <a:pt x="32644" y="344363"/>
                </a:lnTo>
                <a:lnTo>
                  <a:pt x="32187" y="342534"/>
                </a:lnTo>
                <a:lnTo>
                  <a:pt x="32004" y="340614"/>
                </a:lnTo>
                <a:lnTo>
                  <a:pt x="32004" y="80010"/>
                </a:lnTo>
                <a:lnTo>
                  <a:pt x="32187" y="76444"/>
                </a:lnTo>
                <a:lnTo>
                  <a:pt x="32827" y="72878"/>
                </a:lnTo>
                <a:lnTo>
                  <a:pt x="33833" y="69403"/>
                </a:lnTo>
                <a:lnTo>
                  <a:pt x="35204" y="66111"/>
                </a:lnTo>
                <a:lnTo>
                  <a:pt x="36942" y="63002"/>
                </a:lnTo>
                <a:lnTo>
                  <a:pt x="38953" y="60076"/>
                </a:lnTo>
                <a:lnTo>
                  <a:pt x="41422" y="57424"/>
                </a:lnTo>
                <a:lnTo>
                  <a:pt x="44074" y="54955"/>
                </a:lnTo>
                <a:lnTo>
                  <a:pt x="47000" y="52944"/>
                </a:lnTo>
                <a:lnTo>
                  <a:pt x="50109" y="51206"/>
                </a:lnTo>
                <a:lnTo>
                  <a:pt x="53401" y="49835"/>
                </a:lnTo>
                <a:lnTo>
                  <a:pt x="56876" y="48829"/>
                </a:lnTo>
                <a:lnTo>
                  <a:pt x="60442" y="48189"/>
                </a:lnTo>
                <a:lnTo>
                  <a:pt x="64008" y="48006"/>
                </a:lnTo>
                <a:lnTo>
                  <a:pt x="320040" y="48006"/>
                </a:lnTo>
                <a:lnTo>
                  <a:pt x="323606" y="48189"/>
                </a:lnTo>
                <a:lnTo>
                  <a:pt x="327172" y="48829"/>
                </a:lnTo>
                <a:lnTo>
                  <a:pt x="330647" y="49835"/>
                </a:lnTo>
                <a:lnTo>
                  <a:pt x="333939" y="51206"/>
                </a:lnTo>
                <a:lnTo>
                  <a:pt x="337048" y="52944"/>
                </a:lnTo>
                <a:lnTo>
                  <a:pt x="339974" y="54955"/>
                </a:lnTo>
                <a:lnTo>
                  <a:pt x="342626" y="57424"/>
                </a:lnTo>
                <a:lnTo>
                  <a:pt x="345095" y="60076"/>
                </a:lnTo>
                <a:lnTo>
                  <a:pt x="347106" y="63002"/>
                </a:lnTo>
                <a:lnTo>
                  <a:pt x="348844" y="66111"/>
                </a:lnTo>
                <a:lnTo>
                  <a:pt x="350215" y="69403"/>
                </a:lnTo>
                <a:lnTo>
                  <a:pt x="351221" y="72878"/>
                </a:lnTo>
                <a:lnTo>
                  <a:pt x="351861" y="76444"/>
                </a:lnTo>
                <a:lnTo>
                  <a:pt x="352044" y="80010"/>
                </a:lnTo>
                <a:lnTo>
                  <a:pt x="352044" y="272034"/>
                </a:lnTo>
                <a:close/>
                <a:moveTo>
                  <a:pt x="112014" y="176022"/>
                </a:moveTo>
                <a:lnTo>
                  <a:pt x="272034" y="176022"/>
                </a:lnTo>
                <a:moveTo>
                  <a:pt x="112014" y="240030"/>
                </a:moveTo>
                <a:lnTo>
                  <a:pt x="208026" y="240030"/>
                </a:lnTo>
                <a:moveTo>
                  <a:pt x="112014" y="112014"/>
                </a:moveTo>
                <a:lnTo>
                  <a:pt x="240030" y="112014"/>
                </a:lnTo>
              </a:path>
            </a:pathLst>
          </a:custGeom>
          <a:noFill/>
          <a:ln w="32004">
            <a:solidFill>
              <a:srgbClr val="1218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57984"/>
            <a:ext cx="201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633472"/>
            <a:ext cx="201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「gen-image.ps1で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表紙画像を作って」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4024" y="2816352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63208" y="1170432"/>
            <a:ext cx="2822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使い方を読む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3208" y="1536192"/>
            <a:ext cx="2822597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3208" y="1536192"/>
            <a:ext cx="2822597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800" y="1700784"/>
            <a:ext cx="25482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800" y="2176272"/>
            <a:ext cx="25482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に記載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63208" y="2907792"/>
            <a:ext cx="2822597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3208" y="2907792"/>
            <a:ext cx="2822597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7800" y="3072384"/>
            <a:ext cx="25482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27800" y="3547872"/>
            <a:ext cx="25482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に記載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0668" y="2816352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569852" y="1170432"/>
            <a:ext cx="211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承認して実行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69852" y="1536192"/>
            <a:ext cx="2116948" cy="2560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9852" y="1536192"/>
            <a:ext cx="211694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4444" y="170078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36042" y="240030"/>
                </a:moveTo>
                <a:lnTo>
                  <a:pt x="286664" y="190652"/>
                </a:lnTo>
                <a:lnTo>
                  <a:pt x="284013" y="188275"/>
                </a:lnTo>
                <a:lnTo>
                  <a:pt x="281087" y="186172"/>
                </a:lnTo>
                <a:lnTo>
                  <a:pt x="277886" y="184434"/>
                </a:lnTo>
                <a:lnTo>
                  <a:pt x="274594" y="183063"/>
                </a:lnTo>
                <a:lnTo>
                  <a:pt x="271120" y="182057"/>
                </a:lnTo>
                <a:lnTo>
                  <a:pt x="267645" y="181508"/>
                </a:lnTo>
                <a:lnTo>
                  <a:pt x="263987" y="181234"/>
                </a:lnTo>
                <a:lnTo>
                  <a:pt x="260421" y="181508"/>
                </a:lnTo>
                <a:lnTo>
                  <a:pt x="256946" y="182057"/>
                </a:lnTo>
                <a:lnTo>
                  <a:pt x="253472" y="183063"/>
                </a:lnTo>
                <a:lnTo>
                  <a:pt x="250180" y="184434"/>
                </a:lnTo>
                <a:lnTo>
                  <a:pt x="246979" y="186172"/>
                </a:lnTo>
                <a:lnTo>
                  <a:pt x="244053" y="188275"/>
                </a:lnTo>
                <a:lnTo>
                  <a:pt x="241402" y="190652"/>
                </a:lnTo>
                <a:lnTo>
                  <a:pt x="96012" y="336042"/>
                </a:lnTo>
                <a:moveTo>
                  <a:pt x="176022" y="144018"/>
                </a:moveTo>
                <a:lnTo>
                  <a:pt x="175199" y="151150"/>
                </a:lnTo>
                <a:lnTo>
                  <a:pt x="172822" y="157917"/>
                </a:lnTo>
                <a:lnTo>
                  <a:pt x="169073" y="163952"/>
                </a:lnTo>
                <a:lnTo>
                  <a:pt x="163952" y="169073"/>
                </a:lnTo>
                <a:lnTo>
                  <a:pt x="157917" y="172822"/>
                </a:lnTo>
                <a:lnTo>
                  <a:pt x="151150" y="175199"/>
                </a:lnTo>
                <a:lnTo>
                  <a:pt x="144018" y="176022"/>
                </a:lnTo>
                <a:lnTo>
                  <a:pt x="136886" y="175199"/>
                </a:lnTo>
                <a:lnTo>
                  <a:pt x="130119" y="172822"/>
                </a:lnTo>
                <a:lnTo>
                  <a:pt x="124084" y="169073"/>
                </a:lnTo>
                <a:lnTo>
                  <a:pt x="118963" y="163952"/>
                </a:lnTo>
                <a:lnTo>
                  <a:pt x="115214" y="157917"/>
                </a:lnTo>
                <a:lnTo>
                  <a:pt x="112837" y="151150"/>
                </a:lnTo>
                <a:lnTo>
                  <a:pt x="112014" y="144018"/>
                </a:lnTo>
                <a:lnTo>
                  <a:pt x="112837" y="136886"/>
                </a:lnTo>
                <a:lnTo>
                  <a:pt x="115214" y="130119"/>
                </a:lnTo>
                <a:lnTo>
                  <a:pt x="118963" y="124084"/>
                </a:lnTo>
                <a:lnTo>
                  <a:pt x="124084" y="118963"/>
                </a:lnTo>
                <a:lnTo>
                  <a:pt x="130119" y="115214"/>
                </a:lnTo>
                <a:lnTo>
                  <a:pt x="136886" y="112837"/>
                </a:lnTo>
                <a:lnTo>
                  <a:pt x="144018" y="112014"/>
                </a:lnTo>
                <a:lnTo>
                  <a:pt x="151150" y="112837"/>
                </a:lnTo>
                <a:lnTo>
                  <a:pt x="157917" y="115214"/>
                </a:lnTo>
                <a:lnTo>
                  <a:pt x="163952" y="118963"/>
                </a:lnTo>
                <a:lnTo>
                  <a:pt x="169073" y="124084"/>
                </a:lnTo>
                <a:lnTo>
                  <a:pt x="172822" y="130119"/>
                </a:lnTo>
                <a:lnTo>
                  <a:pt x="175199" y="136886"/>
                </a:lnTo>
                <a:lnTo>
                  <a:pt x="176022" y="144018"/>
                </a:lnTo>
                <a:close/>
                <a:moveTo>
                  <a:pt x="48006" y="48006"/>
                </a:moveTo>
                <a:lnTo>
                  <a:pt x="336042" y="48006"/>
                </a:lnTo>
                <a:lnTo>
                  <a:pt x="336042" y="336042"/>
                </a:lnTo>
                <a:lnTo>
                  <a:pt x="48006" y="336042"/>
                </a:lnTo>
                <a:lnTo>
                  <a:pt x="48006" y="48006"/>
                </a:lnTo>
                <a:close/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4444" y="2157984"/>
            <a:ext cx="18426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PNG保存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34444" y="2633472"/>
            <a:ext cx="18426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実行内容を見て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許可すると、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画像が保存される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CLIではネット接続を伴う実行で承認を求められる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画像生成はキー・名前・サイズを確認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36392" y="1133856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947672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4592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64740" y="64740"/>
                </a:moveTo>
                <a:lnTo>
                  <a:pt x="65105" y="60899"/>
                </a:lnTo>
                <a:lnTo>
                  <a:pt x="65928" y="57150"/>
                </a:lnTo>
                <a:lnTo>
                  <a:pt x="67300" y="53492"/>
                </a:lnTo>
                <a:lnTo>
                  <a:pt x="69312" y="50109"/>
                </a:lnTo>
                <a:lnTo>
                  <a:pt x="71689" y="47092"/>
                </a:lnTo>
                <a:lnTo>
                  <a:pt x="74524" y="44440"/>
                </a:lnTo>
                <a:lnTo>
                  <a:pt x="77815" y="42337"/>
                </a:lnTo>
                <a:lnTo>
                  <a:pt x="81290" y="40599"/>
                </a:lnTo>
                <a:lnTo>
                  <a:pt x="84948" y="39502"/>
                </a:lnTo>
                <a:lnTo>
                  <a:pt x="88788" y="38953"/>
                </a:lnTo>
                <a:lnTo>
                  <a:pt x="92720" y="38953"/>
                </a:lnTo>
                <a:lnTo>
                  <a:pt x="96561" y="39502"/>
                </a:lnTo>
                <a:lnTo>
                  <a:pt x="100218" y="40691"/>
                </a:lnTo>
                <a:lnTo>
                  <a:pt x="103693" y="42428"/>
                </a:lnTo>
                <a:lnTo>
                  <a:pt x="259141" y="133045"/>
                </a:lnTo>
                <a:lnTo>
                  <a:pt x="262341" y="135240"/>
                </a:lnTo>
                <a:lnTo>
                  <a:pt x="265176" y="137892"/>
                </a:lnTo>
                <a:lnTo>
                  <a:pt x="267553" y="140909"/>
                </a:lnTo>
                <a:lnTo>
                  <a:pt x="269474" y="144201"/>
                </a:lnTo>
                <a:lnTo>
                  <a:pt x="270937" y="147767"/>
                </a:lnTo>
                <a:lnTo>
                  <a:pt x="271760" y="151608"/>
                </a:lnTo>
                <a:lnTo>
                  <a:pt x="272034" y="155448"/>
                </a:lnTo>
                <a:lnTo>
                  <a:pt x="271760" y="159288"/>
                </a:lnTo>
                <a:lnTo>
                  <a:pt x="270937" y="163038"/>
                </a:lnTo>
                <a:lnTo>
                  <a:pt x="269474" y="166604"/>
                </a:lnTo>
                <a:lnTo>
                  <a:pt x="267553" y="169987"/>
                </a:lnTo>
                <a:lnTo>
                  <a:pt x="265176" y="173004"/>
                </a:lnTo>
                <a:lnTo>
                  <a:pt x="262341" y="175656"/>
                </a:lnTo>
                <a:lnTo>
                  <a:pt x="259141" y="177851"/>
                </a:lnTo>
                <a:lnTo>
                  <a:pt x="103693" y="268468"/>
                </a:lnTo>
                <a:lnTo>
                  <a:pt x="100218" y="270205"/>
                </a:lnTo>
                <a:lnTo>
                  <a:pt x="96561" y="271394"/>
                </a:lnTo>
                <a:lnTo>
                  <a:pt x="92720" y="271943"/>
                </a:lnTo>
                <a:lnTo>
                  <a:pt x="88788" y="271943"/>
                </a:lnTo>
                <a:lnTo>
                  <a:pt x="84948" y="271394"/>
                </a:lnTo>
                <a:lnTo>
                  <a:pt x="81290" y="270297"/>
                </a:lnTo>
                <a:lnTo>
                  <a:pt x="77815" y="268559"/>
                </a:lnTo>
                <a:lnTo>
                  <a:pt x="74524" y="266456"/>
                </a:lnTo>
                <a:lnTo>
                  <a:pt x="71689" y="263804"/>
                </a:lnTo>
                <a:lnTo>
                  <a:pt x="69312" y="260787"/>
                </a:lnTo>
                <a:lnTo>
                  <a:pt x="67300" y="257404"/>
                </a:lnTo>
                <a:lnTo>
                  <a:pt x="65928" y="253746"/>
                </a:lnTo>
                <a:lnTo>
                  <a:pt x="65105" y="249997"/>
                </a:lnTo>
                <a:lnTo>
                  <a:pt x="64740" y="246156"/>
                </a:lnTo>
                <a:lnTo>
                  <a:pt x="64740" y="64740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636" y="214884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81528" y="1801368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36392" y="1463040"/>
            <a:ext cx="555040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463040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63040"/>
            <a:ext cx="5276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スクリプトを実行できない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-ExecutionPolicy Bypass -File で起動する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267712"/>
            <a:ext cx="1947672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4505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77724" y="285018"/>
                </a:moveTo>
                <a:lnTo>
                  <a:pt x="74798" y="284836"/>
                </a:lnTo>
                <a:lnTo>
                  <a:pt x="71963" y="284378"/>
                </a:lnTo>
                <a:lnTo>
                  <a:pt x="69129" y="283555"/>
                </a:lnTo>
                <a:lnTo>
                  <a:pt x="66477" y="282458"/>
                </a:lnTo>
                <a:lnTo>
                  <a:pt x="63917" y="280995"/>
                </a:lnTo>
                <a:lnTo>
                  <a:pt x="61539" y="279349"/>
                </a:lnTo>
                <a:lnTo>
                  <a:pt x="59436" y="277429"/>
                </a:lnTo>
                <a:lnTo>
                  <a:pt x="57424" y="275234"/>
                </a:lnTo>
                <a:lnTo>
                  <a:pt x="55778" y="272857"/>
                </a:lnTo>
                <a:lnTo>
                  <a:pt x="54407" y="270297"/>
                </a:lnTo>
                <a:lnTo>
                  <a:pt x="53310" y="267645"/>
                </a:lnTo>
                <a:lnTo>
                  <a:pt x="52487" y="264810"/>
                </a:lnTo>
                <a:lnTo>
                  <a:pt x="51938" y="261976"/>
                </a:lnTo>
                <a:lnTo>
                  <a:pt x="51846" y="259050"/>
                </a:ln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77724" y="285018"/>
                </a:lnTo>
                <a:close/>
                <a:moveTo>
                  <a:pt x="181326" y="25878"/>
                </a:moveTo>
                <a:lnTo>
                  <a:pt x="181326" y="90708"/>
                </a:lnTo>
                <a:lnTo>
                  <a:pt x="181417" y="92172"/>
                </a:lnTo>
                <a:lnTo>
                  <a:pt x="181691" y="93543"/>
                </a:lnTo>
                <a:lnTo>
                  <a:pt x="182057" y="94915"/>
                </a:lnTo>
                <a:lnTo>
                  <a:pt x="182606" y="96286"/>
                </a:lnTo>
                <a:lnTo>
                  <a:pt x="183337" y="97566"/>
                </a:lnTo>
                <a:lnTo>
                  <a:pt x="184160" y="98755"/>
                </a:lnTo>
                <a:lnTo>
                  <a:pt x="185166" y="99852"/>
                </a:lnTo>
                <a:lnTo>
                  <a:pt x="186263" y="100767"/>
                </a:lnTo>
                <a:lnTo>
                  <a:pt x="187452" y="101681"/>
                </a:lnTo>
                <a:lnTo>
                  <a:pt x="188732" y="102321"/>
                </a:lnTo>
                <a:lnTo>
                  <a:pt x="190012" y="102870"/>
                </a:lnTo>
                <a:lnTo>
                  <a:pt x="191384" y="103327"/>
                </a:lnTo>
                <a:lnTo>
                  <a:pt x="192847" y="103510"/>
                </a:lnTo>
                <a:lnTo>
                  <a:pt x="194310" y="103602"/>
                </a:lnTo>
                <a:lnTo>
                  <a:pt x="259050" y="103602"/>
                </a:lnTo>
                <a:moveTo>
                  <a:pt x="129570" y="116586"/>
                </a:moveTo>
                <a:lnTo>
                  <a:pt x="103602" y="116586"/>
                </a:lnTo>
                <a:moveTo>
                  <a:pt x="207294" y="168432"/>
                </a:moveTo>
                <a:lnTo>
                  <a:pt x="103602" y="168432"/>
                </a:lnTo>
                <a:moveTo>
                  <a:pt x="207294" y="220188"/>
                </a:moveTo>
                <a:lnTo>
                  <a:pt x="103602" y="22018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67712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9636" y="2953512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81528" y="260604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36392" y="2267712"/>
            <a:ext cx="555040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6392" y="2267712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267712"/>
            <a:ext cx="5276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日本語が文字化けする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本文をUTF-8のバイト列で送っているか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72384"/>
            <a:ext cx="1947672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2552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072384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サイズ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659636" y="375818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081528" y="341071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36392" y="3072384"/>
            <a:ext cx="555040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6392" y="3072384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3072384"/>
            <a:ext cx="5276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400（サイズ）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16px単位、長辺3,840px以下、縦横比1:3〜3:1か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877056"/>
            <a:ext cx="1947672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0599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87705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キーと接続先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81528" y="42153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36392" y="3877056"/>
            <a:ext cx="555040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6392" y="3877056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3877056"/>
            <a:ext cx="5276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 / 404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401はキー、404はリソース名とデプロイ名を確認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p.26–32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使える範囲 → 操作ループ → Python準備 → 安全対策 → うまくいかないとき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8001000" cy="1280160"/>
          </a:xfrm>
          <a:prstGeom prst="roundRect">
            <a:avLst>
              <a:gd name="adj" fmla="val 4286"/>
            </a:avLst>
          </a:prstGeom>
          <a:solidFill>
            <a:srgbClr val="12182B"/>
          </a:solidFill>
          <a:ln w="15875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7296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このPartで設定するもの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computer_use_loop.py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6300" y="352044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AZURE_CU_RESOURCE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AZURE_CU_DEPLOYMENT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6300" y="388620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AZURE_CU_API_KEY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CLIではなくAPIから使う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使い方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Foundryでの利用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800100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007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209580" y="266730"/>
                </a:lnTo>
                <a:lnTo>
                  <a:pt x="285750" y="190470"/>
                </a:lnTo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</a:path>
            </a:pathLst>
          </a:cu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55448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 APIで操作ループを自作する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この資料の方法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414016"/>
            <a:ext cx="800100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560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  <a:moveTo>
                  <a:pt x="228600" y="152430"/>
                </a:moveTo>
                <a:lnTo>
                  <a:pt x="228600" y="228600"/>
                </a:lnTo>
                <a:moveTo>
                  <a:pt x="228600" y="304770"/>
                </a:moveTo>
                <a:lnTo>
                  <a:pt x="228783" y="304770"/>
                </a:lnTo>
              </a:path>
            </a:pathLst>
          </a:cu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4140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Service の Computer Use ツール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41401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computer-use-preview のみ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273552"/>
            <a:ext cx="800100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198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171450"/>
                </a:moveTo>
                <a:lnTo>
                  <a:pt x="171450" y="285750"/>
                </a:lnTo>
                <a:moveTo>
                  <a:pt x="171450" y="171450"/>
                </a:moveTo>
                <a:lnTo>
                  <a:pt x="285750" y="285750"/>
                </a:lnTo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</a:path>
            </a:pathLst>
          </a:custGeom>
          <a:noFill/>
          <a:ln w="38100">
            <a:solidFill>
              <a:srgbClr val="9AA3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27355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 / Claude Code の組み込み機能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327355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使えない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GPT-5.6系（sol / terra / luna）とGPT-5.5は利用申請なしで使える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操作ループは自分で実装する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44802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6880" y="413126"/>
                </a:moveTo>
                <a:lnTo>
                  <a:pt x="277612" y="414589"/>
                </a:lnTo>
                <a:lnTo>
                  <a:pt x="278618" y="415869"/>
                </a:lnTo>
                <a:lnTo>
                  <a:pt x="279806" y="417058"/>
                </a:lnTo>
                <a:lnTo>
                  <a:pt x="281269" y="417972"/>
                </a:lnTo>
                <a:lnTo>
                  <a:pt x="282732" y="418612"/>
                </a:lnTo>
                <a:lnTo>
                  <a:pt x="284378" y="418978"/>
                </a:lnTo>
                <a:lnTo>
                  <a:pt x="286024" y="419070"/>
                </a:lnTo>
                <a:lnTo>
                  <a:pt x="287670" y="418887"/>
                </a:lnTo>
                <a:lnTo>
                  <a:pt x="289225" y="418429"/>
                </a:lnTo>
                <a:lnTo>
                  <a:pt x="290688" y="417698"/>
                </a:lnTo>
                <a:lnTo>
                  <a:pt x="292059" y="416692"/>
                </a:lnTo>
                <a:lnTo>
                  <a:pt x="293157" y="415503"/>
                </a:lnTo>
                <a:lnTo>
                  <a:pt x="294071" y="414132"/>
                </a:lnTo>
                <a:lnTo>
                  <a:pt x="294803" y="412669"/>
                </a:lnTo>
                <a:lnTo>
                  <a:pt x="418612" y="50749"/>
                </a:lnTo>
                <a:lnTo>
                  <a:pt x="418978" y="49195"/>
                </a:lnTo>
                <a:lnTo>
                  <a:pt x="419161" y="47732"/>
                </a:lnTo>
                <a:lnTo>
                  <a:pt x="419070" y="46177"/>
                </a:lnTo>
                <a:lnTo>
                  <a:pt x="418704" y="44714"/>
                </a:lnTo>
                <a:lnTo>
                  <a:pt x="418155" y="43251"/>
                </a:lnTo>
                <a:lnTo>
                  <a:pt x="417332" y="41971"/>
                </a:lnTo>
                <a:lnTo>
                  <a:pt x="416418" y="40782"/>
                </a:lnTo>
                <a:lnTo>
                  <a:pt x="415229" y="39868"/>
                </a:lnTo>
                <a:lnTo>
                  <a:pt x="413949" y="39045"/>
                </a:lnTo>
                <a:lnTo>
                  <a:pt x="412486" y="38496"/>
                </a:lnTo>
                <a:lnTo>
                  <a:pt x="411023" y="38130"/>
                </a:lnTo>
                <a:lnTo>
                  <a:pt x="409468" y="38039"/>
                </a:lnTo>
                <a:lnTo>
                  <a:pt x="408005" y="38222"/>
                </a:lnTo>
                <a:lnTo>
                  <a:pt x="406451" y="38588"/>
                </a:lnTo>
                <a:lnTo>
                  <a:pt x="44531" y="162397"/>
                </a:lnTo>
                <a:lnTo>
                  <a:pt x="43068" y="163129"/>
                </a:lnTo>
                <a:lnTo>
                  <a:pt x="41697" y="164043"/>
                </a:lnTo>
                <a:lnTo>
                  <a:pt x="40508" y="165141"/>
                </a:lnTo>
                <a:lnTo>
                  <a:pt x="39502" y="166512"/>
                </a:lnTo>
                <a:lnTo>
                  <a:pt x="38771" y="167975"/>
                </a:lnTo>
                <a:lnTo>
                  <a:pt x="38313" y="169530"/>
                </a:lnTo>
                <a:lnTo>
                  <a:pt x="38130" y="171176"/>
                </a:lnTo>
                <a:lnTo>
                  <a:pt x="38222" y="172822"/>
                </a:lnTo>
                <a:lnTo>
                  <a:pt x="38588" y="174468"/>
                </a:lnTo>
                <a:lnTo>
                  <a:pt x="39228" y="175931"/>
                </a:lnTo>
                <a:lnTo>
                  <a:pt x="40142" y="177394"/>
                </a:lnTo>
                <a:lnTo>
                  <a:pt x="41331" y="178582"/>
                </a:lnTo>
                <a:lnTo>
                  <a:pt x="42611" y="179588"/>
                </a:lnTo>
                <a:lnTo>
                  <a:pt x="44074" y="180320"/>
                </a:lnTo>
                <a:lnTo>
                  <a:pt x="195133" y="240853"/>
                </a:lnTo>
                <a:lnTo>
                  <a:pt x="197145" y="241767"/>
                </a:lnTo>
                <a:lnTo>
                  <a:pt x="199156" y="242773"/>
                </a:lnTo>
                <a:lnTo>
                  <a:pt x="200985" y="243870"/>
                </a:lnTo>
                <a:lnTo>
                  <a:pt x="202905" y="245059"/>
                </a:lnTo>
                <a:lnTo>
                  <a:pt x="204643" y="246339"/>
                </a:lnTo>
                <a:lnTo>
                  <a:pt x="206289" y="247802"/>
                </a:lnTo>
                <a:lnTo>
                  <a:pt x="207935" y="249265"/>
                </a:lnTo>
                <a:lnTo>
                  <a:pt x="209398" y="250911"/>
                </a:lnTo>
                <a:lnTo>
                  <a:pt x="210861" y="252557"/>
                </a:lnTo>
                <a:lnTo>
                  <a:pt x="212141" y="254295"/>
                </a:lnTo>
                <a:lnTo>
                  <a:pt x="213330" y="256123"/>
                </a:lnTo>
                <a:lnTo>
                  <a:pt x="214427" y="258044"/>
                </a:lnTo>
                <a:lnTo>
                  <a:pt x="215433" y="259964"/>
                </a:lnTo>
                <a:lnTo>
                  <a:pt x="216347" y="261976"/>
                </a:lnTo>
                <a:lnTo>
                  <a:pt x="276880" y="413126"/>
                </a:lnTo>
                <a:close/>
                <a:moveTo>
                  <a:pt x="416326" y="40874"/>
                </a:moveTo>
                <a:lnTo>
                  <a:pt x="207935" y="249265"/>
                </a:lnTo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依頼文と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スクショを送る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3170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9202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3794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3794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18204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52430"/>
                </a:moveTo>
                <a:lnTo>
                  <a:pt x="228600" y="76170"/>
                </a:lnTo>
                <a:lnTo>
                  <a:pt x="152430" y="76170"/>
                </a:lnTo>
                <a:moveTo>
                  <a:pt x="38130" y="266730"/>
                </a:moveTo>
                <a:lnTo>
                  <a:pt x="76170" y="266730"/>
                </a:lnTo>
                <a:moveTo>
                  <a:pt x="381030" y="266730"/>
                </a:moveTo>
                <a:lnTo>
                  <a:pt x="419070" y="266730"/>
                </a:lnTo>
                <a:moveTo>
                  <a:pt x="285750" y="247620"/>
                </a:moveTo>
                <a:lnTo>
                  <a:pt x="285750" y="285750"/>
                </a:lnTo>
                <a:moveTo>
                  <a:pt x="171450" y="247620"/>
                </a:moveTo>
                <a:lnTo>
                  <a:pt x="171450" y="285750"/>
                </a:lnTo>
                <a:moveTo>
                  <a:pt x="76170" y="152430"/>
                </a:moveTo>
                <a:lnTo>
                  <a:pt x="381030" y="152430"/>
                </a:lnTo>
                <a:lnTo>
                  <a:pt x="381030" y="381030"/>
                </a:lnTo>
                <a:lnTo>
                  <a:pt x="76170" y="381030"/>
                </a:lnTo>
                <a:lnTo>
                  <a:pt x="76170" y="15243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3794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23794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モデルが操作を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で返す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6572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32604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7196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719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1606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730" y="78090"/>
                </a:moveTo>
                <a:lnTo>
                  <a:pt x="228600" y="114300"/>
                </a:lnTo>
                <a:moveTo>
                  <a:pt x="97109" y="152430"/>
                </a:moveTo>
                <a:lnTo>
                  <a:pt x="41880" y="137160"/>
                </a:lnTo>
                <a:moveTo>
                  <a:pt x="114300" y="228600"/>
                </a:moveTo>
                <a:lnTo>
                  <a:pt x="78090" y="266730"/>
                </a:lnTo>
                <a:moveTo>
                  <a:pt x="137160" y="41880"/>
                </a:moveTo>
                <a:lnTo>
                  <a:pt x="152430" y="97109"/>
                </a:lnTo>
                <a:moveTo>
                  <a:pt x="172182" y="184617"/>
                </a:moveTo>
                <a:lnTo>
                  <a:pt x="171633" y="183063"/>
                </a:lnTo>
                <a:lnTo>
                  <a:pt x="171450" y="181508"/>
                </a:lnTo>
                <a:lnTo>
                  <a:pt x="171450" y="179862"/>
                </a:lnTo>
                <a:lnTo>
                  <a:pt x="171724" y="178308"/>
                </a:lnTo>
                <a:lnTo>
                  <a:pt x="172364" y="176754"/>
                </a:lnTo>
                <a:lnTo>
                  <a:pt x="173187" y="175382"/>
                </a:lnTo>
                <a:lnTo>
                  <a:pt x="174193" y="174193"/>
                </a:lnTo>
                <a:lnTo>
                  <a:pt x="175382" y="173187"/>
                </a:lnTo>
                <a:lnTo>
                  <a:pt x="176754" y="172364"/>
                </a:lnTo>
                <a:lnTo>
                  <a:pt x="178308" y="171724"/>
                </a:lnTo>
                <a:lnTo>
                  <a:pt x="179862" y="171450"/>
                </a:lnTo>
                <a:lnTo>
                  <a:pt x="181508" y="171450"/>
                </a:lnTo>
                <a:lnTo>
                  <a:pt x="183063" y="171633"/>
                </a:lnTo>
                <a:lnTo>
                  <a:pt x="184617" y="172182"/>
                </a:lnTo>
                <a:lnTo>
                  <a:pt x="394106" y="257861"/>
                </a:lnTo>
                <a:lnTo>
                  <a:pt x="395661" y="258684"/>
                </a:lnTo>
                <a:lnTo>
                  <a:pt x="397032" y="259690"/>
                </a:lnTo>
                <a:lnTo>
                  <a:pt x="398130" y="260970"/>
                </a:lnTo>
                <a:lnTo>
                  <a:pt x="399044" y="262433"/>
                </a:lnTo>
                <a:lnTo>
                  <a:pt x="399684" y="264079"/>
                </a:lnTo>
                <a:lnTo>
                  <a:pt x="400050" y="265725"/>
                </a:lnTo>
                <a:lnTo>
                  <a:pt x="400050" y="267462"/>
                </a:lnTo>
                <a:lnTo>
                  <a:pt x="399776" y="269108"/>
                </a:lnTo>
                <a:lnTo>
                  <a:pt x="399136" y="270754"/>
                </a:lnTo>
                <a:lnTo>
                  <a:pt x="398313" y="272217"/>
                </a:lnTo>
                <a:lnTo>
                  <a:pt x="397215" y="273497"/>
                </a:lnTo>
                <a:lnTo>
                  <a:pt x="395844" y="274594"/>
                </a:lnTo>
                <a:lnTo>
                  <a:pt x="394381" y="275417"/>
                </a:lnTo>
                <a:lnTo>
                  <a:pt x="392735" y="275966"/>
                </a:lnTo>
                <a:lnTo>
                  <a:pt x="309890" y="295808"/>
                </a:lnTo>
                <a:lnTo>
                  <a:pt x="308427" y="296174"/>
                </a:lnTo>
                <a:lnTo>
                  <a:pt x="307056" y="296723"/>
                </a:lnTo>
                <a:lnTo>
                  <a:pt x="305684" y="297363"/>
                </a:lnTo>
                <a:lnTo>
                  <a:pt x="304404" y="298094"/>
                </a:lnTo>
                <a:lnTo>
                  <a:pt x="303124" y="298917"/>
                </a:lnTo>
                <a:lnTo>
                  <a:pt x="301935" y="299832"/>
                </a:lnTo>
                <a:lnTo>
                  <a:pt x="300838" y="300838"/>
                </a:lnTo>
                <a:lnTo>
                  <a:pt x="299832" y="301935"/>
                </a:lnTo>
                <a:lnTo>
                  <a:pt x="298917" y="303124"/>
                </a:lnTo>
                <a:lnTo>
                  <a:pt x="298094" y="304312"/>
                </a:lnTo>
                <a:lnTo>
                  <a:pt x="297363" y="305684"/>
                </a:lnTo>
                <a:lnTo>
                  <a:pt x="296723" y="307056"/>
                </a:lnTo>
                <a:lnTo>
                  <a:pt x="296174" y="308427"/>
                </a:lnTo>
                <a:lnTo>
                  <a:pt x="295808" y="309890"/>
                </a:lnTo>
                <a:lnTo>
                  <a:pt x="275966" y="392735"/>
                </a:lnTo>
                <a:lnTo>
                  <a:pt x="275417" y="394381"/>
                </a:lnTo>
                <a:lnTo>
                  <a:pt x="274594" y="395844"/>
                </a:lnTo>
                <a:lnTo>
                  <a:pt x="273497" y="397215"/>
                </a:lnTo>
                <a:lnTo>
                  <a:pt x="272217" y="398313"/>
                </a:lnTo>
                <a:lnTo>
                  <a:pt x="270754" y="399227"/>
                </a:lnTo>
                <a:lnTo>
                  <a:pt x="269108" y="399776"/>
                </a:lnTo>
                <a:lnTo>
                  <a:pt x="267462" y="400050"/>
                </a:lnTo>
                <a:lnTo>
                  <a:pt x="265725" y="400050"/>
                </a:lnTo>
                <a:lnTo>
                  <a:pt x="264079" y="399684"/>
                </a:lnTo>
                <a:lnTo>
                  <a:pt x="262433" y="399044"/>
                </a:lnTo>
                <a:lnTo>
                  <a:pt x="260970" y="398221"/>
                </a:lnTo>
                <a:lnTo>
                  <a:pt x="259690" y="397032"/>
                </a:lnTo>
                <a:lnTo>
                  <a:pt x="258684" y="395661"/>
                </a:lnTo>
                <a:lnTo>
                  <a:pt x="257861" y="394106"/>
                </a:lnTo>
                <a:lnTo>
                  <a:pt x="172182" y="184617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7196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97196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クリックや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入力を行う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9974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06006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0598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059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5008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39" y="76170"/>
                </a:moveTo>
                <a:lnTo>
                  <a:pt x="269565" y="76352"/>
                </a:lnTo>
                <a:lnTo>
                  <a:pt x="272491" y="76627"/>
                </a:lnTo>
                <a:lnTo>
                  <a:pt x="275326" y="77175"/>
                </a:lnTo>
                <a:lnTo>
                  <a:pt x="278160" y="77998"/>
                </a:lnTo>
                <a:lnTo>
                  <a:pt x="280904" y="79004"/>
                </a:lnTo>
                <a:lnTo>
                  <a:pt x="283555" y="80193"/>
                </a:lnTo>
                <a:lnTo>
                  <a:pt x="286207" y="81564"/>
                </a:lnTo>
                <a:lnTo>
                  <a:pt x="288585" y="83210"/>
                </a:lnTo>
                <a:lnTo>
                  <a:pt x="290962" y="84948"/>
                </a:lnTo>
                <a:lnTo>
                  <a:pt x="293157" y="86868"/>
                </a:lnTo>
                <a:lnTo>
                  <a:pt x="295168" y="89063"/>
                </a:lnTo>
                <a:lnTo>
                  <a:pt x="296997" y="91257"/>
                </a:lnTo>
                <a:lnTo>
                  <a:pt x="298643" y="93726"/>
                </a:lnTo>
                <a:lnTo>
                  <a:pt x="300198" y="96195"/>
                </a:lnTo>
                <a:lnTo>
                  <a:pt x="309433" y="113386"/>
                </a:lnTo>
                <a:lnTo>
                  <a:pt x="310896" y="115854"/>
                </a:lnTo>
                <a:lnTo>
                  <a:pt x="312633" y="118232"/>
                </a:lnTo>
                <a:lnTo>
                  <a:pt x="314462" y="120518"/>
                </a:lnTo>
                <a:lnTo>
                  <a:pt x="316474" y="122621"/>
                </a:lnTo>
                <a:lnTo>
                  <a:pt x="318668" y="124633"/>
                </a:lnTo>
                <a:lnTo>
                  <a:pt x="320954" y="126370"/>
                </a:lnTo>
                <a:lnTo>
                  <a:pt x="323423" y="127925"/>
                </a:lnTo>
                <a:lnTo>
                  <a:pt x="325984" y="129388"/>
                </a:lnTo>
                <a:lnTo>
                  <a:pt x="328635" y="130576"/>
                </a:lnTo>
                <a:lnTo>
                  <a:pt x="331470" y="131582"/>
                </a:lnTo>
                <a:lnTo>
                  <a:pt x="334213" y="132314"/>
                </a:lnTo>
                <a:lnTo>
                  <a:pt x="337139" y="132862"/>
                </a:lnTo>
                <a:lnTo>
                  <a:pt x="340065" y="133228"/>
                </a:lnTo>
                <a:lnTo>
                  <a:pt x="342991" y="133320"/>
                </a:lnTo>
                <a:lnTo>
                  <a:pt x="381030" y="133320"/>
                </a:lnTo>
                <a:lnTo>
                  <a:pt x="385237" y="133594"/>
                </a:lnTo>
                <a:lnTo>
                  <a:pt x="389443" y="134325"/>
                </a:lnTo>
                <a:lnTo>
                  <a:pt x="393558" y="135514"/>
                </a:lnTo>
                <a:lnTo>
                  <a:pt x="397490" y="137160"/>
                </a:lnTo>
                <a:lnTo>
                  <a:pt x="401239" y="139172"/>
                </a:lnTo>
                <a:lnTo>
                  <a:pt x="404713" y="141641"/>
                </a:lnTo>
                <a:lnTo>
                  <a:pt x="407914" y="144475"/>
                </a:lnTo>
                <a:lnTo>
                  <a:pt x="410748" y="147676"/>
                </a:lnTo>
                <a:lnTo>
                  <a:pt x="413217" y="151150"/>
                </a:lnTo>
                <a:lnTo>
                  <a:pt x="415320" y="154899"/>
                </a:lnTo>
                <a:lnTo>
                  <a:pt x="416966" y="158831"/>
                </a:lnTo>
                <a:lnTo>
                  <a:pt x="418155" y="162946"/>
                </a:lnTo>
                <a:lnTo>
                  <a:pt x="418887" y="167152"/>
                </a:lnTo>
                <a:lnTo>
                  <a:pt x="419070" y="171450"/>
                </a:lnTo>
                <a:lnTo>
                  <a:pt x="419070" y="342900"/>
                </a:lnTo>
                <a:lnTo>
                  <a:pt x="418887" y="347198"/>
                </a:lnTo>
                <a:lnTo>
                  <a:pt x="418155" y="351404"/>
                </a:lnTo>
                <a:lnTo>
                  <a:pt x="416966" y="355519"/>
                </a:lnTo>
                <a:lnTo>
                  <a:pt x="415320" y="359451"/>
                </a:lnTo>
                <a:lnTo>
                  <a:pt x="413217" y="363200"/>
                </a:lnTo>
                <a:lnTo>
                  <a:pt x="410748" y="366674"/>
                </a:lnTo>
                <a:lnTo>
                  <a:pt x="407914" y="369875"/>
                </a:lnTo>
                <a:lnTo>
                  <a:pt x="404713" y="372709"/>
                </a:lnTo>
                <a:lnTo>
                  <a:pt x="401239" y="375178"/>
                </a:lnTo>
                <a:lnTo>
                  <a:pt x="397490" y="377190"/>
                </a:lnTo>
                <a:lnTo>
                  <a:pt x="393558" y="378836"/>
                </a:lnTo>
                <a:lnTo>
                  <a:pt x="389443" y="380025"/>
                </a:lnTo>
                <a:lnTo>
                  <a:pt x="385237" y="380756"/>
                </a:lnTo>
                <a:lnTo>
                  <a:pt x="381030" y="381030"/>
                </a:lnTo>
                <a:lnTo>
                  <a:pt x="76170" y="381030"/>
                </a:lnTo>
                <a:lnTo>
                  <a:pt x="71963" y="380756"/>
                </a:lnTo>
                <a:lnTo>
                  <a:pt x="67757" y="380025"/>
                </a:lnTo>
                <a:lnTo>
                  <a:pt x="63642" y="378836"/>
                </a:lnTo>
                <a:lnTo>
                  <a:pt x="59710" y="377190"/>
                </a:lnTo>
                <a:lnTo>
                  <a:pt x="55961" y="375178"/>
                </a:lnTo>
                <a:lnTo>
                  <a:pt x="52487" y="372709"/>
                </a:lnTo>
                <a:lnTo>
                  <a:pt x="49286" y="369875"/>
                </a:lnTo>
                <a:lnTo>
                  <a:pt x="46452" y="366674"/>
                </a:lnTo>
                <a:lnTo>
                  <a:pt x="43983" y="363200"/>
                </a:lnTo>
                <a:lnTo>
                  <a:pt x="41880" y="359451"/>
                </a:lnTo>
                <a:lnTo>
                  <a:pt x="40234" y="355519"/>
                </a:lnTo>
                <a:lnTo>
                  <a:pt x="39045" y="351404"/>
                </a:lnTo>
                <a:lnTo>
                  <a:pt x="38313" y="347198"/>
                </a:lnTo>
                <a:lnTo>
                  <a:pt x="38130" y="342900"/>
                </a:lnTo>
                <a:lnTo>
                  <a:pt x="38130" y="171450"/>
                </a:lnTo>
                <a:lnTo>
                  <a:pt x="38313" y="167152"/>
                </a:lnTo>
                <a:lnTo>
                  <a:pt x="39045" y="162946"/>
                </a:lnTo>
                <a:lnTo>
                  <a:pt x="40234" y="158831"/>
                </a:lnTo>
                <a:lnTo>
                  <a:pt x="41880" y="154899"/>
                </a:lnTo>
                <a:lnTo>
                  <a:pt x="43983" y="151150"/>
                </a:lnTo>
                <a:lnTo>
                  <a:pt x="46452" y="147676"/>
                </a:lnTo>
                <a:lnTo>
                  <a:pt x="49286" y="144475"/>
                </a:lnTo>
                <a:lnTo>
                  <a:pt x="52487" y="141641"/>
                </a:lnTo>
                <a:lnTo>
                  <a:pt x="55961" y="139172"/>
                </a:lnTo>
                <a:lnTo>
                  <a:pt x="59710" y="137160"/>
                </a:lnTo>
                <a:lnTo>
                  <a:pt x="63642" y="135514"/>
                </a:lnTo>
                <a:lnTo>
                  <a:pt x="67757" y="134325"/>
                </a:lnTo>
                <a:lnTo>
                  <a:pt x="71963" y="133594"/>
                </a:lnTo>
                <a:lnTo>
                  <a:pt x="76170" y="133320"/>
                </a:lnTo>
                <a:lnTo>
                  <a:pt x="114209" y="133320"/>
                </a:lnTo>
                <a:lnTo>
                  <a:pt x="117135" y="133228"/>
                </a:lnTo>
                <a:lnTo>
                  <a:pt x="120061" y="132862"/>
                </a:lnTo>
                <a:lnTo>
                  <a:pt x="122895" y="132314"/>
                </a:lnTo>
                <a:lnTo>
                  <a:pt x="125730" y="131582"/>
                </a:lnTo>
                <a:lnTo>
                  <a:pt x="128473" y="130576"/>
                </a:lnTo>
                <a:lnTo>
                  <a:pt x="131216" y="129388"/>
                </a:lnTo>
                <a:lnTo>
                  <a:pt x="133777" y="128016"/>
                </a:lnTo>
                <a:lnTo>
                  <a:pt x="136154" y="126370"/>
                </a:lnTo>
                <a:lnTo>
                  <a:pt x="138532" y="124633"/>
                </a:lnTo>
                <a:lnTo>
                  <a:pt x="140726" y="122621"/>
                </a:lnTo>
                <a:lnTo>
                  <a:pt x="142738" y="120518"/>
                </a:lnTo>
                <a:lnTo>
                  <a:pt x="144567" y="118323"/>
                </a:lnTo>
                <a:lnTo>
                  <a:pt x="146304" y="115946"/>
                </a:lnTo>
                <a:lnTo>
                  <a:pt x="147767" y="113386"/>
                </a:lnTo>
                <a:lnTo>
                  <a:pt x="157094" y="96195"/>
                </a:lnTo>
                <a:lnTo>
                  <a:pt x="158557" y="93635"/>
                </a:lnTo>
                <a:lnTo>
                  <a:pt x="160203" y="91257"/>
                </a:lnTo>
                <a:lnTo>
                  <a:pt x="162123" y="88971"/>
                </a:lnTo>
                <a:lnTo>
                  <a:pt x="164135" y="86868"/>
                </a:lnTo>
                <a:lnTo>
                  <a:pt x="166329" y="84948"/>
                </a:lnTo>
                <a:lnTo>
                  <a:pt x="168615" y="83119"/>
                </a:lnTo>
                <a:lnTo>
                  <a:pt x="171084" y="81564"/>
                </a:lnTo>
                <a:lnTo>
                  <a:pt x="173645" y="80193"/>
                </a:lnTo>
                <a:lnTo>
                  <a:pt x="176296" y="79004"/>
                </a:lnTo>
                <a:lnTo>
                  <a:pt x="179040" y="77998"/>
                </a:lnTo>
                <a:lnTo>
                  <a:pt x="181874" y="77175"/>
                </a:lnTo>
                <a:lnTo>
                  <a:pt x="184709" y="76627"/>
                </a:lnTo>
                <a:lnTo>
                  <a:pt x="187635" y="76352"/>
                </a:lnTo>
                <a:lnTo>
                  <a:pt x="190561" y="76170"/>
                </a:lnTo>
                <a:lnTo>
                  <a:pt x="266639" y="76170"/>
                </a:lnTo>
                <a:close/>
                <a:moveTo>
                  <a:pt x="285750" y="247620"/>
                </a:moveTo>
                <a:lnTo>
                  <a:pt x="284287" y="260330"/>
                </a:lnTo>
                <a:lnTo>
                  <a:pt x="280081" y="272491"/>
                </a:lnTo>
                <a:lnTo>
                  <a:pt x="273314" y="283281"/>
                </a:lnTo>
                <a:lnTo>
                  <a:pt x="264262" y="292334"/>
                </a:lnTo>
                <a:lnTo>
                  <a:pt x="253380" y="299100"/>
                </a:lnTo>
                <a:lnTo>
                  <a:pt x="241310" y="303398"/>
                </a:lnTo>
                <a:lnTo>
                  <a:pt x="228600" y="304770"/>
                </a:lnTo>
                <a:lnTo>
                  <a:pt x="215890" y="303398"/>
                </a:lnTo>
                <a:lnTo>
                  <a:pt x="203820" y="299100"/>
                </a:lnTo>
                <a:lnTo>
                  <a:pt x="192938" y="292334"/>
                </a:lnTo>
                <a:lnTo>
                  <a:pt x="183886" y="283281"/>
                </a:lnTo>
                <a:lnTo>
                  <a:pt x="177119" y="272491"/>
                </a:lnTo>
                <a:lnTo>
                  <a:pt x="172913" y="260330"/>
                </a:lnTo>
                <a:lnTo>
                  <a:pt x="171450" y="247620"/>
                </a:lnTo>
                <a:lnTo>
                  <a:pt x="172913" y="234909"/>
                </a:lnTo>
                <a:lnTo>
                  <a:pt x="177119" y="222839"/>
                </a:lnTo>
                <a:lnTo>
                  <a:pt x="183886" y="212049"/>
                </a:lnTo>
                <a:lnTo>
                  <a:pt x="192938" y="202997"/>
                </a:lnTo>
                <a:lnTo>
                  <a:pt x="203820" y="196139"/>
                </a:lnTo>
                <a:lnTo>
                  <a:pt x="215890" y="191933"/>
                </a:lnTo>
                <a:lnTo>
                  <a:pt x="228600" y="190470"/>
                </a:lnTo>
                <a:lnTo>
                  <a:pt x="241310" y="191933"/>
                </a:lnTo>
                <a:lnTo>
                  <a:pt x="253380" y="196139"/>
                </a:lnTo>
                <a:lnTo>
                  <a:pt x="264262" y="202997"/>
                </a:lnTo>
                <a:lnTo>
                  <a:pt x="273314" y="212049"/>
                </a:lnTo>
                <a:lnTo>
                  <a:pt x="280081" y="222839"/>
                </a:lnTo>
                <a:lnTo>
                  <a:pt x="284287" y="234909"/>
                </a:lnTo>
                <a:lnTo>
                  <a:pt x="285750" y="24762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0598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返送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70598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操作後の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96403" y="3831336"/>
            <a:ext cx="0" cy="310896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76197" y="4142232"/>
            <a:ext cx="622020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576197" y="3831336"/>
            <a:ext cx="0" cy="310896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triangl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308860" y="3959352"/>
            <a:ext cx="4754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886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提案がなくなるか MAX_STEPS まで繰り返す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PythonとPlaywrightを準備する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2241296"/>
          </a:xfrm>
          <a:prstGeom prst="roundRect">
            <a:avLst>
              <a:gd name="adj" fmla="val 244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9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AZURE_CU_RESOURCE "&lt;resource&gt;"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AZURE_CU_DEPLOYMENT "&lt;gpt-5.6-deployment&gt;"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AZURE_CU_API_KEY "&lt;api-key&gt;"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 -m venv .venv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.venv\Scripts\Activate.ps1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openai playwright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playwright install chromium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576320"/>
            <a:ext cx="158419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3576320"/>
            <a:ext cx="9624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キー設定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1571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44318" y="3576320"/>
            <a:ext cx="161163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233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03602"/>
                </a:moveTo>
                <a:lnTo>
                  <a:pt x="271943" y="101681"/>
                </a:lnTo>
                <a:lnTo>
                  <a:pt x="271760" y="99761"/>
                </a:lnTo>
                <a:lnTo>
                  <a:pt x="271394" y="97841"/>
                </a:lnTo>
                <a:lnTo>
                  <a:pt x="270845" y="96012"/>
                </a:lnTo>
                <a:lnTo>
                  <a:pt x="270205" y="94183"/>
                </a:lnTo>
                <a:lnTo>
                  <a:pt x="269474" y="92446"/>
                </a:lnTo>
                <a:lnTo>
                  <a:pt x="268559" y="90708"/>
                </a:lnTo>
                <a:lnTo>
                  <a:pt x="267553" y="89063"/>
                </a:lnTo>
                <a:lnTo>
                  <a:pt x="266365" y="87508"/>
                </a:lnTo>
                <a:lnTo>
                  <a:pt x="265085" y="86045"/>
                </a:lnTo>
                <a:lnTo>
                  <a:pt x="263713" y="84673"/>
                </a:lnTo>
                <a:lnTo>
                  <a:pt x="262250" y="83393"/>
                </a:lnTo>
                <a:lnTo>
                  <a:pt x="260695" y="82296"/>
                </a:lnTo>
                <a:lnTo>
                  <a:pt x="259050" y="81199"/>
                </a:lnTo>
                <a:lnTo>
                  <a:pt x="168432" y="29444"/>
                </a:lnTo>
                <a:lnTo>
                  <a:pt x="166695" y="28529"/>
                </a:lnTo>
                <a:lnTo>
                  <a:pt x="164958" y="27706"/>
                </a:lnTo>
                <a:lnTo>
                  <a:pt x="163129" y="27066"/>
                </a:lnTo>
                <a:lnTo>
                  <a:pt x="161209" y="26609"/>
                </a:lnTo>
                <a:lnTo>
                  <a:pt x="159288" y="26243"/>
                </a:lnTo>
                <a:lnTo>
                  <a:pt x="157368" y="25969"/>
                </a:lnTo>
                <a:lnTo>
                  <a:pt x="155448" y="25969"/>
                </a:lnTo>
                <a:lnTo>
                  <a:pt x="153528" y="25969"/>
                </a:lnTo>
                <a:lnTo>
                  <a:pt x="151608" y="26243"/>
                </a:lnTo>
                <a:lnTo>
                  <a:pt x="149687" y="26609"/>
                </a:lnTo>
                <a:lnTo>
                  <a:pt x="147767" y="27066"/>
                </a:lnTo>
                <a:lnTo>
                  <a:pt x="145938" y="27706"/>
                </a:lnTo>
                <a:lnTo>
                  <a:pt x="144201" y="28529"/>
                </a:lnTo>
                <a:lnTo>
                  <a:pt x="142464" y="29444"/>
                </a:lnTo>
                <a:lnTo>
                  <a:pt x="51846" y="81199"/>
                </a:lnTo>
                <a:lnTo>
                  <a:pt x="50201" y="82296"/>
                </a:lnTo>
                <a:lnTo>
                  <a:pt x="48646" y="83393"/>
                </a:lnTo>
                <a:lnTo>
                  <a:pt x="47183" y="84673"/>
                </a:lnTo>
                <a:lnTo>
                  <a:pt x="45811" y="86045"/>
                </a:lnTo>
                <a:lnTo>
                  <a:pt x="44531" y="87508"/>
                </a:lnTo>
                <a:lnTo>
                  <a:pt x="43343" y="89063"/>
                </a:lnTo>
                <a:lnTo>
                  <a:pt x="42337" y="90708"/>
                </a:lnTo>
                <a:lnTo>
                  <a:pt x="41422" y="92446"/>
                </a:lnTo>
                <a:lnTo>
                  <a:pt x="40691" y="94183"/>
                </a:lnTo>
                <a:lnTo>
                  <a:pt x="40051" y="96012"/>
                </a:lnTo>
                <a:lnTo>
                  <a:pt x="39502" y="97841"/>
                </a:lnTo>
                <a:lnTo>
                  <a:pt x="39136" y="99761"/>
                </a:lnTo>
                <a:lnTo>
                  <a:pt x="38953" y="101681"/>
                </a:lnTo>
                <a:lnTo>
                  <a:pt x="38862" y="103602"/>
                </a:lnTo>
                <a:lnTo>
                  <a:pt x="38862" y="207294"/>
                </a:lnTo>
                <a:lnTo>
                  <a:pt x="38953" y="209215"/>
                </a:lnTo>
                <a:lnTo>
                  <a:pt x="39136" y="211135"/>
                </a:lnTo>
                <a:lnTo>
                  <a:pt x="39502" y="213055"/>
                </a:lnTo>
                <a:lnTo>
                  <a:pt x="40051" y="214884"/>
                </a:lnTo>
                <a:lnTo>
                  <a:pt x="40691" y="216713"/>
                </a:lnTo>
                <a:lnTo>
                  <a:pt x="41422" y="218450"/>
                </a:lnTo>
                <a:lnTo>
                  <a:pt x="42337" y="220188"/>
                </a:lnTo>
                <a:lnTo>
                  <a:pt x="43343" y="221833"/>
                </a:lnTo>
                <a:lnTo>
                  <a:pt x="44531" y="223388"/>
                </a:lnTo>
                <a:lnTo>
                  <a:pt x="45811" y="224851"/>
                </a:lnTo>
                <a:lnTo>
                  <a:pt x="47183" y="226223"/>
                </a:lnTo>
                <a:lnTo>
                  <a:pt x="48646" y="227503"/>
                </a:lnTo>
                <a:lnTo>
                  <a:pt x="50201" y="228600"/>
                </a:lnTo>
                <a:lnTo>
                  <a:pt x="51846" y="229697"/>
                </a:lnTo>
                <a:lnTo>
                  <a:pt x="142464" y="281452"/>
                </a:lnTo>
                <a:lnTo>
                  <a:pt x="144201" y="282367"/>
                </a:lnTo>
                <a:lnTo>
                  <a:pt x="145938" y="283190"/>
                </a:lnTo>
                <a:lnTo>
                  <a:pt x="147767" y="283830"/>
                </a:lnTo>
                <a:lnTo>
                  <a:pt x="149687" y="284287"/>
                </a:lnTo>
                <a:lnTo>
                  <a:pt x="151608" y="284653"/>
                </a:lnTo>
                <a:lnTo>
                  <a:pt x="153528" y="284927"/>
                </a:lnTo>
                <a:lnTo>
                  <a:pt x="155448" y="284927"/>
                </a:lnTo>
                <a:lnTo>
                  <a:pt x="157368" y="284927"/>
                </a:lnTo>
                <a:lnTo>
                  <a:pt x="159288" y="284653"/>
                </a:lnTo>
                <a:lnTo>
                  <a:pt x="161209" y="284287"/>
                </a:lnTo>
                <a:lnTo>
                  <a:pt x="163129" y="283830"/>
                </a:lnTo>
                <a:lnTo>
                  <a:pt x="164958" y="283190"/>
                </a:lnTo>
                <a:lnTo>
                  <a:pt x="166695" y="282367"/>
                </a:lnTo>
                <a:lnTo>
                  <a:pt x="168432" y="281452"/>
                </a:lnTo>
                <a:lnTo>
                  <a:pt x="259050" y="229697"/>
                </a:lnTo>
                <a:lnTo>
                  <a:pt x="260695" y="228600"/>
                </a:lnTo>
                <a:lnTo>
                  <a:pt x="262250" y="227503"/>
                </a:lnTo>
                <a:lnTo>
                  <a:pt x="263713" y="226223"/>
                </a:lnTo>
                <a:lnTo>
                  <a:pt x="265085" y="224851"/>
                </a:lnTo>
                <a:lnTo>
                  <a:pt x="266365" y="223388"/>
                </a:lnTo>
                <a:lnTo>
                  <a:pt x="267553" y="221833"/>
                </a:lnTo>
                <a:lnTo>
                  <a:pt x="268559" y="220188"/>
                </a:lnTo>
                <a:lnTo>
                  <a:pt x="269474" y="218450"/>
                </a:lnTo>
                <a:lnTo>
                  <a:pt x="270205" y="216713"/>
                </a:lnTo>
                <a:lnTo>
                  <a:pt x="270845" y="214884"/>
                </a:lnTo>
                <a:lnTo>
                  <a:pt x="271394" y="213055"/>
                </a:lnTo>
                <a:lnTo>
                  <a:pt x="271760" y="211135"/>
                </a:lnTo>
                <a:lnTo>
                  <a:pt x="271943" y="209215"/>
                </a:lnTo>
                <a:lnTo>
                  <a:pt x="272034" y="207294"/>
                </a:lnTo>
                <a:lnTo>
                  <a:pt x="272034" y="103602"/>
                </a:lnTo>
                <a:close/>
                <a:moveTo>
                  <a:pt x="42794" y="90708"/>
                </a:moveTo>
                <a:lnTo>
                  <a:pt x="155448" y="155448"/>
                </a:lnTo>
                <a:lnTo>
                  <a:pt x="268194" y="90708"/>
                </a:lnTo>
                <a:moveTo>
                  <a:pt x="155448" y="285018"/>
                </a:moveTo>
                <a:lnTo>
                  <a:pt x="155448" y="15544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4670" y="3576320"/>
            <a:ext cx="989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venv作成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166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0268" y="3576320"/>
            <a:ext cx="216027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828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42464" y="281452"/>
                </a:moveTo>
                <a:lnTo>
                  <a:pt x="144201" y="282367"/>
                </a:lnTo>
                <a:lnTo>
                  <a:pt x="145938" y="283190"/>
                </a:lnTo>
                <a:lnTo>
                  <a:pt x="147767" y="283830"/>
                </a:lnTo>
                <a:lnTo>
                  <a:pt x="149687" y="284287"/>
                </a:lnTo>
                <a:lnTo>
                  <a:pt x="151608" y="284653"/>
                </a:lnTo>
                <a:lnTo>
                  <a:pt x="153528" y="284927"/>
                </a:lnTo>
                <a:lnTo>
                  <a:pt x="155448" y="284927"/>
                </a:lnTo>
                <a:lnTo>
                  <a:pt x="157368" y="284927"/>
                </a:lnTo>
                <a:lnTo>
                  <a:pt x="159288" y="284653"/>
                </a:lnTo>
                <a:lnTo>
                  <a:pt x="161209" y="284287"/>
                </a:lnTo>
                <a:lnTo>
                  <a:pt x="163129" y="283830"/>
                </a:lnTo>
                <a:lnTo>
                  <a:pt x="164958" y="283190"/>
                </a:lnTo>
                <a:lnTo>
                  <a:pt x="166695" y="282367"/>
                </a:lnTo>
                <a:lnTo>
                  <a:pt x="168432" y="281452"/>
                </a:lnTo>
                <a:lnTo>
                  <a:pt x="259050" y="229697"/>
                </a:lnTo>
                <a:lnTo>
                  <a:pt x="260695" y="228600"/>
                </a:lnTo>
                <a:lnTo>
                  <a:pt x="262250" y="227503"/>
                </a:lnTo>
                <a:lnTo>
                  <a:pt x="263713" y="226223"/>
                </a:lnTo>
                <a:lnTo>
                  <a:pt x="265085" y="224851"/>
                </a:lnTo>
                <a:lnTo>
                  <a:pt x="266365" y="223388"/>
                </a:lnTo>
                <a:lnTo>
                  <a:pt x="267553" y="221833"/>
                </a:lnTo>
                <a:lnTo>
                  <a:pt x="268559" y="220188"/>
                </a:lnTo>
                <a:lnTo>
                  <a:pt x="269474" y="218450"/>
                </a:lnTo>
                <a:lnTo>
                  <a:pt x="270205" y="216713"/>
                </a:lnTo>
                <a:lnTo>
                  <a:pt x="270845" y="214884"/>
                </a:lnTo>
                <a:lnTo>
                  <a:pt x="271394" y="213055"/>
                </a:lnTo>
                <a:lnTo>
                  <a:pt x="271760" y="211135"/>
                </a:lnTo>
                <a:lnTo>
                  <a:pt x="271943" y="209215"/>
                </a:lnTo>
                <a:lnTo>
                  <a:pt x="272034" y="207294"/>
                </a:lnTo>
                <a:lnTo>
                  <a:pt x="272034" y="103602"/>
                </a:lnTo>
                <a:lnTo>
                  <a:pt x="271943" y="101681"/>
                </a:lnTo>
                <a:lnTo>
                  <a:pt x="271760" y="99761"/>
                </a:lnTo>
                <a:lnTo>
                  <a:pt x="271394" y="97841"/>
                </a:lnTo>
                <a:lnTo>
                  <a:pt x="270845" y="96012"/>
                </a:lnTo>
                <a:lnTo>
                  <a:pt x="270205" y="94183"/>
                </a:lnTo>
                <a:lnTo>
                  <a:pt x="269474" y="92446"/>
                </a:lnTo>
                <a:lnTo>
                  <a:pt x="268559" y="90708"/>
                </a:lnTo>
                <a:lnTo>
                  <a:pt x="267553" y="89063"/>
                </a:lnTo>
                <a:lnTo>
                  <a:pt x="266365" y="87508"/>
                </a:lnTo>
                <a:lnTo>
                  <a:pt x="265085" y="86045"/>
                </a:lnTo>
                <a:lnTo>
                  <a:pt x="263713" y="84673"/>
                </a:lnTo>
                <a:lnTo>
                  <a:pt x="262250" y="83393"/>
                </a:lnTo>
                <a:lnTo>
                  <a:pt x="260695" y="82296"/>
                </a:lnTo>
                <a:lnTo>
                  <a:pt x="259050" y="81199"/>
                </a:lnTo>
                <a:lnTo>
                  <a:pt x="168432" y="29444"/>
                </a:lnTo>
                <a:lnTo>
                  <a:pt x="166695" y="28529"/>
                </a:lnTo>
                <a:lnTo>
                  <a:pt x="164958" y="27706"/>
                </a:lnTo>
                <a:lnTo>
                  <a:pt x="163129" y="27066"/>
                </a:lnTo>
                <a:lnTo>
                  <a:pt x="161209" y="26609"/>
                </a:lnTo>
                <a:lnTo>
                  <a:pt x="159288" y="26243"/>
                </a:lnTo>
                <a:lnTo>
                  <a:pt x="157368" y="25969"/>
                </a:lnTo>
                <a:lnTo>
                  <a:pt x="155448" y="25969"/>
                </a:lnTo>
                <a:lnTo>
                  <a:pt x="153528" y="25969"/>
                </a:lnTo>
                <a:lnTo>
                  <a:pt x="151608" y="26243"/>
                </a:lnTo>
                <a:lnTo>
                  <a:pt x="149687" y="26609"/>
                </a:lnTo>
                <a:lnTo>
                  <a:pt x="147767" y="27066"/>
                </a:lnTo>
                <a:lnTo>
                  <a:pt x="145938" y="27706"/>
                </a:lnTo>
                <a:lnTo>
                  <a:pt x="144201" y="28529"/>
                </a:lnTo>
                <a:lnTo>
                  <a:pt x="142464" y="29444"/>
                </a:lnTo>
                <a:lnTo>
                  <a:pt x="51846" y="81199"/>
                </a:lnTo>
                <a:lnTo>
                  <a:pt x="50201" y="82296"/>
                </a:lnTo>
                <a:lnTo>
                  <a:pt x="48646" y="83393"/>
                </a:lnTo>
                <a:lnTo>
                  <a:pt x="47183" y="84673"/>
                </a:lnTo>
                <a:lnTo>
                  <a:pt x="45811" y="86045"/>
                </a:lnTo>
                <a:lnTo>
                  <a:pt x="44531" y="87508"/>
                </a:lnTo>
                <a:lnTo>
                  <a:pt x="43343" y="89063"/>
                </a:lnTo>
                <a:lnTo>
                  <a:pt x="42337" y="90708"/>
                </a:lnTo>
                <a:lnTo>
                  <a:pt x="41422" y="92446"/>
                </a:lnTo>
                <a:lnTo>
                  <a:pt x="40691" y="94183"/>
                </a:lnTo>
                <a:lnTo>
                  <a:pt x="40051" y="96012"/>
                </a:lnTo>
                <a:lnTo>
                  <a:pt x="39502" y="97841"/>
                </a:lnTo>
                <a:lnTo>
                  <a:pt x="39136" y="99761"/>
                </a:lnTo>
                <a:lnTo>
                  <a:pt x="38953" y="101681"/>
                </a:lnTo>
                <a:lnTo>
                  <a:pt x="38862" y="103602"/>
                </a:lnTo>
                <a:lnTo>
                  <a:pt x="38862" y="207294"/>
                </a:lnTo>
                <a:lnTo>
                  <a:pt x="38953" y="209215"/>
                </a:lnTo>
                <a:lnTo>
                  <a:pt x="39136" y="211135"/>
                </a:lnTo>
                <a:lnTo>
                  <a:pt x="39502" y="213055"/>
                </a:lnTo>
                <a:lnTo>
                  <a:pt x="40051" y="214884"/>
                </a:lnTo>
                <a:lnTo>
                  <a:pt x="40691" y="216713"/>
                </a:lnTo>
                <a:lnTo>
                  <a:pt x="41422" y="218450"/>
                </a:lnTo>
                <a:lnTo>
                  <a:pt x="42337" y="220188"/>
                </a:lnTo>
                <a:lnTo>
                  <a:pt x="43343" y="221833"/>
                </a:lnTo>
                <a:lnTo>
                  <a:pt x="44531" y="223388"/>
                </a:lnTo>
                <a:lnTo>
                  <a:pt x="45811" y="224851"/>
                </a:lnTo>
                <a:lnTo>
                  <a:pt x="47183" y="226223"/>
                </a:lnTo>
                <a:lnTo>
                  <a:pt x="48646" y="227503"/>
                </a:lnTo>
                <a:lnTo>
                  <a:pt x="50201" y="228600"/>
                </a:lnTo>
                <a:lnTo>
                  <a:pt x="51846" y="229697"/>
                </a:lnTo>
                <a:lnTo>
                  <a:pt x="142464" y="281452"/>
                </a:lnTo>
                <a:close/>
                <a:moveTo>
                  <a:pt x="155448" y="285018"/>
                </a:moveTo>
                <a:lnTo>
                  <a:pt x="155448" y="155448"/>
                </a:lnTo>
                <a:moveTo>
                  <a:pt x="97201" y="55321"/>
                </a:moveTo>
                <a:lnTo>
                  <a:pt x="213787" y="122072"/>
                </a:lnTo>
                <a:moveTo>
                  <a:pt x="42611" y="90708"/>
                </a:moveTo>
                <a:lnTo>
                  <a:pt x="155448" y="155448"/>
                </a:lnTo>
                <a:lnTo>
                  <a:pt x="268285" y="9070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0620" y="3576320"/>
            <a:ext cx="15384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3625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64858" y="3576320"/>
            <a:ext cx="182194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287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5878"/>
                </a:moveTo>
                <a:lnTo>
                  <a:pt x="142189" y="41422"/>
                </a:lnTo>
                <a:lnTo>
                  <a:pt x="130668" y="58339"/>
                </a:lnTo>
                <a:lnTo>
                  <a:pt x="121158" y="76352"/>
                </a:lnTo>
                <a:lnTo>
                  <a:pt x="113568" y="95280"/>
                </a:lnTo>
                <a:lnTo>
                  <a:pt x="108082" y="114940"/>
                </a:lnTo>
                <a:lnTo>
                  <a:pt x="104699" y="135057"/>
                </a:lnTo>
                <a:lnTo>
                  <a:pt x="103602" y="155448"/>
                </a:lnTo>
                <a:lnTo>
                  <a:pt x="104699" y="175839"/>
                </a:lnTo>
                <a:lnTo>
                  <a:pt x="108082" y="195956"/>
                </a:lnTo>
                <a:lnTo>
                  <a:pt x="113568" y="215616"/>
                </a:lnTo>
                <a:lnTo>
                  <a:pt x="121158" y="234544"/>
                </a:lnTo>
                <a:lnTo>
                  <a:pt x="130668" y="252557"/>
                </a:lnTo>
                <a:lnTo>
                  <a:pt x="142189" y="269474"/>
                </a:lnTo>
                <a:lnTo>
                  <a:pt x="155448" y="285018"/>
                </a:lnTo>
                <a:lnTo>
                  <a:pt x="168707" y="269474"/>
                </a:lnTo>
                <a:lnTo>
                  <a:pt x="180228" y="252557"/>
                </a:lnTo>
                <a:lnTo>
                  <a:pt x="189738" y="234544"/>
                </a:lnTo>
                <a:lnTo>
                  <a:pt x="197328" y="215616"/>
                </a:lnTo>
                <a:lnTo>
                  <a:pt x="202814" y="195956"/>
                </a:lnTo>
                <a:lnTo>
                  <a:pt x="206197" y="175839"/>
                </a:lnTo>
                <a:lnTo>
                  <a:pt x="207294" y="155448"/>
                </a:lnTo>
                <a:lnTo>
                  <a:pt x="206197" y="135057"/>
                </a:lnTo>
                <a:lnTo>
                  <a:pt x="202814" y="114940"/>
                </a:lnTo>
                <a:lnTo>
                  <a:pt x="197328" y="95280"/>
                </a:lnTo>
                <a:lnTo>
                  <a:pt x="189738" y="76352"/>
                </a:lnTo>
                <a:lnTo>
                  <a:pt x="180228" y="58339"/>
                </a:lnTo>
                <a:lnTo>
                  <a:pt x="168707" y="41422"/>
                </a:lnTo>
                <a:lnTo>
                  <a:pt x="155448" y="25878"/>
                </a:lnTo>
                <a:moveTo>
                  <a:pt x="25878" y="155448"/>
                </a:moveTo>
                <a:lnTo>
                  <a:pt x="285018" y="155448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5210" y="3576320"/>
            <a:ext cx="1200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134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スクリプト全文は資料と同じフォルダの computer_use_loop.py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最初の依頼の後、このループを回す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447796"/>
          </a:xfrm>
          <a:prstGeom prst="roundRect">
            <a:avLst>
              <a:gd name="adj" fmla="val 159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17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step in range(MAX_STEPS):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calls = [o for o in response.output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if o.type == "computer_call"]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calls: break  # 提案がなければ完了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action in calls[0].actions: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run_action(page, action)  # Playwrightで実行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shot = {"type": "computer_screenshot",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"image_url": screenshot(page)}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= client.responses.create(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model=MODEL, previous_response_id=response.id,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tools=[{"type": "computer"}], input=[{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"type": "computer_call_output",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"call_id": calls[0].call_id, "output": shot}])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1896" y="1687830"/>
            <a:ext cx="0" cy="168910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991856" y="155067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91856" y="155067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1856" y="227457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227457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1856" y="275717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1856" y="275717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1856" y="323977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323977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安全対策を組み込んで動かす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287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272034"/>
                </a:moveTo>
                <a:lnTo>
                  <a:pt x="207294" y="272034"/>
                </a:lnTo>
                <a:moveTo>
                  <a:pt x="155448" y="220188"/>
                </a:moveTo>
                <a:lnTo>
                  <a:pt x="155448" y="272034"/>
                </a:lnTo>
                <a:moveTo>
                  <a:pt x="25878" y="38862"/>
                </a:moveTo>
                <a:lnTo>
                  <a:pt x="285018" y="38862"/>
                </a:lnTo>
                <a:lnTo>
                  <a:pt x="285018" y="220188"/>
                </a:lnTo>
                <a:lnTo>
                  <a:pt x="25878" y="220188"/>
                </a:lnTo>
                <a:lnTo>
                  <a:pt x="25878" y="3886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188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実行環境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188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機密データのない検証用VMで動かす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60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602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1858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760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安全チェック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0672" y="1760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pending_safety_checks は人が確認して承認する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3317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2430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16586"/>
                </a:moveTo>
                <a:lnTo>
                  <a:pt x="116586" y="194310"/>
                </a:lnTo>
                <a:moveTo>
                  <a:pt x="33467" y="216713"/>
                </a:moveTo>
                <a:lnTo>
                  <a:pt x="32461" y="215616"/>
                </a:lnTo>
                <a:lnTo>
                  <a:pt x="31547" y="214518"/>
                </a:lnTo>
                <a:lnTo>
                  <a:pt x="30724" y="213330"/>
                </a:lnTo>
                <a:lnTo>
                  <a:pt x="29901" y="212141"/>
                </a:lnTo>
                <a:lnTo>
                  <a:pt x="29169" y="210861"/>
                </a:lnTo>
                <a:lnTo>
                  <a:pt x="28438" y="209580"/>
                </a:lnTo>
                <a:lnTo>
                  <a:pt x="27889" y="208300"/>
                </a:lnTo>
                <a:lnTo>
                  <a:pt x="27341" y="206929"/>
                </a:lnTo>
                <a:lnTo>
                  <a:pt x="26883" y="205557"/>
                </a:lnTo>
                <a:lnTo>
                  <a:pt x="26518" y="204094"/>
                </a:lnTo>
                <a:lnTo>
                  <a:pt x="26243" y="202722"/>
                </a:lnTo>
                <a:lnTo>
                  <a:pt x="26060" y="201259"/>
                </a:lnTo>
                <a:lnTo>
                  <a:pt x="25969" y="199796"/>
                </a:lnTo>
                <a:lnTo>
                  <a:pt x="25878" y="198333"/>
                </a:lnTo>
                <a:lnTo>
                  <a:pt x="25878" y="112563"/>
                </a:lnTo>
                <a:lnTo>
                  <a:pt x="25969" y="111100"/>
                </a:lnTo>
                <a:lnTo>
                  <a:pt x="26060" y="109637"/>
                </a:lnTo>
                <a:lnTo>
                  <a:pt x="26243" y="108174"/>
                </a:lnTo>
                <a:lnTo>
                  <a:pt x="26518" y="106802"/>
                </a:lnTo>
                <a:lnTo>
                  <a:pt x="26883" y="105339"/>
                </a:lnTo>
                <a:lnTo>
                  <a:pt x="27341" y="103967"/>
                </a:lnTo>
                <a:lnTo>
                  <a:pt x="27889" y="102596"/>
                </a:lnTo>
                <a:lnTo>
                  <a:pt x="28438" y="101316"/>
                </a:lnTo>
                <a:lnTo>
                  <a:pt x="29169" y="100035"/>
                </a:lnTo>
                <a:lnTo>
                  <a:pt x="29901" y="98755"/>
                </a:lnTo>
                <a:lnTo>
                  <a:pt x="30724" y="97566"/>
                </a:lnTo>
                <a:lnTo>
                  <a:pt x="31547" y="96378"/>
                </a:lnTo>
                <a:lnTo>
                  <a:pt x="32461" y="95280"/>
                </a:lnTo>
                <a:lnTo>
                  <a:pt x="33467" y="94183"/>
                </a:lnTo>
                <a:lnTo>
                  <a:pt x="94183" y="33467"/>
                </a:lnTo>
                <a:lnTo>
                  <a:pt x="95280" y="32461"/>
                </a:lnTo>
                <a:lnTo>
                  <a:pt x="96378" y="31547"/>
                </a:lnTo>
                <a:lnTo>
                  <a:pt x="97566" y="30724"/>
                </a:lnTo>
                <a:lnTo>
                  <a:pt x="98755" y="29901"/>
                </a:lnTo>
                <a:lnTo>
                  <a:pt x="100035" y="29169"/>
                </a:lnTo>
                <a:lnTo>
                  <a:pt x="101316" y="28438"/>
                </a:lnTo>
                <a:lnTo>
                  <a:pt x="102596" y="27889"/>
                </a:lnTo>
                <a:lnTo>
                  <a:pt x="103967" y="27341"/>
                </a:lnTo>
                <a:lnTo>
                  <a:pt x="105339" y="26883"/>
                </a:lnTo>
                <a:lnTo>
                  <a:pt x="106802" y="26518"/>
                </a:lnTo>
                <a:lnTo>
                  <a:pt x="108174" y="26243"/>
                </a:lnTo>
                <a:lnTo>
                  <a:pt x="109637" y="26060"/>
                </a:lnTo>
                <a:lnTo>
                  <a:pt x="111100" y="25969"/>
                </a:lnTo>
                <a:lnTo>
                  <a:pt x="112563" y="25878"/>
                </a:lnTo>
                <a:lnTo>
                  <a:pt x="198333" y="25878"/>
                </a:lnTo>
                <a:lnTo>
                  <a:pt x="199796" y="25969"/>
                </a:lnTo>
                <a:lnTo>
                  <a:pt x="201259" y="26060"/>
                </a:lnTo>
                <a:lnTo>
                  <a:pt x="202722" y="26243"/>
                </a:lnTo>
                <a:lnTo>
                  <a:pt x="204094" y="26518"/>
                </a:lnTo>
                <a:lnTo>
                  <a:pt x="205557" y="26883"/>
                </a:lnTo>
                <a:lnTo>
                  <a:pt x="206929" y="27341"/>
                </a:lnTo>
                <a:lnTo>
                  <a:pt x="208300" y="27889"/>
                </a:lnTo>
                <a:lnTo>
                  <a:pt x="209580" y="28438"/>
                </a:lnTo>
                <a:lnTo>
                  <a:pt x="210861" y="29169"/>
                </a:lnTo>
                <a:lnTo>
                  <a:pt x="212141" y="29901"/>
                </a:lnTo>
                <a:lnTo>
                  <a:pt x="213330" y="30724"/>
                </a:lnTo>
                <a:lnTo>
                  <a:pt x="214518" y="31547"/>
                </a:lnTo>
                <a:lnTo>
                  <a:pt x="215616" y="32461"/>
                </a:lnTo>
                <a:lnTo>
                  <a:pt x="216713" y="33467"/>
                </a:lnTo>
                <a:lnTo>
                  <a:pt x="277429" y="94183"/>
                </a:lnTo>
                <a:lnTo>
                  <a:pt x="278435" y="95280"/>
                </a:lnTo>
                <a:lnTo>
                  <a:pt x="279349" y="96378"/>
                </a:lnTo>
                <a:lnTo>
                  <a:pt x="280172" y="97566"/>
                </a:lnTo>
                <a:lnTo>
                  <a:pt x="280995" y="98755"/>
                </a:lnTo>
                <a:lnTo>
                  <a:pt x="281727" y="100035"/>
                </a:lnTo>
                <a:lnTo>
                  <a:pt x="282458" y="101316"/>
                </a:lnTo>
                <a:lnTo>
                  <a:pt x="283007" y="102596"/>
                </a:lnTo>
                <a:lnTo>
                  <a:pt x="283555" y="103967"/>
                </a:lnTo>
                <a:lnTo>
                  <a:pt x="284013" y="105339"/>
                </a:lnTo>
                <a:lnTo>
                  <a:pt x="284378" y="106802"/>
                </a:lnTo>
                <a:lnTo>
                  <a:pt x="284653" y="108174"/>
                </a:lnTo>
                <a:lnTo>
                  <a:pt x="284836" y="109637"/>
                </a:lnTo>
                <a:lnTo>
                  <a:pt x="284927" y="111100"/>
                </a:lnTo>
                <a:lnTo>
                  <a:pt x="285018" y="112563"/>
                </a:lnTo>
                <a:lnTo>
                  <a:pt x="285018" y="198333"/>
                </a:lnTo>
                <a:lnTo>
                  <a:pt x="284927" y="199796"/>
                </a:lnTo>
                <a:lnTo>
                  <a:pt x="284836" y="201259"/>
                </a:lnTo>
                <a:lnTo>
                  <a:pt x="284653" y="202722"/>
                </a:lnTo>
                <a:lnTo>
                  <a:pt x="284378" y="204094"/>
                </a:lnTo>
                <a:lnTo>
                  <a:pt x="284013" y="205557"/>
                </a:lnTo>
                <a:lnTo>
                  <a:pt x="283555" y="206929"/>
                </a:lnTo>
                <a:lnTo>
                  <a:pt x="283007" y="208300"/>
                </a:lnTo>
                <a:lnTo>
                  <a:pt x="282458" y="209580"/>
                </a:lnTo>
                <a:lnTo>
                  <a:pt x="281727" y="210861"/>
                </a:lnTo>
                <a:lnTo>
                  <a:pt x="280995" y="212141"/>
                </a:lnTo>
                <a:lnTo>
                  <a:pt x="280172" y="213330"/>
                </a:lnTo>
                <a:lnTo>
                  <a:pt x="279349" y="214518"/>
                </a:lnTo>
                <a:lnTo>
                  <a:pt x="278435" y="215616"/>
                </a:lnTo>
                <a:lnTo>
                  <a:pt x="277429" y="216713"/>
                </a:lnTo>
                <a:lnTo>
                  <a:pt x="216713" y="277429"/>
                </a:lnTo>
                <a:lnTo>
                  <a:pt x="215616" y="278435"/>
                </a:lnTo>
                <a:lnTo>
                  <a:pt x="214518" y="279349"/>
                </a:lnTo>
                <a:lnTo>
                  <a:pt x="213330" y="280172"/>
                </a:lnTo>
                <a:lnTo>
                  <a:pt x="212141" y="280995"/>
                </a:lnTo>
                <a:lnTo>
                  <a:pt x="210861" y="281727"/>
                </a:lnTo>
                <a:lnTo>
                  <a:pt x="209580" y="282458"/>
                </a:lnTo>
                <a:lnTo>
                  <a:pt x="208300" y="283007"/>
                </a:lnTo>
                <a:lnTo>
                  <a:pt x="206929" y="283555"/>
                </a:lnTo>
                <a:lnTo>
                  <a:pt x="205557" y="284013"/>
                </a:lnTo>
                <a:lnTo>
                  <a:pt x="204094" y="284378"/>
                </a:lnTo>
                <a:lnTo>
                  <a:pt x="202722" y="284653"/>
                </a:lnTo>
                <a:lnTo>
                  <a:pt x="201259" y="284836"/>
                </a:lnTo>
                <a:lnTo>
                  <a:pt x="199796" y="284927"/>
                </a:lnTo>
                <a:lnTo>
                  <a:pt x="198333" y="285018"/>
                </a:lnTo>
                <a:lnTo>
                  <a:pt x="112563" y="285018"/>
                </a:lnTo>
                <a:lnTo>
                  <a:pt x="111100" y="284927"/>
                </a:lnTo>
                <a:lnTo>
                  <a:pt x="109637" y="284836"/>
                </a:lnTo>
                <a:lnTo>
                  <a:pt x="108174" y="284653"/>
                </a:lnTo>
                <a:lnTo>
                  <a:pt x="106802" y="284378"/>
                </a:lnTo>
                <a:lnTo>
                  <a:pt x="105339" y="284013"/>
                </a:lnTo>
                <a:lnTo>
                  <a:pt x="103967" y="283555"/>
                </a:lnTo>
                <a:lnTo>
                  <a:pt x="102596" y="283007"/>
                </a:lnTo>
                <a:lnTo>
                  <a:pt x="101316" y="282458"/>
                </a:lnTo>
                <a:lnTo>
                  <a:pt x="100035" y="281727"/>
                </a:lnTo>
                <a:lnTo>
                  <a:pt x="98755" y="280995"/>
                </a:lnTo>
                <a:lnTo>
                  <a:pt x="97566" y="280172"/>
                </a:lnTo>
                <a:lnTo>
                  <a:pt x="96378" y="279349"/>
                </a:lnTo>
                <a:lnTo>
                  <a:pt x="95280" y="278435"/>
                </a:lnTo>
                <a:lnTo>
                  <a:pt x="94183" y="277429"/>
                </a:lnTo>
                <a:lnTo>
                  <a:pt x="33467" y="216713"/>
                </a:lnTo>
                <a:close/>
                <a:moveTo>
                  <a:pt x="116586" y="116586"/>
                </a:moveTo>
                <a:lnTo>
                  <a:pt x="194310" y="19431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331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回数の上限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90672" y="2331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MAX_STEPS で止めて人に制御を戻す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903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03220"/>
            <a:ext cx="64008" cy="5074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3001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903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90672" y="2903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1440×900 または 1600×900 でクリック精度を保つ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474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74720"/>
            <a:ext cx="64008" cy="5074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573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78034" y="229789"/>
                </a:moveTo>
                <a:lnTo>
                  <a:pt x="168341" y="250363"/>
                </a:lnTo>
                <a:lnTo>
                  <a:pt x="152979" y="267279"/>
                </a:lnTo>
                <a:lnTo>
                  <a:pt x="133411" y="279075"/>
                </a:lnTo>
                <a:lnTo>
                  <a:pt x="111282" y="284561"/>
                </a:lnTo>
                <a:lnTo>
                  <a:pt x="88514" y="283464"/>
                </a:lnTo>
                <a:lnTo>
                  <a:pt x="67026" y="275783"/>
                </a:lnTo>
                <a:lnTo>
                  <a:pt x="48646" y="262250"/>
                </a:lnTo>
                <a:lnTo>
                  <a:pt x="35113" y="243870"/>
                </a:lnTo>
                <a:lnTo>
                  <a:pt x="27432" y="222382"/>
                </a:lnTo>
                <a:lnTo>
                  <a:pt x="26335" y="199614"/>
                </a:lnTo>
                <a:lnTo>
                  <a:pt x="31821" y="177485"/>
                </a:lnTo>
                <a:lnTo>
                  <a:pt x="43617" y="157917"/>
                </a:lnTo>
                <a:lnTo>
                  <a:pt x="60533" y="142555"/>
                </a:lnTo>
                <a:lnTo>
                  <a:pt x="81107" y="132862"/>
                </a:lnTo>
                <a:moveTo>
                  <a:pt x="194310" y="77724"/>
                </a:moveTo>
                <a:lnTo>
                  <a:pt x="207294" y="77724"/>
                </a:lnTo>
                <a:lnTo>
                  <a:pt x="207294" y="129570"/>
                </a:lnTo>
                <a:moveTo>
                  <a:pt x="79461" y="191292"/>
                </a:moveTo>
                <a:lnTo>
                  <a:pt x="90708" y="184800"/>
                </a:lnTo>
                <a:lnTo>
                  <a:pt x="116586" y="229697"/>
                </a:lnTo>
                <a:moveTo>
                  <a:pt x="285018" y="103602"/>
                </a:moveTo>
                <a:lnTo>
                  <a:pt x="283007" y="120884"/>
                </a:lnTo>
                <a:lnTo>
                  <a:pt x="277246" y="137343"/>
                </a:lnTo>
                <a:lnTo>
                  <a:pt x="268011" y="152065"/>
                </a:lnTo>
                <a:lnTo>
                  <a:pt x="255758" y="164409"/>
                </a:lnTo>
                <a:lnTo>
                  <a:pt x="240944" y="173645"/>
                </a:lnTo>
                <a:lnTo>
                  <a:pt x="224577" y="179405"/>
                </a:lnTo>
                <a:lnTo>
                  <a:pt x="207294" y="181326"/>
                </a:lnTo>
                <a:lnTo>
                  <a:pt x="190012" y="179405"/>
                </a:lnTo>
                <a:lnTo>
                  <a:pt x="173553" y="173645"/>
                </a:lnTo>
                <a:lnTo>
                  <a:pt x="158831" y="164409"/>
                </a:lnTo>
                <a:lnTo>
                  <a:pt x="146487" y="152065"/>
                </a:lnTo>
                <a:lnTo>
                  <a:pt x="137251" y="137343"/>
                </a:lnTo>
                <a:lnTo>
                  <a:pt x="131491" y="120884"/>
                </a:lnTo>
                <a:lnTo>
                  <a:pt x="129570" y="103602"/>
                </a:lnTo>
                <a:lnTo>
                  <a:pt x="131491" y="86319"/>
                </a:lnTo>
                <a:lnTo>
                  <a:pt x="137251" y="69952"/>
                </a:lnTo>
                <a:lnTo>
                  <a:pt x="146487" y="55138"/>
                </a:lnTo>
                <a:lnTo>
                  <a:pt x="158831" y="42885"/>
                </a:lnTo>
                <a:lnTo>
                  <a:pt x="173553" y="33650"/>
                </a:lnTo>
                <a:lnTo>
                  <a:pt x="190012" y="27889"/>
                </a:lnTo>
                <a:lnTo>
                  <a:pt x="207294" y="25878"/>
                </a:lnTo>
                <a:lnTo>
                  <a:pt x="224577" y="27889"/>
                </a:lnTo>
                <a:lnTo>
                  <a:pt x="240944" y="33650"/>
                </a:lnTo>
                <a:lnTo>
                  <a:pt x="255758" y="42885"/>
                </a:lnTo>
                <a:lnTo>
                  <a:pt x="268011" y="55138"/>
                </a:lnTo>
                <a:lnTo>
                  <a:pt x="277246" y="69952"/>
                </a:lnTo>
                <a:lnTo>
                  <a:pt x="283007" y="86319"/>
                </a:lnTo>
                <a:lnTo>
                  <a:pt x="285018" y="103602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3474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90672" y="3474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reasoning.context を current_turn にして消費を抑える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046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046220"/>
            <a:ext cx="64008" cy="50749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4144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046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90672" y="4046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computer_use_loop.py "依頼内容"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Useは応答と画面を確認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8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1508" y="1133856"/>
            <a:ext cx="5765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4592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2194" y="214884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6644" y="1801368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1508" y="1463040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1508" y="1463040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4388" y="1463040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AZURE_CU_RESOURCE とデプロイ名が正しいか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267712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4505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0470" y="81656"/>
                </a:moveTo>
                <a:lnTo>
                  <a:pt x="189464" y="82662"/>
                </a:lnTo>
                <a:lnTo>
                  <a:pt x="188641" y="83850"/>
                </a:lnTo>
                <a:lnTo>
                  <a:pt x="188001" y="85131"/>
                </a:lnTo>
                <a:lnTo>
                  <a:pt x="187452" y="86411"/>
                </a:lnTo>
                <a:lnTo>
                  <a:pt x="186995" y="87874"/>
                </a:lnTo>
                <a:lnTo>
                  <a:pt x="186812" y="89245"/>
                </a:lnTo>
                <a:lnTo>
                  <a:pt x="186720" y="90708"/>
                </a:lnTo>
                <a:lnTo>
                  <a:pt x="186812" y="92080"/>
                </a:lnTo>
                <a:lnTo>
                  <a:pt x="186995" y="93543"/>
                </a:lnTo>
                <a:lnTo>
                  <a:pt x="187452" y="94915"/>
                </a:lnTo>
                <a:lnTo>
                  <a:pt x="188001" y="96195"/>
                </a:lnTo>
                <a:lnTo>
                  <a:pt x="188641" y="97475"/>
                </a:lnTo>
                <a:lnTo>
                  <a:pt x="189464" y="98664"/>
                </a:lnTo>
                <a:lnTo>
                  <a:pt x="190470" y="99761"/>
                </a:lnTo>
                <a:lnTo>
                  <a:pt x="211135" y="120518"/>
                </a:lnTo>
                <a:lnTo>
                  <a:pt x="212232" y="121432"/>
                </a:lnTo>
                <a:lnTo>
                  <a:pt x="213421" y="122255"/>
                </a:lnTo>
                <a:lnTo>
                  <a:pt x="214701" y="122895"/>
                </a:lnTo>
                <a:lnTo>
                  <a:pt x="215981" y="123444"/>
                </a:lnTo>
                <a:lnTo>
                  <a:pt x="217353" y="123901"/>
                </a:lnTo>
                <a:lnTo>
                  <a:pt x="218816" y="124084"/>
                </a:lnTo>
                <a:lnTo>
                  <a:pt x="220188" y="124176"/>
                </a:lnTo>
                <a:lnTo>
                  <a:pt x="221651" y="124084"/>
                </a:lnTo>
                <a:lnTo>
                  <a:pt x="223022" y="123901"/>
                </a:lnTo>
                <a:lnTo>
                  <a:pt x="224485" y="123444"/>
                </a:lnTo>
                <a:lnTo>
                  <a:pt x="225765" y="122895"/>
                </a:lnTo>
                <a:lnTo>
                  <a:pt x="227046" y="122255"/>
                </a:lnTo>
                <a:lnTo>
                  <a:pt x="228234" y="121432"/>
                </a:lnTo>
                <a:lnTo>
                  <a:pt x="229332" y="120518"/>
                </a:lnTo>
                <a:lnTo>
                  <a:pt x="269565" y="80284"/>
                </a:lnTo>
                <a:lnTo>
                  <a:pt x="270571" y="79278"/>
                </a:lnTo>
                <a:lnTo>
                  <a:pt x="271760" y="78638"/>
                </a:lnTo>
                <a:lnTo>
                  <a:pt x="273040" y="78090"/>
                </a:lnTo>
                <a:lnTo>
                  <a:pt x="274320" y="77907"/>
                </a:lnTo>
                <a:lnTo>
                  <a:pt x="275600" y="77815"/>
                </a:lnTo>
                <a:lnTo>
                  <a:pt x="276880" y="77998"/>
                </a:lnTo>
                <a:lnTo>
                  <a:pt x="278069" y="78364"/>
                </a:lnTo>
                <a:lnTo>
                  <a:pt x="279166" y="78913"/>
                </a:lnTo>
                <a:lnTo>
                  <a:pt x="280172" y="79644"/>
                </a:lnTo>
                <a:lnTo>
                  <a:pt x="281087" y="80650"/>
                </a:lnTo>
                <a:lnTo>
                  <a:pt x="281727" y="81747"/>
                </a:lnTo>
                <a:lnTo>
                  <a:pt x="282275" y="83119"/>
                </a:lnTo>
                <a:lnTo>
                  <a:pt x="284561" y="95372"/>
                </a:lnTo>
                <a:lnTo>
                  <a:pt x="284927" y="107991"/>
                </a:lnTo>
                <a:lnTo>
                  <a:pt x="283190" y="120426"/>
                </a:lnTo>
                <a:lnTo>
                  <a:pt x="279532" y="132405"/>
                </a:lnTo>
                <a:lnTo>
                  <a:pt x="273954" y="143652"/>
                </a:lnTo>
                <a:lnTo>
                  <a:pt x="266639" y="153894"/>
                </a:lnTo>
                <a:lnTo>
                  <a:pt x="257769" y="162763"/>
                </a:lnTo>
                <a:lnTo>
                  <a:pt x="247620" y="170170"/>
                </a:lnTo>
                <a:lnTo>
                  <a:pt x="236372" y="175748"/>
                </a:lnTo>
                <a:lnTo>
                  <a:pt x="224394" y="179497"/>
                </a:lnTo>
                <a:lnTo>
                  <a:pt x="211958" y="181234"/>
                </a:lnTo>
                <a:lnTo>
                  <a:pt x="199431" y="180960"/>
                </a:lnTo>
                <a:lnTo>
                  <a:pt x="187086" y="178765"/>
                </a:lnTo>
                <a:lnTo>
                  <a:pt x="175290" y="174468"/>
                </a:lnTo>
                <a:lnTo>
                  <a:pt x="72786" y="276972"/>
                </a:lnTo>
                <a:lnTo>
                  <a:pt x="68031" y="280812"/>
                </a:lnTo>
                <a:lnTo>
                  <a:pt x="62454" y="283464"/>
                </a:lnTo>
                <a:lnTo>
                  <a:pt x="56418" y="284836"/>
                </a:lnTo>
                <a:lnTo>
                  <a:pt x="50292" y="284836"/>
                </a:lnTo>
                <a:lnTo>
                  <a:pt x="44257" y="283464"/>
                </a:lnTo>
                <a:lnTo>
                  <a:pt x="38771" y="280812"/>
                </a:lnTo>
                <a:lnTo>
                  <a:pt x="33924" y="276972"/>
                </a:lnTo>
                <a:lnTo>
                  <a:pt x="30084" y="272125"/>
                </a:lnTo>
                <a:lnTo>
                  <a:pt x="27432" y="266639"/>
                </a:lnTo>
                <a:lnTo>
                  <a:pt x="26060" y="260604"/>
                </a:lnTo>
                <a:lnTo>
                  <a:pt x="26060" y="254478"/>
                </a:lnTo>
                <a:lnTo>
                  <a:pt x="27432" y="248442"/>
                </a:lnTo>
                <a:lnTo>
                  <a:pt x="30084" y="242865"/>
                </a:lnTo>
                <a:lnTo>
                  <a:pt x="33924" y="238110"/>
                </a:lnTo>
                <a:lnTo>
                  <a:pt x="136428" y="135606"/>
                </a:lnTo>
                <a:lnTo>
                  <a:pt x="132222" y="123810"/>
                </a:lnTo>
                <a:lnTo>
                  <a:pt x="129936" y="111465"/>
                </a:lnTo>
                <a:lnTo>
                  <a:pt x="129662" y="98938"/>
                </a:lnTo>
                <a:lnTo>
                  <a:pt x="131399" y="86502"/>
                </a:lnTo>
                <a:lnTo>
                  <a:pt x="135148" y="74524"/>
                </a:lnTo>
                <a:lnTo>
                  <a:pt x="140818" y="63276"/>
                </a:lnTo>
                <a:lnTo>
                  <a:pt x="148133" y="53127"/>
                </a:lnTo>
                <a:lnTo>
                  <a:pt x="157002" y="44257"/>
                </a:lnTo>
                <a:lnTo>
                  <a:pt x="167244" y="36942"/>
                </a:lnTo>
                <a:lnTo>
                  <a:pt x="178491" y="31364"/>
                </a:lnTo>
                <a:lnTo>
                  <a:pt x="190470" y="27706"/>
                </a:lnTo>
                <a:lnTo>
                  <a:pt x="202905" y="25969"/>
                </a:lnTo>
                <a:lnTo>
                  <a:pt x="215524" y="26335"/>
                </a:lnTo>
                <a:lnTo>
                  <a:pt x="227868" y="28621"/>
                </a:lnTo>
                <a:lnTo>
                  <a:pt x="229149" y="29169"/>
                </a:lnTo>
                <a:lnTo>
                  <a:pt x="230337" y="29809"/>
                </a:lnTo>
                <a:lnTo>
                  <a:pt x="231252" y="30724"/>
                </a:lnTo>
                <a:lnTo>
                  <a:pt x="231983" y="31730"/>
                </a:lnTo>
                <a:lnTo>
                  <a:pt x="232623" y="32827"/>
                </a:lnTo>
                <a:lnTo>
                  <a:pt x="232898" y="34016"/>
                </a:lnTo>
                <a:lnTo>
                  <a:pt x="233081" y="35296"/>
                </a:lnTo>
                <a:lnTo>
                  <a:pt x="233081" y="36576"/>
                </a:lnTo>
                <a:lnTo>
                  <a:pt x="232806" y="37856"/>
                </a:lnTo>
                <a:lnTo>
                  <a:pt x="232258" y="39136"/>
                </a:lnTo>
                <a:lnTo>
                  <a:pt x="231618" y="40325"/>
                </a:lnTo>
                <a:lnTo>
                  <a:pt x="230703" y="41422"/>
                </a:lnTo>
                <a:lnTo>
                  <a:pt x="190470" y="816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67712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ツール指定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2194" y="2953512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6644" y="260604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1508" y="2267712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1508" y="2267712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4388" y="2267712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 が返らない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に computer を指定し、画面操作が必要な依頼か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72384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2552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072384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52194" y="375818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6644" y="341071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1508" y="3072384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1508" y="3072384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3072384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クリック位置がずれる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画面サイズを1440×900などにしているか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877056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0599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0188" y="25878"/>
                </a:moveTo>
                <a:lnTo>
                  <a:pt x="272034" y="77724"/>
                </a:lnTo>
                <a:lnTo>
                  <a:pt x="220188" y="129570"/>
                </a:lnTo>
                <a:moveTo>
                  <a:pt x="38862" y="142464"/>
                </a:moveTo>
                <a:lnTo>
                  <a:pt x="38862" y="129570"/>
                </a:lnTo>
                <a:lnTo>
                  <a:pt x="39228" y="123718"/>
                </a:lnTo>
                <a:lnTo>
                  <a:pt x="40142" y="118049"/>
                </a:lnTo>
                <a:lnTo>
                  <a:pt x="41788" y="112471"/>
                </a:lnTo>
                <a:lnTo>
                  <a:pt x="43983" y="107076"/>
                </a:lnTo>
                <a:lnTo>
                  <a:pt x="46817" y="101956"/>
                </a:lnTo>
                <a:lnTo>
                  <a:pt x="50201" y="97201"/>
                </a:lnTo>
                <a:lnTo>
                  <a:pt x="54041" y="92903"/>
                </a:lnTo>
                <a:lnTo>
                  <a:pt x="58339" y="89063"/>
                </a:lnTo>
                <a:lnTo>
                  <a:pt x="63094" y="85679"/>
                </a:lnTo>
                <a:lnTo>
                  <a:pt x="68214" y="82845"/>
                </a:lnTo>
                <a:lnTo>
                  <a:pt x="73609" y="80650"/>
                </a:lnTo>
                <a:lnTo>
                  <a:pt x="79187" y="79004"/>
                </a:lnTo>
                <a:lnTo>
                  <a:pt x="84856" y="78090"/>
                </a:lnTo>
                <a:lnTo>
                  <a:pt x="90708" y="77724"/>
                </a:lnTo>
                <a:lnTo>
                  <a:pt x="272034" y="77724"/>
                </a:lnTo>
                <a:moveTo>
                  <a:pt x="90708" y="285018"/>
                </a:moveTo>
                <a:lnTo>
                  <a:pt x="38862" y="233172"/>
                </a:lnTo>
                <a:lnTo>
                  <a:pt x="90708" y="181326"/>
                </a:lnTo>
                <a:moveTo>
                  <a:pt x="272034" y="168432"/>
                </a:moveTo>
                <a:lnTo>
                  <a:pt x="272034" y="181326"/>
                </a:lnTo>
                <a:lnTo>
                  <a:pt x="271668" y="187178"/>
                </a:lnTo>
                <a:lnTo>
                  <a:pt x="270754" y="192847"/>
                </a:lnTo>
                <a:lnTo>
                  <a:pt x="269108" y="198425"/>
                </a:lnTo>
                <a:lnTo>
                  <a:pt x="266913" y="203820"/>
                </a:lnTo>
                <a:lnTo>
                  <a:pt x="264079" y="208940"/>
                </a:lnTo>
                <a:lnTo>
                  <a:pt x="260695" y="213695"/>
                </a:lnTo>
                <a:lnTo>
                  <a:pt x="256855" y="217993"/>
                </a:lnTo>
                <a:lnTo>
                  <a:pt x="252557" y="221833"/>
                </a:lnTo>
                <a:lnTo>
                  <a:pt x="247802" y="225217"/>
                </a:lnTo>
                <a:lnTo>
                  <a:pt x="242682" y="228051"/>
                </a:lnTo>
                <a:lnTo>
                  <a:pt x="237287" y="230246"/>
                </a:lnTo>
                <a:lnTo>
                  <a:pt x="231709" y="231892"/>
                </a:lnTo>
                <a:lnTo>
                  <a:pt x="226040" y="232806"/>
                </a:lnTo>
                <a:lnTo>
                  <a:pt x="220188" y="233172"/>
                </a:lnTo>
                <a:lnTo>
                  <a:pt x="38862" y="23317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877056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ループ制御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66644" y="42153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21508" y="3877056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1508" y="3877056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877056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途中で止まる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MAX_STEPS の上限や安全チェックで中断していないか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4つの接続をそれぞれ確認する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対象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1338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実行すること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133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期待する結果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4447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444752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44475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exec "hello"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01384" y="1755648"/>
            <a:ext cx="30175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144475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応答が返る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139696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2951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13969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7520" y="213969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13969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起動して /status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01384" y="2450592"/>
            <a:ext cx="3017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858000" y="2139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と表示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283464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299008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283464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283464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8346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-Prompt "test"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01384" y="3145536"/>
            <a:ext cx="30175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58000" y="2834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指定したPNGが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保存される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3529584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218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" y="368503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81326" y="53127"/>
                </a:moveTo>
                <a:lnTo>
                  <a:pt x="155448" y="77724"/>
                </a:lnTo>
                <a:moveTo>
                  <a:pt x="66111" y="103602"/>
                </a:moveTo>
                <a:lnTo>
                  <a:pt x="28529" y="93269"/>
                </a:lnTo>
                <a:moveTo>
                  <a:pt x="77724" y="155448"/>
                </a:moveTo>
                <a:lnTo>
                  <a:pt x="53127" y="181326"/>
                </a:lnTo>
                <a:moveTo>
                  <a:pt x="93269" y="28529"/>
                </a:moveTo>
                <a:lnTo>
                  <a:pt x="103602" y="66111"/>
                </a:lnTo>
                <a:moveTo>
                  <a:pt x="117043" y="125547"/>
                </a:moveTo>
                <a:lnTo>
                  <a:pt x="116769" y="124450"/>
                </a:lnTo>
                <a:lnTo>
                  <a:pt x="116586" y="123444"/>
                </a:lnTo>
                <a:lnTo>
                  <a:pt x="116586" y="122347"/>
                </a:lnTo>
                <a:lnTo>
                  <a:pt x="116769" y="121249"/>
                </a:lnTo>
                <a:lnTo>
                  <a:pt x="117226" y="120244"/>
                </a:lnTo>
                <a:lnTo>
                  <a:pt x="117775" y="119238"/>
                </a:lnTo>
                <a:lnTo>
                  <a:pt x="118415" y="118415"/>
                </a:lnTo>
                <a:lnTo>
                  <a:pt x="119238" y="117775"/>
                </a:lnTo>
                <a:lnTo>
                  <a:pt x="120244" y="117226"/>
                </a:lnTo>
                <a:lnTo>
                  <a:pt x="121249" y="116769"/>
                </a:lnTo>
                <a:lnTo>
                  <a:pt x="122347" y="116586"/>
                </a:lnTo>
                <a:lnTo>
                  <a:pt x="123444" y="116586"/>
                </a:lnTo>
                <a:lnTo>
                  <a:pt x="124450" y="116769"/>
                </a:lnTo>
                <a:lnTo>
                  <a:pt x="125547" y="117043"/>
                </a:lnTo>
                <a:lnTo>
                  <a:pt x="268011" y="175382"/>
                </a:lnTo>
                <a:lnTo>
                  <a:pt x="269016" y="175931"/>
                </a:lnTo>
                <a:lnTo>
                  <a:pt x="269931" y="176571"/>
                </a:lnTo>
                <a:lnTo>
                  <a:pt x="270754" y="177485"/>
                </a:lnTo>
                <a:lnTo>
                  <a:pt x="271394" y="178491"/>
                </a:lnTo>
                <a:lnTo>
                  <a:pt x="271760" y="179588"/>
                </a:lnTo>
                <a:lnTo>
                  <a:pt x="272034" y="180685"/>
                </a:lnTo>
                <a:lnTo>
                  <a:pt x="272034" y="181874"/>
                </a:lnTo>
                <a:lnTo>
                  <a:pt x="271851" y="182971"/>
                </a:lnTo>
                <a:lnTo>
                  <a:pt x="271394" y="184069"/>
                </a:lnTo>
                <a:lnTo>
                  <a:pt x="270845" y="185075"/>
                </a:lnTo>
                <a:lnTo>
                  <a:pt x="270114" y="185989"/>
                </a:lnTo>
                <a:lnTo>
                  <a:pt x="269199" y="186720"/>
                </a:lnTo>
                <a:lnTo>
                  <a:pt x="268194" y="187269"/>
                </a:lnTo>
                <a:lnTo>
                  <a:pt x="267096" y="187635"/>
                </a:lnTo>
                <a:lnTo>
                  <a:pt x="210678" y="201168"/>
                </a:lnTo>
                <a:lnTo>
                  <a:pt x="209763" y="201442"/>
                </a:lnTo>
                <a:lnTo>
                  <a:pt x="208758" y="201808"/>
                </a:lnTo>
                <a:lnTo>
                  <a:pt x="207843" y="202174"/>
                </a:lnTo>
                <a:lnTo>
                  <a:pt x="206929" y="202722"/>
                </a:lnTo>
                <a:lnTo>
                  <a:pt x="206106" y="203271"/>
                </a:lnTo>
                <a:lnTo>
                  <a:pt x="205283" y="203911"/>
                </a:lnTo>
                <a:lnTo>
                  <a:pt x="204551" y="204551"/>
                </a:lnTo>
                <a:lnTo>
                  <a:pt x="203911" y="205283"/>
                </a:lnTo>
                <a:lnTo>
                  <a:pt x="203271" y="206106"/>
                </a:lnTo>
                <a:lnTo>
                  <a:pt x="202722" y="206929"/>
                </a:lnTo>
                <a:lnTo>
                  <a:pt x="202174" y="207843"/>
                </a:lnTo>
                <a:lnTo>
                  <a:pt x="201808" y="208758"/>
                </a:lnTo>
                <a:lnTo>
                  <a:pt x="201442" y="209763"/>
                </a:lnTo>
                <a:lnTo>
                  <a:pt x="201168" y="210678"/>
                </a:lnTo>
                <a:lnTo>
                  <a:pt x="187635" y="267096"/>
                </a:lnTo>
                <a:lnTo>
                  <a:pt x="187269" y="268194"/>
                </a:lnTo>
                <a:lnTo>
                  <a:pt x="186720" y="269199"/>
                </a:lnTo>
                <a:lnTo>
                  <a:pt x="185989" y="270114"/>
                </a:lnTo>
                <a:lnTo>
                  <a:pt x="185075" y="270845"/>
                </a:lnTo>
                <a:lnTo>
                  <a:pt x="184069" y="271485"/>
                </a:lnTo>
                <a:lnTo>
                  <a:pt x="182971" y="271851"/>
                </a:lnTo>
                <a:lnTo>
                  <a:pt x="181874" y="272034"/>
                </a:lnTo>
                <a:lnTo>
                  <a:pt x="180685" y="272034"/>
                </a:lnTo>
                <a:lnTo>
                  <a:pt x="179588" y="271760"/>
                </a:lnTo>
                <a:lnTo>
                  <a:pt x="178491" y="271394"/>
                </a:lnTo>
                <a:lnTo>
                  <a:pt x="177485" y="270754"/>
                </a:lnTo>
                <a:lnTo>
                  <a:pt x="176571" y="270022"/>
                </a:lnTo>
                <a:lnTo>
                  <a:pt x="175931" y="269016"/>
                </a:lnTo>
                <a:lnTo>
                  <a:pt x="175382" y="268011"/>
                </a:lnTo>
                <a:lnTo>
                  <a:pt x="117043" y="125547"/>
                </a:lnTo>
                <a:close/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3529584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17520" y="3529584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5295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computer_use_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loop.py "依頼内容"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01384" y="3840480"/>
            <a:ext cx="301752" cy="0"/>
          </a:xfrm>
          <a:prstGeom prst="line">
            <a:avLst/>
          </a:prstGeom>
          <a:noFill/>
          <a:ln w="25400">
            <a:solidFill>
              <a:srgbClr val="12182B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58000" y="352958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ブラウザ操作後に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結果が表示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20624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の後は、新しく開いたターミナルで確認する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確認と運用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キーと権限は最小限で運用する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07008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07008"/>
            <a:ext cx="64008" cy="1581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3533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41422" y="278618"/>
                </a:moveTo>
                <a:lnTo>
                  <a:pt x="40142" y="279989"/>
                </a:lnTo>
                <a:lnTo>
                  <a:pt x="38953" y="281361"/>
                </a:lnTo>
                <a:lnTo>
                  <a:pt x="37948" y="282732"/>
                </a:lnTo>
                <a:lnTo>
                  <a:pt x="36942" y="284287"/>
                </a:lnTo>
                <a:lnTo>
                  <a:pt x="36027" y="285841"/>
                </a:lnTo>
                <a:lnTo>
                  <a:pt x="35204" y="287396"/>
                </a:lnTo>
                <a:lnTo>
                  <a:pt x="34473" y="289042"/>
                </a:lnTo>
                <a:lnTo>
                  <a:pt x="33833" y="290688"/>
                </a:lnTo>
                <a:lnTo>
                  <a:pt x="33284" y="292425"/>
                </a:lnTo>
                <a:lnTo>
                  <a:pt x="32827" y="294162"/>
                </a:lnTo>
                <a:lnTo>
                  <a:pt x="32461" y="295900"/>
                </a:lnTo>
                <a:lnTo>
                  <a:pt x="32187" y="297729"/>
                </a:lnTo>
                <a:lnTo>
                  <a:pt x="32095" y="299466"/>
                </a:lnTo>
                <a:lnTo>
                  <a:pt x="32004" y="301295"/>
                </a:lnTo>
                <a:lnTo>
                  <a:pt x="32004" y="336042"/>
                </a:lnTo>
                <a:lnTo>
                  <a:pt x="32095" y="337871"/>
                </a:lnTo>
                <a:lnTo>
                  <a:pt x="32370" y="339608"/>
                </a:lnTo>
                <a:lnTo>
                  <a:pt x="32918" y="341346"/>
                </a:lnTo>
                <a:lnTo>
                  <a:pt x="33558" y="342991"/>
                </a:lnTo>
                <a:lnTo>
                  <a:pt x="34473" y="344546"/>
                </a:lnTo>
                <a:lnTo>
                  <a:pt x="35479" y="346009"/>
                </a:lnTo>
                <a:lnTo>
                  <a:pt x="36667" y="347381"/>
                </a:lnTo>
                <a:lnTo>
                  <a:pt x="38039" y="348569"/>
                </a:lnTo>
                <a:lnTo>
                  <a:pt x="39502" y="349575"/>
                </a:lnTo>
                <a:lnTo>
                  <a:pt x="41057" y="350490"/>
                </a:lnTo>
                <a:lnTo>
                  <a:pt x="42702" y="351130"/>
                </a:lnTo>
                <a:lnTo>
                  <a:pt x="44440" y="351678"/>
                </a:lnTo>
                <a:lnTo>
                  <a:pt x="46177" y="351953"/>
                </a:lnTo>
                <a:lnTo>
                  <a:pt x="48006" y="352044"/>
                </a:lnTo>
                <a:lnTo>
                  <a:pt x="96012" y="352044"/>
                </a:lnTo>
                <a:lnTo>
                  <a:pt x="97841" y="351953"/>
                </a:lnTo>
                <a:lnTo>
                  <a:pt x="99578" y="351678"/>
                </a:lnTo>
                <a:lnTo>
                  <a:pt x="101316" y="351130"/>
                </a:lnTo>
                <a:lnTo>
                  <a:pt x="102961" y="350490"/>
                </a:lnTo>
                <a:lnTo>
                  <a:pt x="104516" y="349575"/>
                </a:lnTo>
                <a:lnTo>
                  <a:pt x="105979" y="348569"/>
                </a:lnTo>
                <a:lnTo>
                  <a:pt x="107351" y="347381"/>
                </a:lnTo>
                <a:lnTo>
                  <a:pt x="108539" y="346009"/>
                </a:lnTo>
                <a:lnTo>
                  <a:pt x="109545" y="344546"/>
                </a:lnTo>
                <a:lnTo>
                  <a:pt x="110460" y="342991"/>
                </a:lnTo>
                <a:lnTo>
                  <a:pt x="111100" y="341346"/>
                </a:lnTo>
                <a:lnTo>
                  <a:pt x="111648" y="339608"/>
                </a:lnTo>
                <a:lnTo>
                  <a:pt x="111923" y="337871"/>
                </a:lnTo>
                <a:lnTo>
                  <a:pt x="112014" y="336042"/>
                </a:lnTo>
                <a:lnTo>
                  <a:pt x="112014" y="320040"/>
                </a:lnTo>
                <a:lnTo>
                  <a:pt x="112105" y="318211"/>
                </a:lnTo>
                <a:lnTo>
                  <a:pt x="112380" y="316474"/>
                </a:lnTo>
                <a:lnTo>
                  <a:pt x="112928" y="314736"/>
                </a:lnTo>
                <a:lnTo>
                  <a:pt x="113568" y="313091"/>
                </a:lnTo>
                <a:lnTo>
                  <a:pt x="114483" y="311536"/>
                </a:lnTo>
                <a:lnTo>
                  <a:pt x="115489" y="310073"/>
                </a:lnTo>
                <a:lnTo>
                  <a:pt x="116677" y="308701"/>
                </a:lnTo>
                <a:lnTo>
                  <a:pt x="118049" y="307513"/>
                </a:lnTo>
                <a:lnTo>
                  <a:pt x="119512" y="306507"/>
                </a:lnTo>
                <a:lnTo>
                  <a:pt x="121067" y="305592"/>
                </a:lnTo>
                <a:lnTo>
                  <a:pt x="122712" y="304952"/>
                </a:lnTo>
                <a:lnTo>
                  <a:pt x="124450" y="304404"/>
                </a:lnTo>
                <a:lnTo>
                  <a:pt x="126187" y="304129"/>
                </a:lnTo>
                <a:lnTo>
                  <a:pt x="128016" y="304038"/>
                </a:lnTo>
                <a:lnTo>
                  <a:pt x="144018" y="304038"/>
                </a:lnTo>
                <a:lnTo>
                  <a:pt x="145847" y="303947"/>
                </a:lnTo>
                <a:lnTo>
                  <a:pt x="147584" y="303672"/>
                </a:lnTo>
                <a:lnTo>
                  <a:pt x="149322" y="303124"/>
                </a:lnTo>
                <a:lnTo>
                  <a:pt x="150967" y="302484"/>
                </a:lnTo>
                <a:lnTo>
                  <a:pt x="152522" y="301569"/>
                </a:lnTo>
                <a:lnTo>
                  <a:pt x="153985" y="300563"/>
                </a:lnTo>
                <a:lnTo>
                  <a:pt x="155357" y="299375"/>
                </a:lnTo>
                <a:lnTo>
                  <a:pt x="156545" y="298003"/>
                </a:lnTo>
                <a:lnTo>
                  <a:pt x="157551" y="296540"/>
                </a:lnTo>
                <a:lnTo>
                  <a:pt x="158466" y="294985"/>
                </a:lnTo>
                <a:lnTo>
                  <a:pt x="159106" y="293340"/>
                </a:lnTo>
                <a:lnTo>
                  <a:pt x="159654" y="291602"/>
                </a:lnTo>
                <a:lnTo>
                  <a:pt x="159929" y="289865"/>
                </a:lnTo>
                <a:lnTo>
                  <a:pt x="160020" y="288036"/>
                </a:lnTo>
                <a:lnTo>
                  <a:pt x="160020" y="272034"/>
                </a:lnTo>
                <a:lnTo>
                  <a:pt x="160111" y="270205"/>
                </a:lnTo>
                <a:lnTo>
                  <a:pt x="160386" y="268468"/>
                </a:lnTo>
                <a:lnTo>
                  <a:pt x="160934" y="266730"/>
                </a:lnTo>
                <a:lnTo>
                  <a:pt x="161574" y="265085"/>
                </a:lnTo>
                <a:lnTo>
                  <a:pt x="162489" y="263530"/>
                </a:lnTo>
                <a:lnTo>
                  <a:pt x="163495" y="262067"/>
                </a:lnTo>
                <a:lnTo>
                  <a:pt x="164683" y="260695"/>
                </a:lnTo>
                <a:lnTo>
                  <a:pt x="166055" y="259507"/>
                </a:lnTo>
                <a:lnTo>
                  <a:pt x="167518" y="258501"/>
                </a:lnTo>
                <a:lnTo>
                  <a:pt x="169073" y="257586"/>
                </a:lnTo>
                <a:lnTo>
                  <a:pt x="170718" y="256946"/>
                </a:lnTo>
                <a:lnTo>
                  <a:pt x="172456" y="256398"/>
                </a:lnTo>
                <a:lnTo>
                  <a:pt x="174193" y="256123"/>
                </a:lnTo>
                <a:lnTo>
                  <a:pt x="176022" y="256032"/>
                </a:lnTo>
                <a:lnTo>
                  <a:pt x="178765" y="256032"/>
                </a:lnTo>
                <a:lnTo>
                  <a:pt x="180594" y="255941"/>
                </a:lnTo>
                <a:lnTo>
                  <a:pt x="182331" y="255849"/>
                </a:lnTo>
                <a:lnTo>
                  <a:pt x="184160" y="255575"/>
                </a:lnTo>
                <a:lnTo>
                  <a:pt x="185898" y="255209"/>
                </a:lnTo>
                <a:lnTo>
                  <a:pt x="187635" y="254752"/>
                </a:lnTo>
                <a:lnTo>
                  <a:pt x="189372" y="254203"/>
                </a:lnTo>
                <a:lnTo>
                  <a:pt x="191018" y="253563"/>
                </a:lnTo>
                <a:lnTo>
                  <a:pt x="192664" y="252832"/>
                </a:lnTo>
                <a:lnTo>
                  <a:pt x="194219" y="252009"/>
                </a:lnTo>
                <a:lnTo>
                  <a:pt x="195773" y="251094"/>
                </a:lnTo>
                <a:lnTo>
                  <a:pt x="197328" y="250088"/>
                </a:lnTo>
                <a:lnTo>
                  <a:pt x="198699" y="249083"/>
                </a:lnTo>
                <a:lnTo>
                  <a:pt x="200071" y="247894"/>
                </a:lnTo>
                <a:lnTo>
                  <a:pt x="201442" y="246614"/>
                </a:lnTo>
                <a:lnTo>
                  <a:pt x="214427" y="233629"/>
                </a:lnTo>
                <a:lnTo>
                  <a:pt x="253746" y="239298"/>
                </a:lnTo>
                <a:lnTo>
                  <a:pt x="292334" y="229789"/>
                </a:lnTo>
                <a:lnTo>
                  <a:pt x="324612" y="206472"/>
                </a:lnTo>
                <a:lnTo>
                  <a:pt x="345735" y="172822"/>
                </a:lnTo>
                <a:lnTo>
                  <a:pt x="352684" y="133685"/>
                </a:lnTo>
                <a:lnTo>
                  <a:pt x="344363" y="94823"/>
                </a:lnTo>
                <a:lnTo>
                  <a:pt x="322235" y="61813"/>
                </a:lnTo>
                <a:lnTo>
                  <a:pt x="289225" y="39685"/>
                </a:lnTo>
                <a:lnTo>
                  <a:pt x="250363" y="31364"/>
                </a:lnTo>
                <a:lnTo>
                  <a:pt x="211226" y="38313"/>
                </a:lnTo>
                <a:lnTo>
                  <a:pt x="177576" y="59436"/>
                </a:lnTo>
                <a:lnTo>
                  <a:pt x="154259" y="91714"/>
                </a:lnTo>
                <a:lnTo>
                  <a:pt x="144750" y="130302"/>
                </a:lnTo>
                <a:lnTo>
                  <a:pt x="150419" y="169621"/>
                </a:lnTo>
                <a:lnTo>
                  <a:pt x="41422" y="278618"/>
                </a:lnTo>
                <a:close/>
                <a:moveTo>
                  <a:pt x="272034" y="119969"/>
                </a:moveTo>
                <a:lnTo>
                  <a:pt x="271851" y="121798"/>
                </a:lnTo>
                <a:lnTo>
                  <a:pt x="271211" y="123444"/>
                </a:lnTo>
                <a:lnTo>
                  <a:pt x="270297" y="124998"/>
                </a:lnTo>
                <a:lnTo>
                  <a:pt x="269016" y="126279"/>
                </a:lnTo>
                <a:lnTo>
                  <a:pt x="267462" y="127193"/>
                </a:lnTo>
                <a:lnTo>
                  <a:pt x="265816" y="127833"/>
                </a:lnTo>
                <a:lnTo>
                  <a:pt x="263987" y="128016"/>
                </a:lnTo>
                <a:lnTo>
                  <a:pt x="262250" y="127833"/>
                </a:lnTo>
                <a:lnTo>
                  <a:pt x="260604" y="127193"/>
                </a:lnTo>
                <a:lnTo>
                  <a:pt x="259050" y="126279"/>
                </a:lnTo>
                <a:lnTo>
                  <a:pt x="257769" y="124998"/>
                </a:lnTo>
                <a:lnTo>
                  <a:pt x="256855" y="123444"/>
                </a:lnTo>
                <a:lnTo>
                  <a:pt x="256215" y="121798"/>
                </a:lnTo>
                <a:lnTo>
                  <a:pt x="256032" y="119969"/>
                </a:lnTo>
                <a:lnTo>
                  <a:pt x="256215" y="118232"/>
                </a:lnTo>
                <a:lnTo>
                  <a:pt x="256855" y="116586"/>
                </a:lnTo>
                <a:lnTo>
                  <a:pt x="257769" y="115032"/>
                </a:lnTo>
                <a:lnTo>
                  <a:pt x="259050" y="113751"/>
                </a:lnTo>
                <a:lnTo>
                  <a:pt x="260604" y="112837"/>
                </a:lnTo>
                <a:lnTo>
                  <a:pt x="262250" y="112197"/>
                </a:lnTo>
                <a:lnTo>
                  <a:pt x="263987" y="112014"/>
                </a:lnTo>
                <a:lnTo>
                  <a:pt x="265816" y="112197"/>
                </a:lnTo>
                <a:lnTo>
                  <a:pt x="267462" y="112837"/>
                </a:lnTo>
                <a:lnTo>
                  <a:pt x="269016" y="113751"/>
                </a:lnTo>
                <a:lnTo>
                  <a:pt x="270297" y="115032"/>
                </a:lnTo>
                <a:lnTo>
                  <a:pt x="271211" y="116586"/>
                </a:lnTo>
                <a:lnTo>
                  <a:pt x="271851" y="118232"/>
                </a:lnTo>
                <a:lnTo>
                  <a:pt x="272034" y="119969"/>
                </a:lnTo>
                <a:close/>
              </a:path>
            </a:pathLst>
          </a:custGeom>
          <a:noFill/>
          <a:ln w="32004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0744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1847088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ファイルやリポジトリに書かず、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漏えい時は再生成する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07008"/>
            <a:ext cx="64008" cy="1581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768" y="13533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20040" y="208026"/>
                </a:moveTo>
                <a:lnTo>
                  <a:pt x="318943" y="227228"/>
                </a:lnTo>
                <a:lnTo>
                  <a:pt x="315559" y="244785"/>
                </a:lnTo>
                <a:lnTo>
                  <a:pt x="310256" y="260878"/>
                </a:lnTo>
                <a:lnTo>
                  <a:pt x="303032" y="275600"/>
                </a:lnTo>
                <a:lnTo>
                  <a:pt x="294162" y="288859"/>
                </a:lnTo>
                <a:lnTo>
                  <a:pt x="283738" y="300929"/>
                </a:lnTo>
                <a:lnTo>
                  <a:pt x="271851" y="311810"/>
                </a:lnTo>
                <a:lnTo>
                  <a:pt x="258867" y="321594"/>
                </a:lnTo>
                <a:lnTo>
                  <a:pt x="244693" y="330373"/>
                </a:lnTo>
                <a:lnTo>
                  <a:pt x="229697" y="338145"/>
                </a:lnTo>
                <a:lnTo>
                  <a:pt x="213878" y="345095"/>
                </a:lnTo>
                <a:lnTo>
                  <a:pt x="197419" y="351221"/>
                </a:lnTo>
                <a:lnTo>
                  <a:pt x="196687" y="351495"/>
                </a:lnTo>
                <a:lnTo>
                  <a:pt x="195956" y="351678"/>
                </a:lnTo>
                <a:lnTo>
                  <a:pt x="195224" y="351861"/>
                </a:lnTo>
                <a:lnTo>
                  <a:pt x="194401" y="351953"/>
                </a:lnTo>
                <a:lnTo>
                  <a:pt x="193670" y="352044"/>
                </a:lnTo>
                <a:lnTo>
                  <a:pt x="192847" y="352044"/>
                </a:lnTo>
                <a:lnTo>
                  <a:pt x="192115" y="352044"/>
                </a:lnTo>
                <a:lnTo>
                  <a:pt x="191292" y="352044"/>
                </a:lnTo>
                <a:lnTo>
                  <a:pt x="190561" y="351953"/>
                </a:lnTo>
                <a:lnTo>
                  <a:pt x="189738" y="351861"/>
                </a:lnTo>
                <a:lnTo>
                  <a:pt x="189006" y="351770"/>
                </a:lnTo>
                <a:lnTo>
                  <a:pt x="188275" y="351587"/>
                </a:lnTo>
                <a:lnTo>
                  <a:pt x="187452" y="351312"/>
                </a:lnTo>
                <a:lnTo>
                  <a:pt x="186720" y="351038"/>
                </a:lnTo>
                <a:lnTo>
                  <a:pt x="170353" y="344912"/>
                </a:lnTo>
                <a:lnTo>
                  <a:pt x="154442" y="338054"/>
                </a:lnTo>
                <a:lnTo>
                  <a:pt x="139446" y="330281"/>
                </a:lnTo>
                <a:lnTo>
                  <a:pt x="125273" y="321503"/>
                </a:lnTo>
                <a:lnTo>
                  <a:pt x="112197" y="311810"/>
                </a:lnTo>
                <a:lnTo>
                  <a:pt x="100310" y="300929"/>
                </a:lnTo>
                <a:lnTo>
                  <a:pt x="89886" y="288859"/>
                </a:lnTo>
                <a:lnTo>
                  <a:pt x="81016" y="275600"/>
                </a:lnTo>
                <a:lnTo>
                  <a:pt x="73792" y="260878"/>
                </a:lnTo>
                <a:lnTo>
                  <a:pt x="68489" y="244785"/>
                </a:lnTo>
                <a:lnTo>
                  <a:pt x="65105" y="227228"/>
                </a:lnTo>
                <a:lnTo>
                  <a:pt x="64008" y="208026"/>
                </a:lnTo>
                <a:lnTo>
                  <a:pt x="64008" y="96012"/>
                </a:lnTo>
                <a:lnTo>
                  <a:pt x="64099" y="94183"/>
                </a:lnTo>
                <a:lnTo>
                  <a:pt x="64374" y="92446"/>
                </a:lnTo>
                <a:lnTo>
                  <a:pt x="64922" y="90708"/>
                </a:lnTo>
                <a:lnTo>
                  <a:pt x="65562" y="89063"/>
                </a:lnTo>
                <a:lnTo>
                  <a:pt x="66477" y="87508"/>
                </a:lnTo>
                <a:lnTo>
                  <a:pt x="67483" y="86045"/>
                </a:lnTo>
                <a:lnTo>
                  <a:pt x="68671" y="84673"/>
                </a:lnTo>
                <a:lnTo>
                  <a:pt x="70043" y="83485"/>
                </a:lnTo>
                <a:lnTo>
                  <a:pt x="71506" y="82479"/>
                </a:lnTo>
                <a:lnTo>
                  <a:pt x="73061" y="81564"/>
                </a:lnTo>
                <a:lnTo>
                  <a:pt x="74706" y="80924"/>
                </a:lnTo>
                <a:lnTo>
                  <a:pt x="76444" y="80376"/>
                </a:lnTo>
                <a:lnTo>
                  <a:pt x="78181" y="80101"/>
                </a:lnTo>
                <a:lnTo>
                  <a:pt x="80010" y="80010"/>
                </a:lnTo>
                <a:lnTo>
                  <a:pt x="88148" y="79644"/>
                </a:lnTo>
                <a:lnTo>
                  <a:pt x="96561" y="78456"/>
                </a:lnTo>
                <a:lnTo>
                  <a:pt x="105156" y="76627"/>
                </a:lnTo>
                <a:lnTo>
                  <a:pt x="113934" y="74158"/>
                </a:lnTo>
                <a:lnTo>
                  <a:pt x="122712" y="71049"/>
                </a:lnTo>
                <a:lnTo>
                  <a:pt x="131491" y="67391"/>
                </a:lnTo>
                <a:lnTo>
                  <a:pt x="140178" y="63185"/>
                </a:lnTo>
                <a:lnTo>
                  <a:pt x="148681" y="58613"/>
                </a:lnTo>
                <a:lnTo>
                  <a:pt x="157002" y="53584"/>
                </a:lnTo>
                <a:lnTo>
                  <a:pt x="165049" y="48189"/>
                </a:lnTo>
                <a:lnTo>
                  <a:pt x="172639" y="42428"/>
                </a:lnTo>
                <a:lnTo>
                  <a:pt x="179862" y="36485"/>
                </a:lnTo>
                <a:lnTo>
                  <a:pt x="181326" y="35296"/>
                </a:lnTo>
                <a:lnTo>
                  <a:pt x="182971" y="34290"/>
                </a:lnTo>
                <a:lnTo>
                  <a:pt x="184709" y="33467"/>
                </a:lnTo>
                <a:lnTo>
                  <a:pt x="186446" y="32827"/>
                </a:lnTo>
                <a:lnTo>
                  <a:pt x="188275" y="32370"/>
                </a:lnTo>
                <a:lnTo>
                  <a:pt x="190104" y="32095"/>
                </a:lnTo>
                <a:lnTo>
                  <a:pt x="192024" y="32004"/>
                </a:lnTo>
                <a:lnTo>
                  <a:pt x="193944" y="32095"/>
                </a:lnTo>
                <a:lnTo>
                  <a:pt x="195773" y="32370"/>
                </a:lnTo>
                <a:lnTo>
                  <a:pt x="197602" y="32827"/>
                </a:lnTo>
                <a:lnTo>
                  <a:pt x="199339" y="33467"/>
                </a:lnTo>
                <a:lnTo>
                  <a:pt x="201077" y="34290"/>
                </a:lnTo>
                <a:lnTo>
                  <a:pt x="202722" y="35296"/>
                </a:lnTo>
                <a:lnTo>
                  <a:pt x="204186" y="36485"/>
                </a:lnTo>
                <a:lnTo>
                  <a:pt x="211409" y="42520"/>
                </a:lnTo>
                <a:lnTo>
                  <a:pt x="219090" y="48189"/>
                </a:lnTo>
                <a:lnTo>
                  <a:pt x="227137" y="53584"/>
                </a:lnTo>
                <a:lnTo>
                  <a:pt x="235367" y="58613"/>
                </a:lnTo>
                <a:lnTo>
                  <a:pt x="243962" y="63276"/>
                </a:lnTo>
                <a:lnTo>
                  <a:pt x="252649" y="67391"/>
                </a:lnTo>
                <a:lnTo>
                  <a:pt x="261336" y="71049"/>
                </a:lnTo>
                <a:lnTo>
                  <a:pt x="270114" y="74158"/>
                </a:lnTo>
                <a:lnTo>
                  <a:pt x="278892" y="76627"/>
                </a:lnTo>
                <a:lnTo>
                  <a:pt x="287487" y="78456"/>
                </a:lnTo>
                <a:lnTo>
                  <a:pt x="295900" y="79644"/>
                </a:lnTo>
                <a:lnTo>
                  <a:pt x="304038" y="80010"/>
                </a:lnTo>
                <a:lnTo>
                  <a:pt x="305867" y="80101"/>
                </a:lnTo>
                <a:lnTo>
                  <a:pt x="307604" y="80376"/>
                </a:lnTo>
                <a:lnTo>
                  <a:pt x="309342" y="80924"/>
                </a:lnTo>
                <a:lnTo>
                  <a:pt x="310987" y="81564"/>
                </a:lnTo>
                <a:lnTo>
                  <a:pt x="312542" y="82479"/>
                </a:lnTo>
                <a:lnTo>
                  <a:pt x="314005" y="83485"/>
                </a:lnTo>
                <a:lnTo>
                  <a:pt x="315377" y="84673"/>
                </a:lnTo>
                <a:lnTo>
                  <a:pt x="316565" y="86045"/>
                </a:lnTo>
                <a:lnTo>
                  <a:pt x="317571" y="87508"/>
                </a:lnTo>
                <a:lnTo>
                  <a:pt x="318486" y="89063"/>
                </a:lnTo>
                <a:lnTo>
                  <a:pt x="319126" y="90708"/>
                </a:lnTo>
                <a:lnTo>
                  <a:pt x="319674" y="92446"/>
                </a:lnTo>
                <a:lnTo>
                  <a:pt x="319949" y="94183"/>
                </a:lnTo>
                <a:lnTo>
                  <a:pt x="320040" y="96012"/>
                </a:lnTo>
                <a:lnTo>
                  <a:pt x="320040" y="208026"/>
                </a:lnTo>
                <a:close/>
                <a:moveTo>
                  <a:pt x="144018" y="192024"/>
                </a:moveTo>
                <a:lnTo>
                  <a:pt x="176022" y="224028"/>
                </a:lnTo>
                <a:lnTo>
                  <a:pt x="240030" y="160020"/>
                </a:lnTo>
              </a:path>
            </a:pathLst>
          </a:custGeom>
          <a:noFill/>
          <a:ln w="32004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5544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権限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01768" y="1847088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呼び出し用ロールだけ付与し、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CodeはEntra IDで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71800"/>
            <a:ext cx="64008" cy="1581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11810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128016"/>
                </a:moveTo>
                <a:lnTo>
                  <a:pt x="192024" y="64008"/>
                </a:lnTo>
                <a:lnTo>
                  <a:pt x="128016" y="64008"/>
                </a:lnTo>
                <a:moveTo>
                  <a:pt x="32004" y="224028"/>
                </a:moveTo>
                <a:lnTo>
                  <a:pt x="64008" y="224028"/>
                </a:lnTo>
                <a:moveTo>
                  <a:pt x="320040" y="224028"/>
                </a:moveTo>
                <a:lnTo>
                  <a:pt x="352044" y="224028"/>
                </a:lnTo>
                <a:moveTo>
                  <a:pt x="240030" y="208026"/>
                </a:moveTo>
                <a:lnTo>
                  <a:pt x="240030" y="240030"/>
                </a:lnTo>
                <a:moveTo>
                  <a:pt x="144018" y="208026"/>
                </a:moveTo>
                <a:lnTo>
                  <a:pt x="144018" y="240030"/>
                </a:lnTo>
                <a:moveTo>
                  <a:pt x="64008" y="128016"/>
                </a:moveTo>
                <a:lnTo>
                  <a:pt x="320040" y="128016"/>
                </a:lnTo>
                <a:lnTo>
                  <a:pt x="320040" y="320040"/>
                </a:lnTo>
                <a:lnTo>
                  <a:pt x="64008" y="320040"/>
                </a:lnTo>
                <a:lnTo>
                  <a:pt x="64008" y="128016"/>
                </a:lnTo>
                <a:close/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744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自律実行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6968" y="3611880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フルアクセスモードは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サンドボックス等と併用する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71800"/>
            <a:ext cx="64008" cy="1581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1768" y="311810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28016" y="336042"/>
                </a:moveTo>
                <a:lnTo>
                  <a:pt x="256032" y="336042"/>
                </a:lnTo>
                <a:moveTo>
                  <a:pt x="192024" y="272034"/>
                </a:moveTo>
                <a:lnTo>
                  <a:pt x="192024" y="336042"/>
                </a:lnTo>
                <a:moveTo>
                  <a:pt x="32004" y="48006"/>
                </a:moveTo>
                <a:lnTo>
                  <a:pt x="352044" y="48006"/>
                </a:lnTo>
                <a:lnTo>
                  <a:pt x="352044" y="272034"/>
                </a:lnTo>
                <a:lnTo>
                  <a:pt x="32004" y="272034"/>
                </a:lnTo>
                <a:lnTo>
                  <a:pt x="32004" y="48006"/>
                </a:lnTo>
                <a:close/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01768" y="3611880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検証用VMで動かし、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安全チェックは人が承認する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確認と運用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出典（1/2・9月17日確認）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on Microsoft Foundry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code.claude.com/docs/en/microsoft-foundry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Advanced setup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code.claude.com/docs/en/setup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with Azure OpenAI in Microsoft Foundry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openai/codex README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github.com/openai/codex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Advanced configuration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learn.chatgpt.com/docs/config-file/config-advanced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出典（2/2・9月17日確認）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image generation models from OpenAI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learn.microsoft.com/azure/foundry/openai/how-to/dall-e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 in Azure OpenAI (classic)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learn.microsoft.com/azure/ai-foundry/openai/how-to/computer-use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OpenAI reasoning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learn.microsoft.com/azure/foundry/openai/how-to/reasoning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computer use tool for agents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learn.microsoft.com/azure/foundry/agents/how-to/tools/computer-use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computer use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code.claude.com/docs/en/computer-use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CLI / Claude Code 導入とMicrosoft Foundry接続手順</dc:title>
  <dc:subject>Codex CLI / Claude Code 導入とMicrosoft Foundry接続手順</dc:subject>
  <dc:creator>AI-Engine-Dev presentation harness</dc:creator>
  <cp:lastModifiedBy>AI-Engine-Dev presentation harness</cp:lastModifiedBy>
  <cp:revision>1</cp:revision>
  <dcterms:created xsi:type="dcterms:W3CDTF">2026-10-06T14:38:54Z</dcterms:created>
  <dcterms:modified xsi:type="dcterms:W3CDTF">2026-10-06T14:38:54Z</dcterms:modified>
</cp:coreProperties>
</file>