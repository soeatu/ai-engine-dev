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導入・利用ガイド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8001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利用ガイド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何ができるか・準備・頼み方・結果の確認まで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411480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職場の同僚向け・2026年10月改訂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この資料の使い方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必要な章から読める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356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4356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p.3–8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74650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何ができるか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132588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325880"/>
            <a:ext cx="73152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4356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14356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p.9–15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174650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準備する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57600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使い始める準備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32588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325880"/>
            <a:ext cx="73152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4356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14356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p.16–21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174650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依頼する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800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依頼文の書き方と例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265176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2651760"/>
            <a:ext cx="73152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第4章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p.22–24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07238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結果を見る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440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残るものの確認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29000" y="265176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2651760"/>
            <a:ext cx="73152" cy="11430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第5章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57600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p.25–31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57600" y="307238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しくみを知る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65760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詳しく知りたい人へ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2200" y="265176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2651760"/>
            <a:ext cx="73152" cy="1143000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0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p.32–42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07238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Skillと用語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40080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名前から探したい人へ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" y="4069080"/>
            <a:ext cx="800100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069080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初めての人は1〜4章を順に。準備ができている人は3章（p.16）から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4231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AI-Engine-Devで何ができる？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p.3–8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868680"/>
            <a:ext cx="0" cy="3383280"/>
          </a:xfrm>
          <a:prstGeom prst="line">
            <a:avLst/>
          </a:prstGeom>
          <a:noFill/>
          <a:ln w="15875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8229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この章のページ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800" y="1234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AIに渡す作業手順のセット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6916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会話ではなくファイルが残る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148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開発と資料作成の2つの環境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2606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開発でできること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30632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資料作成でできること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全体像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AIに渡す作業手順のセット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2103120" cy="25146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25146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72768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304038" y="336042"/>
                </a:moveTo>
                <a:lnTo>
                  <a:pt x="304038" y="304038"/>
                </a:lnTo>
                <a:lnTo>
                  <a:pt x="303672" y="296906"/>
                </a:lnTo>
                <a:lnTo>
                  <a:pt x="302392" y="289773"/>
                </a:lnTo>
                <a:lnTo>
                  <a:pt x="300472" y="282915"/>
                </a:lnTo>
                <a:lnTo>
                  <a:pt x="297729" y="276240"/>
                </a:lnTo>
                <a:lnTo>
                  <a:pt x="294254" y="270022"/>
                </a:lnTo>
                <a:lnTo>
                  <a:pt x="290048" y="264170"/>
                </a:lnTo>
                <a:lnTo>
                  <a:pt x="285293" y="258775"/>
                </a:lnTo>
                <a:lnTo>
                  <a:pt x="279898" y="254020"/>
                </a:lnTo>
                <a:lnTo>
                  <a:pt x="274046" y="249814"/>
                </a:lnTo>
                <a:lnTo>
                  <a:pt x="267828" y="246339"/>
                </a:lnTo>
                <a:lnTo>
                  <a:pt x="261153" y="243596"/>
                </a:lnTo>
                <a:lnTo>
                  <a:pt x="254295" y="241676"/>
                </a:lnTo>
                <a:lnTo>
                  <a:pt x="247162" y="240396"/>
                </a:lnTo>
                <a:lnTo>
                  <a:pt x="240030" y="240030"/>
                </a:lnTo>
                <a:lnTo>
                  <a:pt x="144018" y="240030"/>
                </a:lnTo>
                <a:lnTo>
                  <a:pt x="136886" y="240396"/>
                </a:lnTo>
                <a:lnTo>
                  <a:pt x="129753" y="241676"/>
                </a:lnTo>
                <a:lnTo>
                  <a:pt x="122895" y="243596"/>
                </a:lnTo>
                <a:lnTo>
                  <a:pt x="116220" y="246339"/>
                </a:lnTo>
                <a:lnTo>
                  <a:pt x="110002" y="249814"/>
                </a:lnTo>
                <a:lnTo>
                  <a:pt x="104150" y="254020"/>
                </a:lnTo>
                <a:lnTo>
                  <a:pt x="98755" y="258775"/>
                </a:lnTo>
                <a:lnTo>
                  <a:pt x="94000" y="264170"/>
                </a:lnTo>
                <a:lnTo>
                  <a:pt x="89794" y="270022"/>
                </a:lnTo>
                <a:lnTo>
                  <a:pt x="86319" y="276240"/>
                </a:lnTo>
                <a:lnTo>
                  <a:pt x="83576" y="282915"/>
                </a:lnTo>
                <a:lnTo>
                  <a:pt x="81656" y="289773"/>
                </a:lnTo>
                <a:lnTo>
                  <a:pt x="80376" y="296906"/>
                </a:lnTo>
                <a:lnTo>
                  <a:pt x="80010" y="304038"/>
                </a:lnTo>
                <a:lnTo>
                  <a:pt x="80010" y="336042"/>
                </a:lnTo>
                <a:moveTo>
                  <a:pt x="256032" y="112014"/>
                </a:moveTo>
                <a:lnTo>
                  <a:pt x="254386" y="126279"/>
                </a:lnTo>
                <a:lnTo>
                  <a:pt x="249723" y="139812"/>
                </a:lnTo>
                <a:lnTo>
                  <a:pt x="242042" y="151882"/>
                </a:lnTo>
                <a:lnTo>
                  <a:pt x="231892" y="162032"/>
                </a:lnTo>
                <a:lnTo>
                  <a:pt x="219822" y="169713"/>
                </a:lnTo>
                <a:lnTo>
                  <a:pt x="206289" y="174376"/>
                </a:lnTo>
                <a:lnTo>
                  <a:pt x="192024" y="176022"/>
                </a:lnTo>
                <a:lnTo>
                  <a:pt x="177759" y="174376"/>
                </a:lnTo>
                <a:lnTo>
                  <a:pt x="164226" y="169713"/>
                </a:lnTo>
                <a:lnTo>
                  <a:pt x="152156" y="162032"/>
                </a:lnTo>
                <a:lnTo>
                  <a:pt x="142006" y="151882"/>
                </a:lnTo>
                <a:lnTo>
                  <a:pt x="134325" y="139812"/>
                </a:lnTo>
                <a:lnTo>
                  <a:pt x="129662" y="126279"/>
                </a:lnTo>
                <a:lnTo>
                  <a:pt x="128016" y="112014"/>
                </a:lnTo>
                <a:lnTo>
                  <a:pt x="129662" y="97749"/>
                </a:lnTo>
                <a:lnTo>
                  <a:pt x="134325" y="84216"/>
                </a:lnTo>
                <a:lnTo>
                  <a:pt x="142006" y="72146"/>
                </a:lnTo>
                <a:lnTo>
                  <a:pt x="152156" y="61996"/>
                </a:lnTo>
                <a:lnTo>
                  <a:pt x="164226" y="54315"/>
                </a:lnTo>
                <a:lnTo>
                  <a:pt x="177759" y="49652"/>
                </a:lnTo>
                <a:lnTo>
                  <a:pt x="192024" y="48006"/>
                </a:lnTo>
                <a:lnTo>
                  <a:pt x="206289" y="49652"/>
                </a:lnTo>
                <a:lnTo>
                  <a:pt x="219822" y="54315"/>
                </a:lnTo>
                <a:lnTo>
                  <a:pt x="231892" y="61996"/>
                </a:lnTo>
                <a:lnTo>
                  <a:pt x="242042" y="72146"/>
                </a:lnTo>
                <a:lnTo>
                  <a:pt x="249723" y="84216"/>
                </a:lnTo>
                <a:lnTo>
                  <a:pt x="254386" y="97749"/>
                </a:lnTo>
                <a:lnTo>
                  <a:pt x="256032" y="112014"/>
                </a:lnTo>
                <a:close/>
              </a:path>
            </a:pathLst>
          </a:custGeom>
          <a:noFill/>
          <a:ln w="32004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5361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「通知時刻を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変えられる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ようにして」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と頼む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3154680" cy="2514600"/>
          </a:xfrm>
          <a:prstGeom prst="roundRect">
            <a:avLst>
              <a:gd name="adj" fmla="val 2182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5087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Codex / Claude Code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19019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AI-Engine-Devを読んで動く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91840" y="2304288"/>
            <a:ext cx="2788920" cy="420624"/>
          </a:xfrm>
          <a:prstGeom prst="roundRect">
            <a:avLst>
              <a:gd name="adj" fmla="val 10870"/>
            </a:avLst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237744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80010"/>
                </a:moveTo>
                <a:lnTo>
                  <a:pt x="137160" y="240030"/>
                </a:lnTo>
                <a:moveTo>
                  <a:pt x="34290" y="205740"/>
                </a:moveTo>
                <a:lnTo>
                  <a:pt x="33010" y="205649"/>
                </a:lnTo>
                <a:lnTo>
                  <a:pt x="31730" y="205466"/>
                </a:lnTo>
                <a:lnTo>
                  <a:pt x="30541" y="205100"/>
                </a:lnTo>
                <a:lnTo>
                  <a:pt x="29352" y="204643"/>
                </a:lnTo>
                <a:lnTo>
                  <a:pt x="28164" y="204003"/>
                </a:lnTo>
                <a:lnTo>
                  <a:pt x="27158" y="203271"/>
                </a:lnTo>
                <a:lnTo>
                  <a:pt x="26243" y="202357"/>
                </a:lnTo>
                <a:lnTo>
                  <a:pt x="25329" y="201442"/>
                </a:lnTo>
                <a:lnTo>
                  <a:pt x="24597" y="200436"/>
                </a:lnTo>
                <a:lnTo>
                  <a:pt x="23957" y="199248"/>
                </a:lnTo>
                <a:lnTo>
                  <a:pt x="23500" y="198059"/>
                </a:lnTo>
                <a:lnTo>
                  <a:pt x="23134" y="196870"/>
                </a:lnTo>
                <a:lnTo>
                  <a:pt x="22951" y="195590"/>
                </a:lnTo>
                <a:lnTo>
                  <a:pt x="22860" y="194310"/>
                </a:lnTo>
                <a:lnTo>
                  <a:pt x="22860" y="45720"/>
                </a:lnTo>
                <a:lnTo>
                  <a:pt x="22951" y="44440"/>
                </a:lnTo>
                <a:lnTo>
                  <a:pt x="23134" y="43160"/>
                </a:lnTo>
                <a:lnTo>
                  <a:pt x="23500" y="41971"/>
                </a:lnTo>
                <a:lnTo>
                  <a:pt x="23957" y="40782"/>
                </a:lnTo>
                <a:lnTo>
                  <a:pt x="24597" y="39594"/>
                </a:lnTo>
                <a:lnTo>
                  <a:pt x="25329" y="38588"/>
                </a:lnTo>
                <a:lnTo>
                  <a:pt x="26243" y="37673"/>
                </a:lnTo>
                <a:lnTo>
                  <a:pt x="27158" y="36759"/>
                </a:lnTo>
                <a:lnTo>
                  <a:pt x="28164" y="36027"/>
                </a:lnTo>
                <a:lnTo>
                  <a:pt x="29352" y="35387"/>
                </a:lnTo>
                <a:lnTo>
                  <a:pt x="30541" y="34930"/>
                </a:lnTo>
                <a:lnTo>
                  <a:pt x="31730" y="34564"/>
                </a:lnTo>
                <a:lnTo>
                  <a:pt x="33010" y="34381"/>
                </a:lnTo>
                <a:lnTo>
                  <a:pt x="34290" y="34290"/>
                </a:lnTo>
                <a:lnTo>
                  <a:pt x="91440" y="34290"/>
                </a:lnTo>
                <a:lnTo>
                  <a:pt x="96561" y="34564"/>
                </a:lnTo>
                <a:lnTo>
                  <a:pt x="101590" y="35479"/>
                </a:lnTo>
                <a:lnTo>
                  <a:pt x="106528" y="36850"/>
                </a:lnTo>
                <a:lnTo>
                  <a:pt x="111282" y="38862"/>
                </a:lnTo>
                <a:lnTo>
                  <a:pt x="115763" y="41331"/>
                </a:lnTo>
                <a:lnTo>
                  <a:pt x="119969" y="44257"/>
                </a:lnTo>
                <a:lnTo>
                  <a:pt x="123810" y="47640"/>
                </a:lnTo>
                <a:lnTo>
                  <a:pt x="127193" y="51481"/>
                </a:lnTo>
                <a:lnTo>
                  <a:pt x="130119" y="55687"/>
                </a:lnTo>
                <a:lnTo>
                  <a:pt x="132588" y="60168"/>
                </a:lnTo>
                <a:lnTo>
                  <a:pt x="134600" y="64922"/>
                </a:lnTo>
                <a:lnTo>
                  <a:pt x="135971" y="69860"/>
                </a:lnTo>
                <a:lnTo>
                  <a:pt x="136886" y="74889"/>
                </a:lnTo>
                <a:lnTo>
                  <a:pt x="137160" y="80010"/>
                </a:lnTo>
                <a:lnTo>
                  <a:pt x="137434" y="74889"/>
                </a:lnTo>
                <a:lnTo>
                  <a:pt x="138349" y="69860"/>
                </a:lnTo>
                <a:lnTo>
                  <a:pt x="139720" y="64922"/>
                </a:lnTo>
                <a:lnTo>
                  <a:pt x="141732" y="60168"/>
                </a:lnTo>
                <a:lnTo>
                  <a:pt x="144201" y="55687"/>
                </a:lnTo>
                <a:lnTo>
                  <a:pt x="147127" y="51481"/>
                </a:lnTo>
                <a:lnTo>
                  <a:pt x="150510" y="47640"/>
                </a:lnTo>
                <a:lnTo>
                  <a:pt x="154351" y="44257"/>
                </a:lnTo>
                <a:lnTo>
                  <a:pt x="158557" y="41331"/>
                </a:lnTo>
                <a:lnTo>
                  <a:pt x="163038" y="38862"/>
                </a:lnTo>
                <a:lnTo>
                  <a:pt x="167792" y="36850"/>
                </a:lnTo>
                <a:lnTo>
                  <a:pt x="172730" y="35479"/>
                </a:lnTo>
                <a:lnTo>
                  <a:pt x="177759" y="34564"/>
                </a:lnTo>
                <a:lnTo>
                  <a:pt x="182880" y="34290"/>
                </a:lnTo>
                <a:lnTo>
                  <a:pt x="240030" y="34290"/>
                </a:lnTo>
                <a:lnTo>
                  <a:pt x="241310" y="34381"/>
                </a:lnTo>
                <a:lnTo>
                  <a:pt x="242590" y="34564"/>
                </a:lnTo>
                <a:lnTo>
                  <a:pt x="243779" y="34930"/>
                </a:lnTo>
                <a:lnTo>
                  <a:pt x="244968" y="35387"/>
                </a:lnTo>
                <a:lnTo>
                  <a:pt x="246156" y="36027"/>
                </a:lnTo>
                <a:lnTo>
                  <a:pt x="247162" y="36759"/>
                </a:lnTo>
                <a:lnTo>
                  <a:pt x="248077" y="37673"/>
                </a:lnTo>
                <a:lnTo>
                  <a:pt x="248991" y="38588"/>
                </a:lnTo>
                <a:lnTo>
                  <a:pt x="249723" y="39594"/>
                </a:lnTo>
                <a:lnTo>
                  <a:pt x="250363" y="40782"/>
                </a:lnTo>
                <a:lnTo>
                  <a:pt x="250820" y="41971"/>
                </a:lnTo>
                <a:lnTo>
                  <a:pt x="251186" y="43160"/>
                </a:lnTo>
                <a:lnTo>
                  <a:pt x="251369" y="44440"/>
                </a:lnTo>
                <a:lnTo>
                  <a:pt x="251460" y="45720"/>
                </a:lnTo>
                <a:lnTo>
                  <a:pt x="251460" y="194310"/>
                </a:lnTo>
                <a:lnTo>
                  <a:pt x="251369" y="195590"/>
                </a:lnTo>
                <a:lnTo>
                  <a:pt x="251186" y="196870"/>
                </a:lnTo>
                <a:lnTo>
                  <a:pt x="250820" y="198059"/>
                </a:lnTo>
                <a:lnTo>
                  <a:pt x="250363" y="199248"/>
                </a:lnTo>
                <a:lnTo>
                  <a:pt x="249723" y="200436"/>
                </a:lnTo>
                <a:lnTo>
                  <a:pt x="248991" y="201442"/>
                </a:lnTo>
                <a:lnTo>
                  <a:pt x="248077" y="202357"/>
                </a:lnTo>
                <a:lnTo>
                  <a:pt x="247162" y="203271"/>
                </a:lnTo>
                <a:lnTo>
                  <a:pt x="246156" y="204003"/>
                </a:lnTo>
                <a:lnTo>
                  <a:pt x="244968" y="204643"/>
                </a:lnTo>
                <a:lnTo>
                  <a:pt x="243779" y="205100"/>
                </a:lnTo>
                <a:lnTo>
                  <a:pt x="242590" y="205466"/>
                </a:lnTo>
                <a:lnTo>
                  <a:pt x="241310" y="205649"/>
                </a:lnTo>
                <a:lnTo>
                  <a:pt x="240030" y="205740"/>
                </a:lnTo>
                <a:lnTo>
                  <a:pt x="171450" y="205740"/>
                </a:lnTo>
                <a:lnTo>
                  <a:pt x="167610" y="205923"/>
                </a:lnTo>
                <a:lnTo>
                  <a:pt x="163860" y="206563"/>
                </a:lnTo>
                <a:lnTo>
                  <a:pt x="160111" y="207660"/>
                </a:lnTo>
                <a:lnTo>
                  <a:pt x="156545" y="209123"/>
                </a:lnTo>
                <a:lnTo>
                  <a:pt x="153162" y="210952"/>
                </a:lnTo>
                <a:lnTo>
                  <a:pt x="150053" y="213238"/>
                </a:lnTo>
                <a:lnTo>
                  <a:pt x="147218" y="215798"/>
                </a:lnTo>
                <a:lnTo>
                  <a:pt x="144658" y="218633"/>
                </a:lnTo>
                <a:lnTo>
                  <a:pt x="142372" y="221742"/>
                </a:lnTo>
                <a:lnTo>
                  <a:pt x="140543" y="225125"/>
                </a:lnTo>
                <a:lnTo>
                  <a:pt x="139080" y="228691"/>
                </a:lnTo>
                <a:lnTo>
                  <a:pt x="137983" y="232440"/>
                </a:lnTo>
                <a:lnTo>
                  <a:pt x="137343" y="236190"/>
                </a:lnTo>
                <a:lnTo>
                  <a:pt x="137160" y="240030"/>
                </a:lnTo>
                <a:lnTo>
                  <a:pt x="136977" y="236190"/>
                </a:lnTo>
                <a:lnTo>
                  <a:pt x="136337" y="232440"/>
                </a:lnTo>
                <a:lnTo>
                  <a:pt x="135240" y="228691"/>
                </a:lnTo>
                <a:lnTo>
                  <a:pt x="133777" y="225125"/>
                </a:lnTo>
                <a:lnTo>
                  <a:pt x="131948" y="221742"/>
                </a:lnTo>
                <a:lnTo>
                  <a:pt x="129662" y="218633"/>
                </a:lnTo>
                <a:lnTo>
                  <a:pt x="127102" y="215798"/>
                </a:lnTo>
                <a:lnTo>
                  <a:pt x="124267" y="213238"/>
                </a:lnTo>
                <a:lnTo>
                  <a:pt x="121158" y="210952"/>
                </a:lnTo>
                <a:lnTo>
                  <a:pt x="117775" y="209123"/>
                </a:lnTo>
                <a:lnTo>
                  <a:pt x="114209" y="207660"/>
                </a:lnTo>
                <a:lnTo>
                  <a:pt x="110460" y="206563"/>
                </a:lnTo>
                <a:lnTo>
                  <a:pt x="106710" y="205923"/>
                </a:lnTo>
                <a:lnTo>
                  <a:pt x="102870" y="205740"/>
                </a:lnTo>
                <a:lnTo>
                  <a:pt x="34290" y="205740"/>
                </a:lnTo>
                <a:close/>
              </a:path>
            </a:pathLst>
          </a:custGeom>
          <a:noFill/>
          <a:ln w="2286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30428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AGENTS.md：守る規則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91840" y="2807208"/>
            <a:ext cx="2788920" cy="420624"/>
          </a:xfrm>
          <a:prstGeom prst="roundRect">
            <a:avLst>
              <a:gd name="adj" fmla="val 10870"/>
            </a:avLst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28803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48590" y="57150"/>
                </a:moveTo>
                <a:lnTo>
                  <a:pt x="240030" y="57150"/>
                </a:lnTo>
                <a:moveTo>
                  <a:pt x="148590" y="137160"/>
                </a:moveTo>
                <a:lnTo>
                  <a:pt x="240030" y="137160"/>
                </a:lnTo>
                <a:moveTo>
                  <a:pt x="148590" y="217170"/>
                </a:moveTo>
                <a:lnTo>
                  <a:pt x="240030" y="217170"/>
                </a:lnTo>
                <a:moveTo>
                  <a:pt x="34290" y="194310"/>
                </a:moveTo>
                <a:lnTo>
                  <a:pt x="57150" y="217170"/>
                </a:lnTo>
                <a:lnTo>
                  <a:pt x="102870" y="171450"/>
                </a:lnTo>
                <a:moveTo>
                  <a:pt x="34290" y="80010"/>
                </a:moveTo>
                <a:lnTo>
                  <a:pt x="57150" y="102870"/>
                </a:lnTo>
                <a:lnTo>
                  <a:pt x="102870" y="57150"/>
                </a:lnTo>
              </a:path>
            </a:pathLst>
          </a:custGeom>
          <a:noFill/>
          <a:ln w="2286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8072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Skill：作業の手順書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91840" y="3310128"/>
            <a:ext cx="2788920" cy="420624"/>
          </a:xfrm>
          <a:prstGeom prst="roundRect">
            <a:avLst>
              <a:gd name="adj" fmla="val 10870"/>
            </a:avLst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01568" y="338328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67975" y="71963"/>
                </a:moveTo>
                <a:lnTo>
                  <a:pt x="167152" y="72969"/>
                </a:lnTo>
                <a:lnTo>
                  <a:pt x="166421" y="73975"/>
                </a:lnTo>
                <a:lnTo>
                  <a:pt x="165872" y="75072"/>
                </a:lnTo>
                <a:lnTo>
                  <a:pt x="165415" y="76261"/>
                </a:lnTo>
                <a:lnTo>
                  <a:pt x="165049" y="77541"/>
                </a:lnTo>
                <a:lnTo>
                  <a:pt x="164866" y="78730"/>
                </a:lnTo>
                <a:lnTo>
                  <a:pt x="164775" y="80010"/>
                </a:lnTo>
                <a:lnTo>
                  <a:pt x="164866" y="81290"/>
                </a:lnTo>
                <a:lnTo>
                  <a:pt x="165049" y="82479"/>
                </a:lnTo>
                <a:lnTo>
                  <a:pt x="165415" y="83759"/>
                </a:lnTo>
                <a:lnTo>
                  <a:pt x="165872" y="84948"/>
                </a:lnTo>
                <a:lnTo>
                  <a:pt x="166421" y="86045"/>
                </a:lnTo>
                <a:lnTo>
                  <a:pt x="167152" y="87051"/>
                </a:lnTo>
                <a:lnTo>
                  <a:pt x="167975" y="87965"/>
                </a:lnTo>
                <a:lnTo>
                  <a:pt x="186263" y="106253"/>
                </a:lnTo>
                <a:lnTo>
                  <a:pt x="187269" y="107168"/>
                </a:lnTo>
                <a:lnTo>
                  <a:pt x="188275" y="107899"/>
                </a:lnTo>
                <a:lnTo>
                  <a:pt x="189372" y="108448"/>
                </a:lnTo>
                <a:lnTo>
                  <a:pt x="190561" y="108905"/>
                </a:lnTo>
                <a:lnTo>
                  <a:pt x="191841" y="109271"/>
                </a:lnTo>
                <a:lnTo>
                  <a:pt x="193030" y="109454"/>
                </a:lnTo>
                <a:lnTo>
                  <a:pt x="194310" y="109545"/>
                </a:lnTo>
                <a:lnTo>
                  <a:pt x="195590" y="109454"/>
                </a:lnTo>
                <a:lnTo>
                  <a:pt x="196779" y="109271"/>
                </a:lnTo>
                <a:lnTo>
                  <a:pt x="198059" y="108905"/>
                </a:lnTo>
                <a:lnTo>
                  <a:pt x="199248" y="108448"/>
                </a:lnTo>
                <a:lnTo>
                  <a:pt x="200345" y="107899"/>
                </a:lnTo>
                <a:lnTo>
                  <a:pt x="201351" y="107168"/>
                </a:lnTo>
                <a:lnTo>
                  <a:pt x="202265" y="106345"/>
                </a:lnTo>
                <a:lnTo>
                  <a:pt x="237835" y="70775"/>
                </a:lnTo>
                <a:lnTo>
                  <a:pt x="238750" y="69952"/>
                </a:lnTo>
                <a:lnTo>
                  <a:pt x="239847" y="69403"/>
                </a:lnTo>
                <a:lnTo>
                  <a:pt x="240944" y="68946"/>
                </a:lnTo>
                <a:lnTo>
                  <a:pt x="242042" y="68671"/>
                </a:lnTo>
                <a:lnTo>
                  <a:pt x="243139" y="68671"/>
                </a:lnTo>
                <a:lnTo>
                  <a:pt x="244328" y="68763"/>
                </a:lnTo>
                <a:lnTo>
                  <a:pt x="245334" y="69129"/>
                </a:lnTo>
                <a:lnTo>
                  <a:pt x="246339" y="69586"/>
                </a:lnTo>
                <a:lnTo>
                  <a:pt x="247254" y="70317"/>
                </a:lnTo>
                <a:lnTo>
                  <a:pt x="247985" y="71140"/>
                </a:lnTo>
                <a:lnTo>
                  <a:pt x="248625" y="72146"/>
                </a:lnTo>
                <a:lnTo>
                  <a:pt x="249083" y="73335"/>
                </a:lnTo>
                <a:lnTo>
                  <a:pt x="251094" y="84216"/>
                </a:lnTo>
                <a:lnTo>
                  <a:pt x="251369" y="95280"/>
                </a:lnTo>
                <a:lnTo>
                  <a:pt x="249906" y="106253"/>
                </a:lnTo>
                <a:lnTo>
                  <a:pt x="246614" y="116860"/>
                </a:lnTo>
                <a:lnTo>
                  <a:pt x="241767" y="126736"/>
                </a:lnTo>
                <a:lnTo>
                  <a:pt x="235275" y="135788"/>
                </a:lnTo>
                <a:lnTo>
                  <a:pt x="227503" y="143652"/>
                </a:lnTo>
                <a:lnTo>
                  <a:pt x="218542" y="150144"/>
                </a:lnTo>
                <a:lnTo>
                  <a:pt x="208575" y="155082"/>
                </a:lnTo>
                <a:lnTo>
                  <a:pt x="198059" y="158374"/>
                </a:lnTo>
                <a:lnTo>
                  <a:pt x="187086" y="159929"/>
                </a:lnTo>
                <a:lnTo>
                  <a:pt x="175931" y="159746"/>
                </a:lnTo>
                <a:lnTo>
                  <a:pt x="165049" y="157734"/>
                </a:lnTo>
                <a:lnTo>
                  <a:pt x="154625" y="153985"/>
                </a:lnTo>
                <a:lnTo>
                  <a:pt x="64191" y="244419"/>
                </a:lnTo>
                <a:lnTo>
                  <a:pt x="59985" y="247802"/>
                </a:lnTo>
                <a:lnTo>
                  <a:pt x="55138" y="250088"/>
                </a:lnTo>
                <a:lnTo>
                  <a:pt x="49835" y="251277"/>
                </a:lnTo>
                <a:lnTo>
                  <a:pt x="44348" y="251277"/>
                </a:lnTo>
                <a:lnTo>
                  <a:pt x="39045" y="250088"/>
                </a:lnTo>
                <a:lnTo>
                  <a:pt x="34199" y="247711"/>
                </a:lnTo>
                <a:lnTo>
                  <a:pt x="29992" y="244328"/>
                </a:lnTo>
                <a:lnTo>
                  <a:pt x="26609" y="240121"/>
                </a:lnTo>
                <a:lnTo>
                  <a:pt x="24232" y="235275"/>
                </a:lnTo>
                <a:lnTo>
                  <a:pt x="23043" y="229972"/>
                </a:lnTo>
                <a:lnTo>
                  <a:pt x="23043" y="224485"/>
                </a:lnTo>
                <a:lnTo>
                  <a:pt x="24232" y="219182"/>
                </a:lnTo>
                <a:lnTo>
                  <a:pt x="26609" y="214335"/>
                </a:lnTo>
                <a:lnTo>
                  <a:pt x="29992" y="210038"/>
                </a:lnTo>
                <a:lnTo>
                  <a:pt x="120335" y="119695"/>
                </a:lnTo>
                <a:lnTo>
                  <a:pt x="116677" y="109271"/>
                </a:lnTo>
                <a:lnTo>
                  <a:pt x="114666" y="98389"/>
                </a:lnTo>
                <a:lnTo>
                  <a:pt x="114391" y="87234"/>
                </a:lnTo>
                <a:lnTo>
                  <a:pt x="115946" y="76261"/>
                </a:lnTo>
                <a:lnTo>
                  <a:pt x="119238" y="65745"/>
                </a:lnTo>
                <a:lnTo>
                  <a:pt x="124176" y="55778"/>
                </a:lnTo>
                <a:lnTo>
                  <a:pt x="130668" y="46817"/>
                </a:lnTo>
                <a:lnTo>
                  <a:pt x="138532" y="39045"/>
                </a:lnTo>
                <a:lnTo>
                  <a:pt x="147584" y="32553"/>
                </a:lnTo>
                <a:lnTo>
                  <a:pt x="157460" y="27706"/>
                </a:lnTo>
                <a:lnTo>
                  <a:pt x="168067" y="24414"/>
                </a:lnTo>
                <a:lnTo>
                  <a:pt x="179040" y="22951"/>
                </a:lnTo>
                <a:lnTo>
                  <a:pt x="190104" y="23226"/>
                </a:lnTo>
                <a:lnTo>
                  <a:pt x="200985" y="25237"/>
                </a:lnTo>
                <a:lnTo>
                  <a:pt x="202174" y="25695"/>
                </a:lnTo>
                <a:lnTo>
                  <a:pt x="203180" y="26335"/>
                </a:lnTo>
                <a:lnTo>
                  <a:pt x="204094" y="27066"/>
                </a:lnTo>
                <a:lnTo>
                  <a:pt x="204734" y="27981"/>
                </a:lnTo>
                <a:lnTo>
                  <a:pt x="205191" y="28986"/>
                </a:lnTo>
                <a:lnTo>
                  <a:pt x="205557" y="29992"/>
                </a:lnTo>
                <a:lnTo>
                  <a:pt x="205649" y="31181"/>
                </a:lnTo>
                <a:lnTo>
                  <a:pt x="205649" y="32278"/>
                </a:lnTo>
                <a:lnTo>
                  <a:pt x="205374" y="33376"/>
                </a:lnTo>
                <a:lnTo>
                  <a:pt x="205008" y="34473"/>
                </a:lnTo>
                <a:lnTo>
                  <a:pt x="204368" y="35570"/>
                </a:lnTo>
                <a:lnTo>
                  <a:pt x="203545" y="36485"/>
                </a:lnTo>
                <a:lnTo>
                  <a:pt x="167975" y="71963"/>
                </a:lnTo>
                <a:close/>
              </a:path>
            </a:pathLst>
          </a:custGeom>
          <a:noFill/>
          <a:ln w="2286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33101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テンプレート・検査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0" y="1371600"/>
            <a:ext cx="2103120" cy="25146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1371600"/>
            <a:ext cx="73152" cy="2514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5361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残るもの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812280" y="229514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77724" y="285018"/>
                </a:moveTo>
                <a:lnTo>
                  <a:pt x="74798" y="284836"/>
                </a:lnTo>
                <a:lnTo>
                  <a:pt x="71963" y="284378"/>
                </a:lnTo>
                <a:lnTo>
                  <a:pt x="69129" y="283555"/>
                </a:lnTo>
                <a:lnTo>
                  <a:pt x="66477" y="282458"/>
                </a:lnTo>
                <a:lnTo>
                  <a:pt x="63917" y="280995"/>
                </a:lnTo>
                <a:lnTo>
                  <a:pt x="61539" y="279349"/>
                </a:lnTo>
                <a:lnTo>
                  <a:pt x="59436" y="277429"/>
                </a:lnTo>
                <a:lnTo>
                  <a:pt x="57424" y="275234"/>
                </a:lnTo>
                <a:lnTo>
                  <a:pt x="55778" y="272857"/>
                </a:lnTo>
                <a:lnTo>
                  <a:pt x="54407" y="270297"/>
                </a:lnTo>
                <a:lnTo>
                  <a:pt x="53310" y="267645"/>
                </a:lnTo>
                <a:lnTo>
                  <a:pt x="52487" y="264810"/>
                </a:lnTo>
                <a:lnTo>
                  <a:pt x="51938" y="261976"/>
                </a:lnTo>
                <a:lnTo>
                  <a:pt x="51846" y="259050"/>
                </a:lnTo>
                <a:lnTo>
                  <a:pt x="51846" y="51846"/>
                </a:lnTo>
                <a:lnTo>
                  <a:pt x="51938" y="48920"/>
                </a:lnTo>
                <a:lnTo>
                  <a:pt x="52487" y="46086"/>
                </a:lnTo>
                <a:lnTo>
                  <a:pt x="53310" y="43251"/>
                </a:lnTo>
                <a:lnTo>
                  <a:pt x="54407" y="40599"/>
                </a:lnTo>
                <a:lnTo>
                  <a:pt x="55778" y="38039"/>
                </a:lnTo>
                <a:lnTo>
                  <a:pt x="57424" y="35662"/>
                </a:lnTo>
                <a:lnTo>
                  <a:pt x="59436" y="33467"/>
                </a:lnTo>
                <a:lnTo>
                  <a:pt x="61539" y="31547"/>
                </a:lnTo>
                <a:lnTo>
                  <a:pt x="63917" y="29901"/>
                </a:lnTo>
                <a:lnTo>
                  <a:pt x="66477" y="28438"/>
                </a:lnTo>
                <a:lnTo>
                  <a:pt x="69129" y="27341"/>
                </a:lnTo>
                <a:lnTo>
                  <a:pt x="71963" y="26518"/>
                </a:lnTo>
                <a:lnTo>
                  <a:pt x="74798" y="26060"/>
                </a:lnTo>
                <a:lnTo>
                  <a:pt x="77724" y="25878"/>
                </a:lnTo>
                <a:lnTo>
                  <a:pt x="181326" y="25878"/>
                </a:lnTo>
                <a:lnTo>
                  <a:pt x="183063" y="25969"/>
                </a:lnTo>
                <a:lnTo>
                  <a:pt x="184892" y="26060"/>
                </a:lnTo>
                <a:lnTo>
                  <a:pt x="186629" y="26335"/>
                </a:lnTo>
                <a:lnTo>
                  <a:pt x="188275" y="26700"/>
                </a:lnTo>
                <a:lnTo>
                  <a:pt x="190012" y="27158"/>
                </a:lnTo>
                <a:lnTo>
                  <a:pt x="191658" y="27615"/>
                </a:lnTo>
                <a:lnTo>
                  <a:pt x="193304" y="28255"/>
                </a:lnTo>
                <a:lnTo>
                  <a:pt x="194950" y="28986"/>
                </a:lnTo>
                <a:lnTo>
                  <a:pt x="196505" y="29809"/>
                </a:lnTo>
                <a:lnTo>
                  <a:pt x="197968" y="30724"/>
                </a:lnTo>
                <a:lnTo>
                  <a:pt x="199431" y="31638"/>
                </a:lnTo>
                <a:lnTo>
                  <a:pt x="200802" y="32736"/>
                </a:lnTo>
                <a:lnTo>
                  <a:pt x="202174" y="33833"/>
                </a:lnTo>
                <a:lnTo>
                  <a:pt x="203454" y="35022"/>
                </a:lnTo>
                <a:lnTo>
                  <a:pt x="249906" y="81564"/>
                </a:lnTo>
                <a:lnTo>
                  <a:pt x="251094" y="82845"/>
                </a:lnTo>
                <a:lnTo>
                  <a:pt x="252283" y="84125"/>
                </a:lnTo>
                <a:lnTo>
                  <a:pt x="253289" y="85496"/>
                </a:lnTo>
                <a:lnTo>
                  <a:pt x="254295" y="86959"/>
                </a:lnTo>
                <a:lnTo>
                  <a:pt x="255209" y="88514"/>
                </a:lnTo>
                <a:lnTo>
                  <a:pt x="256032" y="90068"/>
                </a:lnTo>
                <a:lnTo>
                  <a:pt x="256672" y="91623"/>
                </a:lnTo>
                <a:lnTo>
                  <a:pt x="257312" y="93269"/>
                </a:lnTo>
                <a:lnTo>
                  <a:pt x="257861" y="95006"/>
                </a:lnTo>
                <a:lnTo>
                  <a:pt x="258318" y="96652"/>
                </a:lnTo>
                <a:lnTo>
                  <a:pt x="258684" y="98389"/>
                </a:lnTo>
                <a:lnTo>
                  <a:pt x="258867" y="100127"/>
                </a:lnTo>
                <a:lnTo>
                  <a:pt x="259050" y="101864"/>
                </a:lnTo>
                <a:lnTo>
                  <a:pt x="259050" y="103602"/>
                </a:lnTo>
                <a:lnTo>
                  <a:pt x="259050" y="259050"/>
                </a:lnTo>
                <a:lnTo>
                  <a:pt x="258958" y="261976"/>
                </a:lnTo>
                <a:lnTo>
                  <a:pt x="258409" y="264810"/>
                </a:lnTo>
                <a:lnTo>
                  <a:pt x="257586" y="267645"/>
                </a:lnTo>
                <a:lnTo>
                  <a:pt x="256489" y="270297"/>
                </a:lnTo>
                <a:lnTo>
                  <a:pt x="255118" y="272857"/>
                </a:lnTo>
                <a:lnTo>
                  <a:pt x="253472" y="275234"/>
                </a:lnTo>
                <a:lnTo>
                  <a:pt x="251460" y="277429"/>
                </a:lnTo>
                <a:lnTo>
                  <a:pt x="249357" y="279349"/>
                </a:lnTo>
                <a:lnTo>
                  <a:pt x="246979" y="280995"/>
                </a:lnTo>
                <a:lnTo>
                  <a:pt x="244419" y="282458"/>
                </a:lnTo>
                <a:lnTo>
                  <a:pt x="241767" y="283555"/>
                </a:lnTo>
                <a:lnTo>
                  <a:pt x="238933" y="284378"/>
                </a:lnTo>
                <a:lnTo>
                  <a:pt x="236098" y="284836"/>
                </a:lnTo>
                <a:lnTo>
                  <a:pt x="233172" y="285018"/>
                </a:lnTo>
                <a:lnTo>
                  <a:pt x="77724" y="285018"/>
                </a:lnTo>
                <a:close/>
                <a:moveTo>
                  <a:pt x="181326" y="25878"/>
                </a:moveTo>
                <a:lnTo>
                  <a:pt x="181326" y="90708"/>
                </a:lnTo>
                <a:lnTo>
                  <a:pt x="181417" y="92172"/>
                </a:lnTo>
                <a:lnTo>
                  <a:pt x="181691" y="93543"/>
                </a:lnTo>
                <a:lnTo>
                  <a:pt x="182057" y="94915"/>
                </a:lnTo>
                <a:lnTo>
                  <a:pt x="182606" y="96286"/>
                </a:lnTo>
                <a:lnTo>
                  <a:pt x="183337" y="97566"/>
                </a:lnTo>
                <a:lnTo>
                  <a:pt x="184160" y="98755"/>
                </a:lnTo>
                <a:lnTo>
                  <a:pt x="185166" y="99852"/>
                </a:lnTo>
                <a:lnTo>
                  <a:pt x="186263" y="100767"/>
                </a:lnTo>
                <a:lnTo>
                  <a:pt x="187452" y="101681"/>
                </a:lnTo>
                <a:lnTo>
                  <a:pt x="188732" y="102321"/>
                </a:lnTo>
                <a:lnTo>
                  <a:pt x="190012" y="102870"/>
                </a:lnTo>
                <a:lnTo>
                  <a:pt x="191384" y="103327"/>
                </a:lnTo>
                <a:lnTo>
                  <a:pt x="192847" y="103510"/>
                </a:lnTo>
                <a:lnTo>
                  <a:pt x="194310" y="103602"/>
                </a:lnTo>
                <a:lnTo>
                  <a:pt x="259050" y="103602"/>
                </a:lnTo>
                <a:moveTo>
                  <a:pt x="129570" y="116586"/>
                </a:moveTo>
                <a:lnTo>
                  <a:pt x="103602" y="116586"/>
                </a:lnTo>
                <a:moveTo>
                  <a:pt x="207294" y="168432"/>
                </a:moveTo>
                <a:lnTo>
                  <a:pt x="103602" y="168432"/>
                </a:lnTo>
                <a:moveTo>
                  <a:pt x="207294" y="220188"/>
                </a:moveTo>
                <a:lnTo>
                  <a:pt x="103602" y="220188"/>
                </a:lnTo>
              </a:path>
            </a:pathLst>
          </a:custGeom>
          <a:noFill/>
          <a:ln w="25908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22402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要求・仕様書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12280" y="279806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07294" y="233172"/>
                </a:moveTo>
                <a:lnTo>
                  <a:pt x="285018" y="155448"/>
                </a:lnTo>
                <a:lnTo>
                  <a:pt x="207294" y="77724"/>
                </a:lnTo>
                <a:moveTo>
                  <a:pt x="103602" y="77724"/>
                </a:moveTo>
                <a:lnTo>
                  <a:pt x="25878" y="155448"/>
                </a:lnTo>
                <a:lnTo>
                  <a:pt x="103602" y="233172"/>
                </a:lnTo>
              </a:path>
            </a:pathLst>
          </a:custGeom>
          <a:noFill/>
          <a:ln w="25908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7432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実装とテスト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12280" y="330098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16586" y="155448"/>
                </a:moveTo>
                <a:lnTo>
                  <a:pt x="142464" y="181326"/>
                </a:lnTo>
                <a:lnTo>
                  <a:pt x="194310" y="129570"/>
                </a:lnTo>
                <a:moveTo>
                  <a:pt x="285018" y="155448"/>
                </a:moveTo>
                <a:lnTo>
                  <a:pt x="281727" y="184252"/>
                </a:lnTo>
                <a:lnTo>
                  <a:pt x="272125" y="211684"/>
                </a:lnTo>
                <a:lnTo>
                  <a:pt x="256764" y="236190"/>
                </a:lnTo>
                <a:lnTo>
                  <a:pt x="236190" y="256764"/>
                </a:lnTo>
                <a:lnTo>
                  <a:pt x="211684" y="272125"/>
                </a:lnTo>
                <a:lnTo>
                  <a:pt x="184252" y="281727"/>
                </a:lnTo>
                <a:lnTo>
                  <a:pt x="155448" y="285018"/>
                </a:lnTo>
                <a:lnTo>
                  <a:pt x="126644" y="281727"/>
                </a:lnTo>
                <a:lnTo>
                  <a:pt x="99212" y="272125"/>
                </a:lnTo>
                <a:lnTo>
                  <a:pt x="74706" y="256764"/>
                </a:lnTo>
                <a:lnTo>
                  <a:pt x="54132" y="236190"/>
                </a:lnTo>
                <a:lnTo>
                  <a:pt x="38771" y="211684"/>
                </a:lnTo>
                <a:lnTo>
                  <a:pt x="29169" y="184252"/>
                </a:lnTo>
                <a:lnTo>
                  <a:pt x="25878" y="155448"/>
                </a:lnTo>
                <a:lnTo>
                  <a:pt x="29169" y="126644"/>
                </a:lnTo>
                <a:lnTo>
                  <a:pt x="38771" y="99212"/>
                </a:lnTo>
                <a:lnTo>
                  <a:pt x="54132" y="74706"/>
                </a:lnTo>
                <a:lnTo>
                  <a:pt x="74706" y="54132"/>
                </a:lnTo>
                <a:lnTo>
                  <a:pt x="99212" y="38771"/>
                </a:lnTo>
                <a:lnTo>
                  <a:pt x="126644" y="29169"/>
                </a:lnTo>
                <a:lnTo>
                  <a:pt x="155448" y="25878"/>
                </a:lnTo>
                <a:lnTo>
                  <a:pt x="184252" y="29169"/>
                </a:lnTo>
                <a:lnTo>
                  <a:pt x="211684" y="38771"/>
                </a:lnTo>
                <a:lnTo>
                  <a:pt x="236190" y="54132"/>
                </a:lnTo>
                <a:lnTo>
                  <a:pt x="256764" y="74706"/>
                </a:lnTo>
                <a:lnTo>
                  <a:pt x="272125" y="99212"/>
                </a:lnTo>
                <a:lnTo>
                  <a:pt x="281727" y="126644"/>
                </a:lnTo>
                <a:lnTo>
                  <a:pt x="285018" y="155448"/>
                </a:lnTo>
                <a:close/>
              </a:path>
            </a:pathLst>
          </a:custGeom>
          <a:noFill/>
          <a:ln w="25908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324612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検証の記録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843784" y="2628900"/>
            <a:ext cx="210312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318504" y="2628900"/>
            <a:ext cx="210312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85800" y="4114800"/>
            <a:ext cx="800100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114800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単独のアプリではなく、AIに読ませる手順と道具のセット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全体像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会話ではなくファイルが残る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ふつうのAIチャット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00600" y="13258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AI-Engine-Devを使うと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566160" cy="603504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2938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4310" y="116586"/>
                </a:moveTo>
                <a:lnTo>
                  <a:pt x="116586" y="194310"/>
                </a:lnTo>
                <a:moveTo>
                  <a:pt x="116586" y="116586"/>
                </a:moveTo>
                <a:lnTo>
                  <a:pt x="194310" y="194310"/>
                </a:lnTo>
                <a:moveTo>
                  <a:pt x="285018" y="155448"/>
                </a:moveTo>
                <a:lnTo>
                  <a:pt x="281727" y="184252"/>
                </a:lnTo>
                <a:lnTo>
                  <a:pt x="272125" y="211684"/>
                </a:lnTo>
                <a:lnTo>
                  <a:pt x="256764" y="236190"/>
                </a:lnTo>
                <a:lnTo>
                  <a:pt x="236190" y="256764"/>
                </a:lnTo>
                <a:lnTo>
                  <a:pt x="211684" y="272125"/>
                </a:lnTo>
                <a:lnTo>
                  <a:pt x="184252" y="281727"/>
                </a:lnTo>
                <a:lnTo>
                  <a:pt x="155448" y="285018"/>
                </a:lnTo>
                <a:lnTo>
                  <a:pt x="126644" y="281727"/>
                </a:lnTo>
                <a:lnTo>
                  <a:pt x="99212" y="272125"/>
                </a:lnTo>
                <a:lnTo>
                  <a:pt x="74706" y="256764"/>
                </a:lnTo>
                <a:lnTo>
                  <a:pt x="54132" y="236190"/>
                </a:lnTo>
                <a:lnTo>
                  <a:pt x="38771" y="211684"/>
                </a:lnTo>
                <a:lnTo>
                  <a:pt x="29169" y="184252"/>
                </a:lnTo>
                <a:lnTo>
                  <a:pt x="25878" y="155448"/>
                </a:lnTo>
                <a:lnTo>
                  <a:pt x="29169" y="126644"/>
                </a:lnTo>
                <a:lnTo>
                  <a:pt x="38771" y="99212"/>
                </a:lnTo>
                <a:lnTo>
                  <a:pt x="54132" y="74706"/>
                </a:lnTo>
                <a:lnTo>
                  <a:pt x="74706" y="54132"/>
                </a:lnTo>
                <a:lnTo>
                  <a:pt x="99212" y="38771"/>
                </a:lnTo>
                <a:lnTo>
                  <a:pt x="126644" y="29169"/>
                </a:lnTo>
                <a:lnTo>
                  <a:pt x="155448" y="25878"/>
                </a:lnTo>
                <a:lnTo>
                  <a:pt x="184252" y="29169"/>
                </a:lnTo>
                <a:lnTo>
                  <a:pt x="211684" y="38771"/>
                </a:lnTo>
                <a:lnTo>
                  <a:pt x="236190" y="54132"/>
                </a:lnTo>
                <a:lnTo>
                  <a:pt x="256764" y="74706"/>
                </a:lnTo>
                <a:lnTo>
                  <a:pt x="272125" y="99212"/>
                </a:lnTo>
                <a:lnTo>
                  <a:pt x="281727" y="126644"/>
                </a:lnTo>
                <a:lnTo>
                  <a:pt x="285018" y="155448"/>
                </a:lnTo>
                <a:close/>
              </a:path>
            </a:pathLst>
          </a:custGeom>
          <a:noFill/>
          <a:ln w="25908">
            <a:solidFill>
              <a:srgbClr val="9AA3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78308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要望の解釈が人によって違う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00600" y="1783080"/>
            <a:ext cx="3886200" cy="603504"/>
          </a:xfrm>
          <a:prstGeom prst="roundRect">
            <a:avLst>
              <a:gd name="adj" fmla="val 9091"/>
            </a:avLst>
          </a:prstGeom>
          <a:solidFill>
            <a:srgbClr val="E8F0FE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192938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16586" y="155448"/>
                </a:moveTo>
                <a:lnTo>
                  <a:pt x="142464" y="181326"/>
                </a:lnTo>
                <a:lnTo>
                  <a:pt x="194310" y="129570"/>
                </a:lnTo>
                <a:moveTo>
                  <a:pt x="285018" y="155448"/>
                </a:moveTo>
                <a:lnTo>
                  <a:pt x="281727" y="184252"/>
                </a:lnTo>
                <a:lnTo>
                  <a:pt x="272125" y="211684"/>
                </a:lnTo>
                <a:lnTo>
                  <a:pt x="256764" y="236190"/>
                </a:lnTo>
                <a:lnTo>
                  <a:pt x="236190" y="256764"/>
                </a:lnTo>
                <a:lnTo>
                  <a:pt x="211684" y="272125"/>
                </a:lnTo>
                <a:lnTo>
                  <a:pt x="184252" y="281727"/>
                </a:lnTo>
                <a:lnTo>
                  <a:pt x="155448" y="285018"/>
                </a:lnTo>
                <a:lnTo>
                  <a:pt x="126644" y="281727"/>
                </a:lnTo>
                <a:lnTo>
                  <a:pt x="99212" y="272125"/>
                </a:lnTo>
                <a:lnTo>
                  <a:pt x="74706" y="256764"/>
                </a:lnTo>
                <a:lnTo>
                  <a:pt x="54132" y="236190"/>
                </a:lnTo>
                <a:lnTo>
                  <a:pt x="38771" y="211684"/>
                </a:lnTo>
                <a:lnTo>
                  <a:pt x="29169" y="184252"/>
                </a:lnTo>
                <a:lnTo>
                  <a:pt x="25878" y="155448"/>
                </a:lnTo>
                <a:lnTo>
                  <a:pt x="29169" y="126644"/>
                </a:lnTo>
                <a:lnTo>
                  <a:pt x="38771" y="99212"/>
                </a:lnTo>
                <a:lnTo>
                  <a:pt x="54132" y="74706"/>
                </a:lnTo>
                <a:lnTo>
                  <a:pt x="74706" y="54132"/>
                </a:lnTo>
                <a:lnTo>
                  <a:pt x="99212" y="38771"/>
                </a:lnTo>
                <a:lnTo>
                  <a:pt x="126644" y="29169"/>
                </a:lnTo>
                <a:lnTo>
                  <a:pt x="155448" y="25878"/>
                </a:lnTo>
                <a:lnTo>
                  <a:pt x="184252" y="29169"/>
                </a:lnTo>
                <a:lnTo>
                  <a:pt x="211684" y="38771"/>
                </a:lnTo>
                <a:lnTo>
                  <a:pt x="236190" y="54132"/>
                </a:lnTo>
                <a:lnTo>
                  <a:pt x="256764" y="74706"/>
                </a:lnTo>
                <a:lnTo>
                  <a:pt x="272125" y="99212"/>
                </a:lnTo>
                <a:lnTo>
                  <a:pt x="281727" y="126644"/>
                </a:lnTo>
                <a:lnTo>
                  <a:pt x="285018" y="15544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78308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要求と仕様が文書で残る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25112" y="2084832"/>
            <a:ext cx="402336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2514600"/>
            <a:ext cx="3566160" cy="603504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660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4310" y="116586"/>
                </a:moveTo>
                <a:lnTo>
                  <a:pt x="116586" y="194310"/>
                </a:lnTo>
                <a:moveTo>
                  <a:pt x="116586" y="116586"/>
                </a:moveTo>
                <a:lnTo>
                  <a:pt x="194310" y="194310"/>
                </a:lnTo>
                <a:moveTo>
                  <a:pt x="285018" y="155448"/>
                </a:moveTo>
                <a:lnTo>
                  <a:pt x="281727" y="184252"/>
                </a:lnTo>
                <a:lnTo>
                  <a:pt x="272125" y="211684"/>
                </a:lnTo>
                <a:lnTo>
                  <a:pt x="256764" y="236190"/>
                </a:lnTo>
                <a:lnTo>
                  <a:pt x="236190" y="256764"/>
                </a:lnTo>
                <a:lnTo>
                  <a:pt x="211684" y="272125"/>
                </a:lnTo>
                <a:lnTo>
                  <a:pt x="184252" y="281727"/>
                </a:lnTo>
                <a:lnTo>
                  <a:pt x="155448" y="285018"/>
                </a:lnTo>
                <a:lnTo>
                  <a:pt x="126644" y="281727"/>
                </a:lnTo>
                <a:lnTo>
                  <a:pt x="99212" y="272125"/>
                </a:lnTo>
                <a:lnTo>
                  <a:pt x="74706" y="256764"/>
                </a:lnTo>
                <a:lnTo>
                  <a:pt x="54132" y="236190"/>
                </a:lnTo>
                <a:lnTo>
                  <a:pt x="38771" y="211684"/>
                </a:lnTo>
                <a:lnTo>
                  <a:pt x="29169" y="184252"/>
                </a:lnTo>
                <a:lnTo>
                  <a:pt x="25878" y="155448"/>
                </a:lnTo>
                <a:lnTo>
                  <a:pt x="29169" y="126644"/>
                </a:lnTo>
                <a:lnTo>
                  <a:pt x="38771" y="99212"/>
                </a:lnTo>
                <a:lnTo>
                  <a:pt x="54132" y="74706"/>
                </a:lnTo>
                <a:lnTo>
                  <a:pt x="74706" y="54132"/>
                </a:lnTo>
                <a:lnTo>
                  <a:pt x="99212" y="38771"/>
                </a:lnTo>
                <a:lnTo>
                  <a:pt x="126644" y="29169"/>
                </a:lnTo>
                <a:lnTo>
                  <a:pt x="155448" y="25878"/>
                </a:lnTo>
                <a:lnTo>
                  <a:pt x="184252" y="29169"/>
                </a:lnTo>
                <a:lnTo>
                  <a:pt x="211684" y="38771"/>
                </a:lnTo>
                <a:lnTo>
                  <a:pt x="236190" y="54132"/>
                </a:lnTo>
                <a:lnTo>
                  <a:pt x="256764" y="74706"/>
                </a:lnTo>
                <a:lnTo>
                  <a:pt x="272125" y="99212"/>
                </a:lnTo>
                <a:lnTo>
                  <a:pt x="281727" y="126644"/>
                </a:lnTo>
                <a:lnTo>
                  <a:pt x="285018" y="155448"/>
                </a:lnTo>
                <a:close/>
              </a:path>
            </a:pathLst>
          </a:custGeom>
          <a:noFill/>
          <a:ln w="25908">
            <a:solidFill>
              <a:srgbClr val="9AA3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51460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何を確認したか分からない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00600" y="2514600"/>
            <a:ext cx="3886200" cy="603504"/>
          </a:xfrm>
          <a:prstGeom prst="roundRect">
            <a:avLst>
              <a:gd name="adj" fmla="val 9091"/>
            </a:avLst>
          </a:prstGeom>
          <a:solidFill>
            <a:srgbClr val="E8F0FE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2660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16586" y="155448"/>
                </a:moveTo>
                <a:lnTo>
                  <a:pt x="142464" y="181326"/>
                </a:lnTo>
                <a:lnTo>
                  <a:pt x="194310" y="129570"/>
                </a:lnTo>
                <a:moveTo>
                  <a:pt x="285018" y="155448"/>
                </a:moveTo>
                <a:lnTo>
                  <a:pt x="281727" y="184252"/>
                </a:lnTo>
                <a:lnTo>
                  <a:pt x="272125" y="211684"/>
                </a:lnTo>
                <a:lnTo>
                  <a:pt x="256764" y="236190"/>
                </a:lnTo>
                <a:lnTo>
                  <a:pt x="236190" y="256764"/>
                </a:lnTo>
                <a:lnTo>
                  <a:pt x="211684" y="272125"/>
                </a:lnTo>
                <a:lnTo>
                  <a:pt x="184252" y="281727"/>
                </a:lnTo>
                <a:lnTo>
                  <a:pt x="155448" y="285018"/>
                </a:lnTo>
                <a:lnTo>
                  <a:pt x="126644" y="281727"/>
                </a:lnTo>
                <a:lnTo>
                  <a:pt x="99212" y="272125"/>
                </a:lnTo>
                <a:lnTo>
                  <a:pt x="74706" y="256764"/>
                </a:lnTo>
                <a:lnTo>
                  <a:pt x="54132" y="236190"/>
                </a:lnTo>
                <a:lnTo>
                  <a:pt x="38771" y="211684"/>
                </a:lnTo>
                <a:lnTo>
                  <a:pt x="29169" y="184252"/>
                </a:lnTo>
                <a:lnTo>
                  <a:pt x="25878" y="155448"/>
                </a:lnTo>
                <a:lnTo>
                  <a:pt x="29169" y="126644"/>
                </a:lnTo>
                <a:lnTo>
                  <a:pt x="38771" y="99212"/>
                </a:lnTo>
                <a:lnTo>
                  <a:pt x="54132" y="74706"/>
                </a:lnTo>
                <a:lnTo>
                  <a:pt x="74706" y="54132"/>
                </a:lnTo>
                <a:lnTo>
                  <a:pt x="99212" y="38771"/>
                </a:lnTo>
                <a:lnTo>
                  <a:pt x="126644" y="29169"/>
                </a:lnTo>
                <a:lnTo>
                  <a:pt x="155448" y="25878"/>
                </a:lnTo>
                <a:lnTo>
                  <a:pt x="184252" y="29169"/>
                </a:lnTo>
                <a:lnTo>
                  <a:pt x="211684" y="38771"/>
                </a:lnTo>
                <a:lnTo>
                  <a:pt x="236190" y="54132"/>
                </a:lnTo>
                <a:lnTo>
                  <a:pt x="256764" y="74706"/>
                </a:lnTo>
                <a:lnTo>
                  <a:pt x="272125" y="99212"/>
                </a:lnTo>
                <a:lnTo>
                  <a:pt x="281727" y="126644"/>
                </a:lnTo>
                <a:lnTo>
                  <a:pt x="285018" y="15544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51460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実行した検査と結果が残る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25112" y="2816352"/>
            <a:ext cx="402336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5800" y="3246120"/>
            <a:ext cx="3566160" cy="603504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39242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4310" y="116586"/>
                </a:moveTo>
                <a:lnTo>
                  <a:pt x="116586" y="194310"/>
                </a:lnTo>
                <a:moveTo>
                  <a:pt x="116586" y="116586"/>
                </a:moveTo>
                <a:lnTo>
                  <a:pt x="194310" y="194310"/>
                </a:lnTo>
                <a:moveTo>
                  <a:pt x="285018" y="155448"/>
                </a:moveTo>
                <a:lnTo>
                  <a:pt x="281727" y="184252"/>
                </a:lnTo>
                <a:lnTo>
                  <a:pt x="272125" y="211684"/>
                </a:lnTo>
                <a:lnTo>
                  <a:pt x="256764" y="236190"/>
                </a:lnTo>
                <a:lnTo>
                  <a:pt x="236190" y="256764"/>
                </a:lnTo>
                <a:lnTo>
                  <a:pt x="211684" y="272125"/>
                </a:lnTo>
                <a:lnTo>
                  <a:pt x="184252" y="281727"/>
                </a:lnTo>
                <a:lnTo>
                  <a:pt x="155448" y="285018"/>
                </a:lnTo>
                <a:lnTo>
                  <a:pt x="126644" y="281727"/>
                </a:lnTo>
                <a:lnTo>
                  <a:pt x="99212" y="272125"/>
                </a:lnTo>
                <a:lnTo>
                  <a:pt x="74706" y="256764"/>
                </a:lnTo>
                <a:lnTo>
                  <a:pt x="54132" y="236190"/>
                </a:lnTo>
                <a:lnTo>
                  <a:pt x="38771" y="211684"/>
                </a:lnTo>
                <a:lnTo>
                  <a:pt x="29169" y="184252"/>
                </a:lnTo>
                <a:lnTo>
                  <a:pt x="25878" y="155448"/>
                </a:lnTo>
                <a:lnTo>
                  <a:pt x="29169" y="126644"/>
                </a:lnTo>
                <a:lnTo>
                  <a:pt x="38771" y="99212"/>
                </a:lnTo>
                <a:lnTo>
                  <a:pt x="54132" y="74706"/>
                </a:lnTo>
                <a:lnTo>
                  <a:pt x="74706" y="54132"/>
                </a:lnTo>
                <a:lnTo>
                  <a:pt x="99212" y="38771"/>
                </a:lnTo>
                <a:lnTo>
                  <a:pt x="126644" y="29169"/>
                </a:lnTo>
                <a:lnTo>
                  <a:pt x="155448" y="25878"/>
                </a:lnTo>
                <a:lnTo>
                  <a:pt x="184252" y="29169"/>
                </a:lnTo>
                <a:lnTo>
                  <a:pt x="211684" y="38771"/>
                </a:lnTo>
                <a:lnTo>
                  <a:pt x="236190" y="54132"/>
                </a:lnTo>
                <a:lnTo>
                  <a:pt x="256764" y="74706"/>
                </a:lnTo>
                <a:lnTo>
                  <a:pt x="272125" y="99212"/>
                </a:lnTo>
                <a:lnTo>
                  <a:pt x="281727" y="126644"/>
                </a:lnTo>
                <a:lnTo>
                  <a:pt x="285018" y="155448"/>
                </a:lnTo>
                <a:close/>
              </a:path>
            </a:pathLst>
          </a:custGeom>
          <a:noFill/>
          <a:ln w="25908">
            <a:solidFill>
              <a:srgbClr val="9AA3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24612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次の人が会話を読み直す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00600" y="3246120"/>
            <a:ext cx="3886200" cy="603504"/>
          </a:xfrm>
          <a:prstGeom prst="roundRect">
            <a:avLst>
              <a:gd name="adj" fmla="val 9091"/>
            </a:avLst>
          </a:prstGeom>
          <a:solidFill>
            <a:srgbClr val="E8F0FE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339242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16586" y="155448"/>
                </a:moveTo>
                <a:lnTo>
                  <a:pt x="142464" y="181326"/>
                </a:lnTo>
                <a:lnTo>
                  <a:pt x="194310" y="129570"/>
                </a:lnTo>
                <a:moveTo>
                  <a:pt x="285018" y="155448"/>
                </a:moveTo>
                <a:lnTo>
                  <a:pt x="281727" y="184252"/>
                </a:lnTo>
                <a:lnTo>
                  <a:pt x="272125" y="211684"/>
                </a:lnTo>
                <a:lnTo>
                  <a:pt x="256764" y="236190"/>
                </a:lnTo>
                <a:lnTo>
                  <a:pt x="236190" y="256764"/>
                </a:lnTo>
                <a:lnTo>
                  <a:pt x="211684" y="272125"/>
                </a:lnTo>
                <a:lnTo>
                  <a:pt x="184252" y="281727"/>
                </a:lnTo>
                <a:lnTo>
                  <a:pt x="155448" y="285018"/>
                </a:lnTo>
                <a:lnTo>
                  <a:pt x="126644" y="281727"/>
                </a:lnTo>
                <a:lnTo>
                  <a:pt x="99212" y="272125"/>
                </a:lnTo>
                <a:lnTo>
                  <a:pt x="74706" y="256764"/>
                </a:lnTo>
                <a:lnTo>
                  <a:pt x="54132" y="236190"/>
                </a:lnTo>
                <a:lnTo>
                  <a:pt x="38771" y="211684"/>
                </a:lnTo>
                <a:lnTo>
                  <a:pt x="29169" y="184252"/>
                </a:lnTo>
                <a:lnTo>
                  <a:pt x="25878" y="155448"/>
                </a:lnTo>
                <a:lnTo>
                  <a:pt x="29169" y="126644"/>
                </a:lnTo>
                <a:lnTo>
                  <a:pt x="38771" y="99212"/>
                </a:lnTo>
                <a:lnTo>
                  <a:pt x="54132" y="74706"/>
                </a:lnTo>
                <a:lnTo>
                  <a:pt x="74706" y="54132"/>
                </a:lnTo>
                <a:lnTo>
                  <a:pt x="99212" y="38771"/>
                </a:lnTo>
                <a:lnTo>
                  <a:pt x="126644" y="29169"/>
                </a:lnTo>
                <a:lnTo>
                  <a:pt x="155448" y="25878"/>
                </a:lnTo>
                <a:lnTo>
                  <a:pt x="184252" y="29169"/>
                </a:lnTo>
                <a:lnTo>
                  <a:pt x="211684" y="38771"/>
                </a:lnTo>
                <a:lnTo>
                  <a:pt x="236190" y="54132"/>
                </a:lnTo>
                <a:lnTo>
                  <a:pt x="256764" y="74706"/>
                </a:lnTo>
                <a:lnTo>
                  <a:pt x="272125" y="99212"/>
                </a:lnTo>
                <a:lnTo>
                  <a:pt x="281727" y="126644"/>
                </a:lnTo>
                <a:lnTo>
                  <a:pt x="285018" y="15544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2461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未確認事項と次の作業が残る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25112" y="3547872"/>
            <a:ext cx="402336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5800" y="4050792"/>
            <a:ext cx="800100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050792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価値はAIの回答文ではなく、Projectに残る成果物と検証の記録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全体像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開発と資料作成の2つの環境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3223260" y="132588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2326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作りたいものは？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686300" y="1828800"/>
            <a:ext cx="0" cy="182880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606040" y="2011680"/>
            <a:ext cx="2080260" cy="0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06040" y="2011680"/>
            <a:ext cx="0" cy="182880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2194560"/>
            <a:ext cx="3840480" cy="2359152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194560"/>
            <a:ext cx="73152" cy="2359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37744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80446" y="315468"/>
                </a:moveTo>
                <a:lnTo>
                  <a:pt x="385602" y="210312"/>
                </a:lnTo>
                <a:lnTo>
                  <a:pt x="280446" y="105156"/>
                </a:lnTo>
                <a:moveTo>
                  <a:pt x="140178" y="105156"/>
                </a:moveTo>
                <a:lnTo>
                  <a:pt x="35022" y="210312"/>
                </a:lnTo>
                <a:lnTo>
                  <a:pt x="140178" y="315468"/>
                </a:lnTo>
              </a:path>
            </a:pathLst>
          </a:custGeom>
          <a:noFill/>
          <a:ln w="35052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304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542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システム開発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1089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アプリ・Web・業務システム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5661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新機能の追加、不具合の調査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0233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development/README.md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86300" y="1828800"/>
            <a:ext cx="0" cy="18288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4686300" y="2011680"/>
            <a:ext cx="2080260" cy="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6766560" y="2011680"/>
            <a:ext cx="0" cy="18288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46320" y="2194560"/>
            <a:ext cx="3840480" cy="2359152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194560"/>
            <a:ext cx="73152" cy="2359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237744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35022" y="52578"/>
                </a:moveTo>
                <a:lnTo>
                  <a:pt x="385602" y="52578"/>
                </a:lnTo>
                <a:moveTo>
                  <a:pt x="368046" y="52578"/>
                </a:moveTo>
                <a:lnTo>
                  <a:pt x="368046" y="245334"/>
                </a:lnTo>
                <a:lnTo>
                  <a:pt x="367863" y="249265"/>
                </a:lnTo>
                <a:lnTo>
                  <a:pt x="367132" y="253197"/>
                </a:lnTo>
                <a:lnTo>
                  <a:pt x="366034" y="256946"/>
                </a:lnTo>
                <a:lnTo>
                  <a:pt x="364571" y="260604"/>
                </a:lnTo>
                <a:lnTo>
                  <a:pt x="362651" y="263987"/>
                </a:lnTo>
                <a:lnTo>
                  <a:pt x="360365" y="267188"/>
                </a:lnTo>
                <a:lnTo>
                  <a:pt x="357805" y="270114"/>
                </a:lnTo>
                <a:lnTo>
                  <a:pt x="354879" y="272766"/>
                </a:lnTo>
                <a:lnTo>
                  <a:pt x="351678" y="275052"/>
                </a:lnTo>
                <a:lnTo>
                  <a:pt x="348204" y="276972"/>
                </a:lnTo>
                <a:lnTo>
                  <a:pt x="344546" y="278435"/>
                </a:lnTo>
                <a:lnTo>
                  <a:pt x="340797" y="279532"/>
                </a:lnTo>
                <a:lnTo>
                  <a:pt x="336956" y="280172"/>
                </a:lnTo>
                <a:lnTo>
                  <a:pt x="333024" y="280446"/>
                </a:lnTo>
                <a:lnTo>
                  <a:pt x="87600" y="280446"/>
                </a:lnTo>
                <a:lnTo>
                  <a:pt x="83668" y="280172"/>
                </a:lnTo>
                <a:lnTo>
                  <a:pt x="79827" y="279532"/>
                </a:lnTo>
                <a:lnTo>
                  <a:pt x="76078" y="278435"/>
                </a:lnTo>
                <a:lnTo>
                  <a:pt x="72420" y="276972"/>
                </a:lnTo>
                <a:lnTo>
                  <a:pt x="68946" y="275052"/>
                </a:lnTo>
                <a:lnTo>
                  <a:pt x="65745" y="272766"/>
                </a:lnTo>
                <a:lnTo>
                  <a:pt x="62819" y="270114"/>
                </a:lnTo>
                <a:lnTo>
                  <a:pt x="60259" y="267188"/>
                </a:lnTo>
                <a:lnTo>
                  <a:pt x="57973" y="263987"/>
                </a:lnTo>
                <a:lnTo>
                  <a:pt x="56053" y="260604"/>
                </a:lnTo>
                <a:lnTo>
                  <a:pt x="54590" y="256946"/>
                </a:lnTo>
                <a:lnTo>
                  <a:pt x="53492" y="253197"/>
                </a:lnTo>
                <a:lnTo>
                  <a:pt x="52761" y="249265"/>
                </a:lnTo>
                <a:lnTo>
                  <a:pt x="52578" y="245334"/>
                </a:lnTo>
                <a:lnTo>
                  <a:pt x="52578" y="52578"/>
                </a:lnTo>
                <a:moveTo>
                  <a:pt x="122712" y="368046"/>
                </a:moveTo>
                <a:lnTo>
                  <a:pt x="210312" y="280446"/>
                </a:lnTo>
                <a:lnTo>
                  <a:pt x="297912" y="368046"/>
                </a:lnTo>
              </a:path>
            </a:pathLst>
          </a:custGeom>
          <a:noFill/>
          <a:ln w="35052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304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2542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074920" y="3108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0" y="31089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PowerPoint資料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74920" y="35661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5000" y="35661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説明資料・提案書・報告書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74920" y="40233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15000" y="40233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presentation/README.md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全体像｜DEVELOPMENT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開発でできること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8862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4996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0876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240030" y="224028"/>
                </a:moveTo>
                <a:lnTo>
                  <a:pt x="240944" y="220096"/>
                </a:lnTo>
                <a:lnTo>
                  <a:pt x="242042" y="216438"/>
                </a:lnTo>
                <a:lnTo>
                  <a:pt x="243322" y="212872"/>
                </a:lnTo>
                <a:lnTo>
                  <a:pt x="244876" y="209398"/>
                </a:lnTo>
                <a:lnTo>
                  <a:pt x="246522" y="206106"/>
                </a:lnTo>
                <a:lnTo>
                  <a:pt x="248442" y="202814"/>
                </a:lnTo>
                <a:lnTo>
                  <a:pt x="250546" y="199614"/>
                </a:lnTo>
                <a:lnTo>
                  <a:pt x="252832" y="196505"/>
                </a:lnTo>
                <a:lnTo>
                  <a:pt x="255300" y="193396"/>
                </a:lnTo>
                <a:lnTo>
                  <a:pt x="258044" y="190287"/>
                </a:lnTo>
                <a:lnTo>
                  <a:pt x="260970" y="187178"/>
                </a:lnTo>
                <a:lnTo>
                  <a:pt x="263987" y="183977"/>
                </a:lnTo>
                <a:lnTo>
                  <a:pt x="267828" y="180320"/>
                </a:lnTo>
                <a:lnTo>
                  <a:pt x="271394" y="176296"/>
                </a:lnTo>
                <a:lnTo>
                  <a:pt x="274503" y="172090"/>
                </a:lnTo>
                <a:lnTo>
                  <a:pt x="277338" y="167701"/>
                </a:lnTo>
                <a:lnTo>
                  <a:pt x="279898" y="163129"/>
                </a:lnTo>
                <a:lnTo>
                  <a:pt x="282001" y="158374"/>
                </a:lnTo>
                <a:lnTo>
                  <a:pt x="283830" y="153528"/>
                </a:lnTo>
                <a:lnTo>
                  <a:pt x="285384" y="148590"/>
                </a:lnTo>
                <a:lnTo>
                  <a:pt x="286573" y="143561"/>
                </a:lnTo>
                <a:lnTo>
                  <a:pt x="287396" y="138349"/>
                </a:lnTo>
                <a:lnTo>
                  <a:pt x="287853" y="133228"/>
                </a:lnTo>
                <a:lnTo>
                  <a:pt x="288036" y="128016"/>
                </a:lnTo>
                <a:lnTo>
                  <a:pt x="285659" y="106619"/>
                </a:lnTo>
                <a:lnTo>
                  <a:pt x="278526" y="86319"/>
                </a:lnTo>
                <a:lnTo>
                  <a:pt x="267096" y="68123"/>
                </a:lnTo>
                <a:lnTo>
                  <a:pt x="251917" y="52944"/>
                </a:lnTo>
                <a:lnTo>
                  <a:pt x="233721" y="41514"/>
                </a:lnTo>
                <a:lnTo>
                  <a:pt x="213421" y="34381"/>
                </a:lnTo>
                <a:lnTo>
                  <a:pt x="192024" y="32004"/>
                </a:lnTo>
                <a:lnTo>
                  <a:pt x="170627" y="34381"/>
                </a:lnTo>
                <a:lnTo>
                  <a:pt x="150327" y="41514"/>
                </a:lnTo>
                <a:lnTo>
                  <a:pt x="132131" y="52944"/>
                </a:lnTo>
                <a:lnTo>
                  <a:pt x="116952" y="68123"/>
                </a:lnTo>
                <a:lnTo>
                  <a:pt x="105522" y="86319"/>
                </a:lnTo>
                <a:lnTo>
                  <a:pt x="98389" y="106619"/>
                </a:lnTo>
                <a:lnTo>
                  <a:pt x="96012" y="128016"/>
                </a:lnTo>
                <a:lnTo>
                  <a:pt x="96103" y="132039"/>
                </a:lnTo>
                <a:lnTo>
                  <a:pt x="96378" y="136246"/>
                </a:lnTo>
                <a:lnTo>
                  <a:pt x="96835" y="140635"/>
                </a:lnTo>
                <a:lnTo>
                  <a:pt x="97658" y="145024"/>
                </a:lnTo>
                <a:lnTo>
                  <a:pt x="98755" y="149596"/>
                </a:lnTo>
                <a:lnTo>
                  <a:pt x="100218" y="154259"/>
                </a:lnTo>
                <a:lnTo>
                  <a:pt x="102138" y="159014"/>
                </a:lnTo>
                <a:lnTo>
                  <a:pt x="104516" y="163769"/>
                </a:lnTo>
                <a:lnTo>
                  <a:pt x="107533" y="168707"/>
                </a:lnTo>
                <a:lnTo>
                  <a:pt x="111008" y="173736"/>
                </a:lnTo>
                <a:lnTo>
                  <a:pt x="115214" y="178857"/>
                </a:lnTo>
                <a:lnTo>
                  <a:pt x="119969" y="183977"/>
                </a:lnTo>
                <a:lnTo>
                  <a:pt x="122804" y="186812"/>
                </a:lnTo>
                <a:lnTo>
                  <a:pt x="125456" y="189738"/>
                </a:lnTo>
                <a:lnTo>
                  <a:pt x="128016" y="192756"/>
                </a:lnTo>
                <a:lnTo>
                  <a:pt x="130485" y="195773"/>
                </a:lnTo>
                <a:lnTo>
                  <a:pt x="132862" y="198973"/>
                </a:lnTo>
                <a:lnTo>
                  <a:pt x="135057" y="202265"/>
                </a:lnTo>
                <a:lnTo>
                  <a:pt x="137069" y="205557"/>
                </a:lnTo>
                <a:lnTo>
                  <a:pt x="138897" y="209032"/>
                </a:lnTo>
                <a:lnTo>
                  <a:pt x="140452" y="212598"/>
                </a:lnTo>
                <a:lnTo>
                  <a:pt x="141915" y="216256"/>
                </a:lnTo>
                <a:lnTo>
                  <a:pt x="143104" y="220096"/>
                </a:lnTo>
                <a:lnTo>
                  <a:pt x="144018" y="224028"/>
                </a:lnTo>
                <a:moveTo>
                  <a:pt x="144018" y="288036"/>
                </a:moveTo>
                <a:lnTo>
                  <a:pt x="240030" y="288036"/>
                </a:lnTo>
                <a:moveTo>
                  <a:pt x="160020" y="352044"/>
                </a:moveTo>
                <a:lnTo>
                  <a:pt x="224028" y="352044"/>
                </a:lnTo>
              </a:path>
            </a:pathLst>
          </a:custGeom>
          <a:noFill/>
          <a:ln w="32004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45389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考える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0391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頼み方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0391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「要望を仕様にまとめて」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04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残るもの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4048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要求書・仕様書・設計記録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00600" y="1325880"/>
            <a:ext cx="38862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325880"/>
            <a:ext cx="73152" cy="14996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50876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240030" y="192024"/>
                </a:moveTo>
                <a:lnTo>
                  <a:pt x="90068" y="341986"/>
                </a:lnTo>
                <a:lnTo>
                  <a:pt x="84125" y="346740"/>
                </a:lnTo>
                <a:lnTo>
                  <a:pt x="77267" y="350032"/>
                </a:lnTo>
                <a:lnTo>
                  <a:pt x="69860" y="351770"/>
                </a:lnTo>
                <a:lnTo>
                  <a:pt x="62271" y="351770"/>
                </a:lnTo>
                <a:lnTo>
                  <a:pt x="54864" y="350032"/>
                </a:lnTo>
                <a:lnTo>
                  <a:pt x="48006" y="346740"/>
                </a:lnTo>
                <a:lnTo>
                  <a:pt x="42062" y="341986"/>
                </a:lnTo>
                <a:lnTo>
                  <a:pt x="37308" y="336042"/>
                </a:lnTo>
                <a:lnTo>
                  <a:pt x="34016" y="329184"/>
                </a:lnTo>
                <a:lnTo>
                  <a:pt x="32278" y="321777"/>
                </a:lnTo>
                <a:lnTo>
                  <a:pt x="32278" y="314188"/>
                </a:lnTo>
                <a:lnTo>
                  <a:pt x="34016" y="306781"/>
                </a:lnTo>
                <a:lnTo>
                  <a:pt x="37308" y="299923"/>
                </a:lnTo>
                <a:lnTo>
                  <a:pt x="42062" y="293980"/>
                </a:lnTo>
                <a:lnTo>
                  <a:pt x="192024" y="144018"/>
                </a:lnTo>
                <a:moveTo>
                  <a:pt x="288036" y="240030"/>
                </a:moveTo>
                <a:lnTo>
                  <a:pt x="352044" y="176022"/>
                </a:lnTo>
                <a:moveTo>
                  <a:pt x="343997" y="183977"/>
                </a:moveTo>
                <a:lnTo>
                  <a:pt x="313456" y="153436"/>
                </a:lnTo>
                <a:lnTo>
                  <a:pt x="312176" y="152065"/>
                </a:lnTo>
                <a:lnTo>
                  <a:pt x="310987" y="150693"/>
                </a:lnTo>
                <a:lnTo>
                  <a:pt x="309982" y="149322"/>
                </a:lnTo>
                <a:lnTo>
                  <a:pt x="308976" y="147767"/>
                </a:lnTo>
                <a:lnTo>
                  <a:pt x="308061" y="146213"/>
                </a:lnTo>
                <a:lnTo>
                  <a:pt x="307238" y="144658"/>
                </a:lnTo>
                <a:lnTo>
                  <a:pt x="306507" y="143012"/>
                </a:lnTo>
                <a:lnTo>
                  <a:pt x="305867" y="141366"/>
                </a:lnTo>
                <a:lnTo>
                  <a:pt x="305318" y="139629"/>
                </a:lnTo>
                <a:lnTo>
                  <a:pt x="304861" y="137892"/>
                </a:lnTo>
                <a:lnTo>
                  <a:pt x="304495" y="136154"/>
                </a:lnTo>
                <a:lnTo>
                  <a:pt x="304221" y="134325"/>
                </a:lnTo>
                <a:lnTo>
                  <a:pt x="304129" y="132588"/>
                </a:lnTo>
                <a:lnTo>
                  <a:pt x="304038" y="130759"/>
                </a:lnTo>
                <a:lnTo>
                  <a:pt x="304038" y="125273"/>
                </a:lnTo>
                <a:lnTo>
                  <a:pt x="303947" y="123444"/>
                </a:lnTo>
                <a:lnTo>
                  <a:pt x="303855" y="121707"/>
                </a:lnTo>
                <a:lnTo>
                  <a:pt x="303581" y="119878"/>
                </a:lnTo>
                <a:lnTo>
                  <a:pt x="303215" y="118140"/>
                </a:lnTo>
                <a:lnTo>
                  <a:pt x="302758" y="116403"/>
                </a:lnTo>
                <a:lnTo>
                  <a:pt x="302209" y="114666"/>
                </a:lnTo>
                <a:lnTo>
                  <a:pt x="301569" y="113020"/>
                </a:lnTo>
                <a:lnTo>
                  <a:pt x="300838" y="111374"/>
                </a:lnTo>
                <a:lnTo>
                  <a:pt x="300015" y="109819"/>
                </a:lnTo>
                <a:lnTo>
                  <a:pt x="299100" y="108265"/>
                </a:lnTo>
                <a:lnTo>
                  <a:pt x="298094" y="106710"/>
                </a:lnTo>
                <a:lnTo>
                  <a:pt x="297089" y="105339"/>
                </a:lnTo>
                <a:lnTo>
                  <a:pt x="295900" y="103967"/>
                </a:lnTo>
                <a:lnTo>
                  <a:pt x="294620" y="102596"/>
                </a:lnTo>
                <a:lnTo>
                  <a:pt x="268102" y="76078"/>
                </a:lnTo>
                <a:lnTo>
                  <a:pt x="264262" y="72420"/>
                </a:lnTo>
                <a:lnTo>
                  <a:pt x="260147" y="68946"/>
                </a:lnTo>
                <a:lnTo>
                  <a:pt x="255849" y="65745"/>
                </a:lnTo>
                <a:lnTo>
                  <a:pt x="251369" y="62728"/>
                </a:lnTo>
                <a:lnTo>
                  <a:pt x="246705" y="59985"/>
                </a:lnTo>
                <a:lnTo>
                  <a:pt x="241950" y="57516"/>
                </a:lnTo>
                <a:lnTo>
                  <a:pt x="237012" y="55321"/>
                </a:lnTo>
                <a:lnTo>
                  <a:pt x="231983" y="53401"/>
                </a:lnTo>
                <a:lnTo>
                  <a:pt x="226863" y="51755"/>
                </a:lnTo>
                <a:lnTo>
                  <a:pt x="221651" y="50383"/>
                </a:lnTo>
                <a:lnTo>
                  <a:pt x="216347" y="49378"/>
                </a:lnTo>
                <a:lnTo>
                  <a:pt x="211044" y="48646"/>
                </a:lnTo>
                <a:lnTo>
                  <a:pt x="205649" y="48189"/>
                </a:lnTo>
                <a:lnTo>
                  <a:pt x="200254" y="48006"/>
                </a:lnTo>
                <a:lnTo>
                  <a:pt x="144018" y="48006"/>
                </a:lnTo>
                <a:lnTo>
                  <a:pt x="163952" y="67940"/>
                </a:lnTo>
                <a:lnTo>
                  <a:pt x="167610" y="71780"/>
                </a:lnTo>
                <a:lnTo>
                  <a:pt x="171084" y="75895"/>
                </a:lnTo>
                <a:lnTo>
                  <a:pt x="174285" y="80193"/>
                </a:lnTo>
                <a:lnTo>
                  <a:pt x="177302" y="84673"/>
                </a:lnTo>
                <a:lnTo>
                  <a:pt x="180045" y="89337"/>
                </a:lnTo>
                <a:lnTo>
                  <a:pt x="182514" y="94092"/>
                </a:lnTo>
                <a:lnTo>
                  <a:pt x="184709" y="99030"/>
                </a:lnTo>
                <a:lnTo>
                  <a:pt x="186629" y="104059"/>
                </a:lnTo>
                <a:lnTo>
                  <a:pt x="188275" y="109179"/>
                </a:lnTo>
                <a:lnTo>
                  <a:pt x="189647" y="114391"/>
                </a:lnTo>
                <a:lnTo>
                  <a:pt x="190652" y="119695"/>
                </a:lnTo>
                <a:lnTo>
                  <a:pt x="191384" y="124998"/>
                </a:lnTo>
                <a:lnTo>
                  <a:pt x="191841" y="130393"/>
                </a:lnTo>
                <a:lnTo>
                  <a:pt x="192024" y="135788"/>
                </a:lnTo>
                <a:lnTo>
                  <a:pt x="192024" y="160020"/>
                </a:lnTo>
                <a:lnTo>
                  <a:pt x="224028" y="192024"/>
                </a:lnTo>
                <a:lnTo>
                  <a:pt x="242773" y="192024"/>
                </a:lnTo>
                <a:lnTo>
                  <a:pt x="244602" y="192115"/>
                </a:lnTo>
                <a:lnTo>
                  <a:pt x="246339" y="192207"/>
                </a:lnTo>
                <a:lnTo>
                  <a:pt x="248168" y="192481"/>
                </a:lnTo>
                <a:lnTo>
                  <a:pt x="249906" y="192847"/>
                </a:lnTo>
                <a:lnTo>
                  <a:pt x="251643" y="193304"/>
                </a:lnTo>
                <a:lnTo>
                  <a:pt x="253380" y="193853"/>
                </a:lnTo>
                <a:lnTo>
                  <a:pt x="255026" y="194493"/>
                </a:lnTo>
                <a:lnTo>
                  <a:pt x="256672" y="195224"/>
                </a:lnTo>
                <a:lnTo>
                  <a:pt x="258227" y="196047"/>
                </a:lnTo>
                <a:lnTo>
                  <a:pt x="259781" y="196962"/>
                </a:lnTo>
                <a:lnTo>
                  <a:pt x="261336" y="197968"/>
                </a:lnTo>
                <a:lnTo>
                  <a:pt x="262707" y="198973"/>
                </a:lnTo>
                <a:lnTo>
                  <a:pt x="264079" y="200162"/>
                </a:lnTo>
                <a:lnTo>
                  <a:pt x="265450" y="201442"/>
                </a:lnTo>
                <a:lnTo>
                  <a:pt x="296083" y="231983"/>
                </a:lnTo>
              </a:path>
            </a:pathLst>
          </a:custGeom>
          <a:noFill/>
          <a:ln w="32004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45389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0" y="20391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頼み方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20391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「テストから実装して」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404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残るもの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24048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コード・テスト・検証記録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3054096"/>
            <a:ext cx="38862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054096"/>
            <a:ext cx="73152" cy="14996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23697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336042" y="336042"/>
                </a:moveTo>
                <a:lnTo>
                  <a:pt x="266548" y="266548"/>
                </a:lnTo>
                <a:moveTo>
                  <a:pt x="304038" y="176022"/>
                </a:moveTo>
                <a:lnTo>
                  <a:pt x="300838" y="204551"/>
                </a:lnTo>
                <a:lnTo>
                  <a:pt x="291328" y="231526"/>
                </a:lnTo>
                <a:lnTo>
                  <a:pt x="276149" y="255849"/>
                </a:lnTo>
                <a:lnTo>
                  <a:pt x="255849" y="276149"/>
                </a:lnTo>
                <a:lnTo>
                  <a:pt x="231526" y="291328"/>
                </a:lnTo>
                <a:lnTo>
                  <a:pt x="204551" y="300838"/>
                </a:lnTo>
                <a:lnTo>
                  <a:pt x="176022" y="304038"/>
                </a:lnTo>
                <a:lnTo>
                  <a:pt x="147493" y="300838"/>
                </a:lnTo>
                <a:lnTo>
                  <a:pt x="120518" y="291328"/>
                </a:lnTo>
                <a:lnTo>
                  <a:pt x="96195" y="276149"/>
                </a:lnTo>
                <a:lnTo>
                  <a:pt x="75895" y="255849"/>
                </a:lnTo>
                <a:lnTo>
                  <a:pt x="60716" y="231526"/>
                </a:lnTo>
                <a:lnTo>
                  <a:pt x="51206" y="204551"/>
                </a:lnTo>
                <a:lnTo>
                  <a:pt x="48006" y="176022"/>
                </a:lnTo>
                <a:lnTo>
                  <a:pt x="51206" y="147493"/>
                </a:lnTo>
                <a:lnTo>
                  <a:pt x="60716" y="120518"/>
                </a:lnTo>
                <a:lnTo>
                  <a:pt x="75895" y="96195"/>
                </a:lnTo>
                <a:lnTo>
                  <a:pt x="96195" y="75895"/>
                </a:lnTo>
                <a:lnTo>
                  <a:pt x="120518" y="60716"/>
                </a:lnTo>
                <a:lnTo>
                  <a:pt x="147493" y="51206"/>
                </a:lnTo>
                <a:lnTo>
                  <a:pt x="176022" y="48006"/>
                </a:lnTo>
                <a:lnTo>
                  <a:pt x="204551" y="51206"/>
                </a:lnTo>
                <a:lnTo>
                  <a:pt x="231526" y="60716"/>
                </a:lnTo>
                <a:lnTo>
                  <a:pt x="255849" y="75895"/>
                </a:lnTo>
                <a:lnTo>
                  <a:pt x="276149" y="96195"/>
                </a:lnTo>
                <a:lnTo>
                  <a:pt x="291328" y="120518"/>
                </a:lnTo>
                <a:lnTo>
                  <a:pt x="300838" y="147493"/>
                </a:lnTo>
                <a:lnTo>
                  <a:pt x="304038" y="176022"/>
                </a:lnTo>
                <a:close/>
              </a:path>
            </a:pathLst>
          </a:custGeom>
          <a:noFill/>
          <a:ln w="32004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318211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直す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37673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頼み方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828800" y="37673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「保存の不具合を調べて」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133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残るもの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41330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原因の説明・回帰テスト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00600" y="3054096"/>
            <a:ext cx="38862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054096"/>
            <a:ext cx="73152" cy="14996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323697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232623" y="347015"/>
                </a:moveTo>
                <a:lnTo>
                  <a:pt x="233263" y="348295"/>
                </a:lnTo>
                <a:lnTo>
                  <a:pt x="234086" y="349392"/>
                </a:lnTo>
                <a:lnTo>
                  <a:pt x="235092" y="350307"/>
                </a:lnTo>
                <a:lnTo>
                  <a:pt x="236190" y="351038"/>
                </a:lnTo>
                <a:lnTo>
                  <a:pt x="237470" y="351587"/>
                </a:lnTo>
                <a:lnTo>
                  <a:pt x="238841" y="351953"/>
                </a:lnTo>
                <a:lnTo>
                  <a:pt x="240213" y="352044"/>
                </a:lnTo>
                <a:lnTo>
                  <a:pt x="241584" y="351861"/>
                </a:lnTo>
                <a:lnTo>
                  <a:pt x="242956" y="351495"/>
                </a:lnTo>
                <a:lnTo>
                  <a:pt x="244145" y="350855"/>
                </a:lnTo>
                <a:lnTo>
                  <a:pt x="245334" y="350032"/>
                </a:lnTo>
                <a:lnTo>
                  <a:pt x="246248" y="349026"/>
                </a:lnTo>
                <a:lnTo>
                  <a:pt x="247071" y="347929"/>
                </a:lnTo>
                <a:lnTo>
                  <a:pt x="247620" y="346649"/>
                </a:lnTo>
                <a:lnTo>
                  <a:pt x="351587" y="42611"/>
                </a:lnTo>
                <a:lnTo>
                  <a:pt x="351953" y="41331"/>
                </a:lnTo>
                <a:lnTo>
                  <a:pt x="352044" y="40051"/>
                </a:lnTo>
                <a:lnTo>
                  <a:pt x="352044" y="38771"/>
                </a:lnTo>
                <a:lnTo>
                  <a:pt x="351770" y="37582"/>
                </a:lnTo>
                <a:lnTo>
                  <a:pt x="351221" y="36393"/>
                </a:lnTo>
                <a:lnTo>
                  <a:pt x="350581" y="35296"/>
                </a:lnTo>
                <a:lnTo>
                  <a:pt x="349758" y="34290"/>
                </a:lnTo>
                <a:lnTo>
                  <a:pt x="348752" y="33467"/>
                </a:lnTo>
                <a:lnTo>
                  <a:pt x="347655" y="32827"/>
                </a:lnTo>
                <a:lnTo>
                  <a:pt x="346466" y="32278"/>
                </a:lnTo>
                <a:lnTo>
                  <a:pt x="345277" y="32004"/>
                </a:lnTo>
                <a:lnTo>
                  <a:pt x="343997" y="32004"/>
                </a:lnTo>
                <a:lnTo>
                  <a:pt x="342717" y="32095"/>
                </a:lnTo>
                <a:lnTo>
                  <a:pt x="341437" y="32461"/>
                </a:lnTo>
                <a:lnTo>
                  <a:pt x="37399" y="136428"/>
                </a:lnTo>
                <a:lnTo>
                  <a:pt x="36119" y="136977"/>
                </a:lnTo>
                <a:lnTo>
                  <a:pt x="35022" y="137800"/>
                </a:lnTo>
                <a:lnTo>
                  <a:pt x="34016" y="138714"/>
                </a:lnTo>
                <a:lnTo>
                  <a:pt x="33193" y="139903"/>
                </a:lnTo>
                <a:lnTo>
                  <a:pt x="32553" y="141092"/>
                </a:lnTo>
                <a:lnTo>
                  <a:pt x="32187" y="142464"/>
                </a:lnTo>
                <a:lnTo>
                  <a:pt x="32004" y="143835"/>
                </a:lnTo>
                <a:lnTo>
                  <a:pt x="32095" y="145207"/>
                </a:lnTo>
                <a:lnTo>
                  <a:pt x="32461" y="146578"/>
                </a:lnTo>
                <a:lnTo>
                  <a:pt x="33010" y="147858"/>
                </a:lnTo>
                <a:lnTo>
                  <a:pt x="33741" y="148956"/>
                </a:lnTo>
                <a:lnTo>
                  <a:pt x="34656" y="149962"/>
                </a:lnTo>
                <a:lnTo>
                  <a:pt x="35753" y="150785"/>
                </a:lnTo>
                <a:lnTo>
                  <a:pt x="37033" y="151425"/>
                </a:lnTo>
                <a:lnTo>
                  <a:pt x="163952" y="202357"/>
                </a:lnTo>
                <a:lnTo>
                  <a:pt x="165598" y="203088"/>
                </a:lnTo>
                <a:lnTo>
                  <a:pt x="167244" y="203911"/>
                </a:lnTo>
                <a:lnTo>
                  <a:pt x="168890" y="204826"/>
                </a:lnTo>
                <a:lnTo>
                  <a:pt x="170444" y="205831"/>
                </a:lnTo>
                <a:lnTo>
                  <a:pt x="171907" y="206929"/>
                </a:lnTo>
                <a:lnTo>
                  <a:pt x="173279" y="208117"/>
                </a:lnTo>
                <a:lnTo>
                  <a:pt x="174650" y="209398"/>
                </a:lnTo>
                <a:lnTo>
                  <a:pt x="175931" y="210769"/>
                </a:lnTo>
                <a:lnTo>
                  <a:pt x="177119" y="212141"/>
                </a:lnTo>
                <a:lnTo>
                  <a:pt x="178217" y="213604"/>
                </a:lnTo>
                <a:lnTo>
                  <a:pt x="179222" y="215158"/>
                </a:lnTo>
                <a:lnTo>
                  <a:pt x="180137" y="216713"/>
                </a:lnTo>
                <a:lnTo>
                  <a:pt x="180960" y="218359"/>
                </a:lnTo>
                <a:lnTo>
                  <a:pt x="181691" y="220096"/>
                </a:lnTo>
                <a:lnTo>
                  <a:pt x="232623" y="347015"/>
                </a:lnTo>
                <a:close/>
                <a:moveTo>
                  <a:pt x="349667" y="34381"/>
                </a:moveTo>
                <a:lnTo>
                  <a:pt x="174650" y="209398"/>
                </a:lnTo>
              </a:path>
            </a:pathLst>
          </a:custGeom>
          <a:noFill/>
          <a:ln w="32004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318211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届ける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029200" y="37673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頼み方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43600" y="37673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「変更をPRにまとめて」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9200" y="4133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残るもの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43600" y="41330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README・PR・CIの結果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全体像｜PRESENTATION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資料作成でできること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8862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4996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0876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32004" y="48006"/>
                </a:moveTo>
                <a:lnTo>
                  <a:pt x="352044" y="48006"/>
                </a:lnTo>
                <a:moveTo>
                  <a:pt x="336042" y="48006"/>
                </a:moveTo>
                <a:lnTo>
                  <a:pt x="336042" y="224028"/>
                </a:lnTo>
                <a:lnTo>
                  <a:pt x="335859" y="227594"/>
                </a:lnTo>
                <a:lnTo>
                  <a:pt x="335219" y="231160"/>
                </a:lnTo>
                <a:lnTo>
                  <a:pt x="334213" y="234635"/>
                </a:lnTo>
                <a:lnTo>
                  <a:pt x="332842" y="237927"/>
                </a:lnTo>
                <a:lnTo>
                  <a:pt x="331104" y="241036"/>
                </a:lnTo>
                <a:lnTo>
                  <a:pt x="329093" y="243962"/>
                </a:lnTo>
                <a:lnTo>
                  <a:pt x="326624" y="246614"/>
                </a:lnTo>
                <a:lnTo>
                  <a:pt x="323972" y="249083"/>
                </a:lnTo>
                <a:lnTo>
                  <a:pt x="321046" y="251094"/>
                </a:lnTo>
                <a:lnTo>
                  <a:pt x="317937" y="252832"/>
                </a:lnTo>
                <a:lnTo>
                  <a:pt x="314645" y="254203"/>
                </a:lnTo>
                <a:lnTo>
                  <a:pt x="311170" y="255209"/>
                </a:lnTo>
                <a:lnTo>
                  <a:pt x="307604" y="255849"/>
                </a:lnTo>
                <a:lnTo>
                  <a:pt x="304038" y="256032"/>
                </a:lnTo>
                <a:lnTo>
                  <a:pt x="80010" y="256032"/>
                </a:lnTo>
                <a:lnTo>
                  <a:pt x="76444" y="255849"/>
                </a:lnTo>
                <a:lnTo>
                  <a:pt x="72878" y="255209"/>
                </a:lnTo>
                <a:lnTo>
                  <a:pt x="69403" y="254203"/>
                </a:lnTo>
                <a:lnTo>
                  <a:pt x="66111" y="252832"/>
                </a:lnTo>
                <a:lnTo>
                  <a:pt x="63002" y="251094"/>
                </a:lnTo>
                <a:lnTo>
                  <a:pt x="60076" y="249083"/>
                </a:lnTo>
                <a:lnTo>
                  <a:pt x="57424" y="246614"/>
                </a:lnTo>
                <a:lnTo>
                  <a:pt x="54955" y="243962"/>
                </a:lnTo>
                <a:lnTo>
                  <a:pt x="52944" y="241036"/>
                </a:lnTo>
                <a:lnTo>
                  <a:pt x="51206" y="237927"/>
                </a:lnTo>
                <a:lnTo>
                  <a:pt x="49835" y="234635"/>
                </a:lnTo>
                <a:lnTo>
                  <a:pt x="48829" y="231160"/>
                </a:lnTo>
                <a:lnTo>
                  <a:pt x="48189" y="227594"/>
                </a:lnTo>
                <a:lnTo>
                  <a:pt x="48006" y="224028"/>
                </a:lnTo>
                <a:lnTo>
                  <a:pt x="48006" y="48006"/>
                </a:lnTo>
                <a:moveTo>
                  <a:pt x="112014" y="336042"/>
                </a:moveTo>
                <a:lnTo>
                  <a:pt x="192024" y="256032"/>
                </a:lnTo>
                <a:lnTo>
                  <a:pt x="272034" y="336042"/>
                </a:lnTo>
              </a:path>
            </a:pathLst>
          </a:custGeom>
          <a:noFill/>
          <a:ln w="32004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45389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0391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頼み方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0391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「説明資料を作って」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04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残るもの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4048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PPTX・出典・確認結果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00600" y="1325880"/>
            <a:ext cx="38862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325880"/>
            <a:ext cx="73152" cy="14996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50876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64008" y="256032"/>
                </a:moveTo>
                <a:lnTo>
                  <a:pt x="59710" y="255758"/>
                </a:lnTo>
                <a:lnTo>
                  <a:pt x="55504" y="254843"/>
                </a:lnTo>
                <a:lnTo>
                  <a:pt x="51572" y="253472"/>
                </a:lnTo>
                <a:lnTo>
                  <a:pt x="47915" y="251643"/>
                </a:lnTo>
                <a:lnTo>
                  <a:pt x="44440" y="249357"/>
                </a:lnTo>
                <a:lnTo>
                  <a:pt x="41422" y="246614"/>
                </a:lnTo>
                <a:lnTo>
                  <a:pt x="38679" y="243596"/>
                </a:lnTo>
                <a:lnTo>
                  <a:pt x="36393" y="240121"/>
                </a:lnTo>
                <a:lnTo>
                  <a:pt x="34564" y="236464"/>
                </a:lnTo>
                <a:lnTo>
                  <a:pt x="33193" y="232532"/>
                </a:lnTo>
                <a:lnTo>
                  <a:pt x="32278" y="228326"/>
                </a:lnTo>
                <a:lnTo>
                  <a:pt x="32004" y="224028"/>
                </a:lnTo>
                <a:lnTo>
                  <a:pt x="32004" y="64008"/>
                </a:lnTo>
                <a:lnTo>
                  <a:pt x="32278" y="59710"/>
                </a:lnTo>
                <a:lnTo>
                  <a:pt x="33193" y="55504"/>
                </a:lnTo>
                <a:lnTo>
                  <a:pt x="34564" y="51572"/>
                </a:lnTo>
                <a:lnTo>
                  <a:pt x="36393" y="47915"/>
                </a:lnTo>
                <a:lnTo>
                  <a:pt x="38679" y="44440"/>
                </a:lnTo>
                <a:lnTo>
                  <a:pt x="41422" y="41422"/>
                </a:lnTo>
                <a:lnTo>
                  <a:pt x="44440" y="38679"/>
                </a:lnTo>
                <a:lnTo>
                  <a:pt x="47915" y="36393"/>
                </a:lnTo>
                <a:lnTo>
                  <a:pt x="51572" y="34564"/>
                </a:lnTo>
                <a:lnTo>
                  <a:pt x="55504" y="33193"/>
                </a:lnTo>
                <a:lnTo>
                  <a:pt x="59710" y="32278"/>
                </a:lnTo>
                <a:lnTo>
                  <a:pt x="64008" y="32004"/>
                </a:lnTo>
                <a:lnTo>
                  <a:pt x="224028" y="32004"/>
                </a:lnTo>
                <a:lnTo>
                  <a:pt x="228326" y="32278"/>
                </a:lnTo>
                <a:lnTo>
                  <a:pt x="232532" y="33193"/>
                </a:lnTo>
                <a:lnTo>
                  <a:pt x="236464" y="34564"/>
                </a:lnTo>
                <a:lnTo>
                  <a:pt x="240121" y="36393"/>
                </a:lnTo>
                <a:lnTo>
                  <a:pt x="243596" y="38679"/>
                </a:lnTo>
                <a:lnTo>
                  <a:pt x="246614" y="41422"/>
                </a:lnTo>
                <a:lnTo>
                  <a:pt x="249357" y="44440"/>
                </a:lnTo>
                <a:lnTo>
                  <a:pt x="251643" y="47915"/>
                </a:lnTo>
                <a:lnTo>
                  <a:pt x="253472" y="51572"/>
                </a:lnTo>
                <a:lnTo>
                  <a:pt x="254843" y="55504"/>
                </a:lnTo>
                <a:lnTo>
                  <a:pt x="255758" y="59710"/>
                </a:lnTo>
                <a:lnTo>
                  <a:pt x="256032" y="64008"/>
                </a:lnTo>
                <a:moveTo>
                  <a:pt x="128016" y="128016"/>
                </a:moveTo>
                <a:lnTo>
                  <a:pt x="352044" y="128016"/>
                </a:lnTo>
                <a:lnTo>
                  <a:pt x="352044" y="352044"/>
                </a:lnTo>
                <a:lnTo>
                  <a:pt x="128016" y="352044"/>
                </a:lnTo>
                <a:lnTo>
                  <a:pt x="128016" y="128016"/>
                </a:lnTo>
                <a:close/>
              </a:path>
            </a:pathLst>
          </a:custGeom>
          <a:noFill/>
          <a:ln w="32004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45389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部品にする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0" y="20391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頼み方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20391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「既存スライドを部品に」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404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残るもの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24048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テンプレート一式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3054096"/>
            <a:ext cx="38862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054096"/>
            <a:ext cx="73152" cy="14996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23697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352044"/>
                </a:moveTo>
                <a:lnTo>
                  <a:pt x="156454" y="348021"/>
                </a:lnTo>
                <a:lnTo>
                  <a:pt x="122621" y="336225"/>
                </a:lnTo>
                <a:lnTo>
                  <a:pt x="92263" y="317114"/>
                </a:lnTo>
                <a:lnTo>
                  <a:pt x="66934" y="291785"/>
                </a:lnTo>
                <a:lnTo>
                  <a:pt x="47823" y="261427"/>
                </a:lnTo>
                <a:lnTo>
                  <a:pt x="36027" y="227594"/>
                </a:lnTo>
                <a:lnTo>
                  <a:pt x="32004" y="192024"/>
                </a:lnTo>
                <a:lnTo>
                  <a:pt x="36027" y="156454"/>
                </a:lnTo>
                <a:lnTo>
                  <a:pt x="47823" y="122621"/>
                </a:lnTo>
                <a:lnTo>
                  <a:pt x="66934" y="92263"/>
                </a:lnTo>
                <a:lnTo>
                  <a:pt x="92263" y="66934"/>
                </a:lnTo>
                <a:lnTo>
                  <a:pt x="122621" y="47823"/>
                </a:lnTo>
                <a:lnTo>
                  <a:pt x="156454" y="36027"/>
                </a:lnTo>
                <a:lnTo>
                  <a:pt x="192024" y="32004"/>
                </a:lnTo>
                <a:lnTo>
                  <a:pt x="209946" y="32918"/>
                </a:lnTo>
                <a:lnTo>
                  <a:pt x="227594" y="35570"/>
                </a:lnTo>
                <a:lnTo>
                  <a:pt x="244876" y="40051"/>
                </a:lnTo>
                <a:lnTo>
                  <a:pt x="261427" y="46269"/>
                </a:lnTo>
                <a:lnTo>
                  <a:pt x="277155" y="54041"/>
                </a:lnTo>
                <a:lnTo>
                  <a:pt x="291785" y="63459"/>
                </a:lnTo>
                <a:lnTo>
                  <a:pt x="305135" y="74158"/>
                </a:lnTo>
                <a:lnTo>
                  <a:pt x="317114" y="86228"/>
                </a:lnTo>
                <a:lnTo>
                  <a:pt x="327538" y="99395"/>
                </a:lnTo>
                <a:lnTo>
                  <a:pt x="336225" y="113568"/>
                </a:lnTo>
                <a:lnTo>
                  <a:pt x="343083" y="128473"/>
                </a:lnTo>
                <a:lnTo>
                  <a:pt x="348021" y="144018"/>
                </a:lnTo>
                <a:lnTo>
                  <a:pt x="351038" y="159929"/>
                </a:lnTo>
                <a:lnTo>
                  <a:pt x="352044" y="176022"/>
                </a:lnTo>
                <a:lnTo>
                  <a:pt x="351495" y="184983"/>
                </a:lnTo>
                <a:lnTo>
                  <a:pt x="350032" y="193853"/>
                </a:lnTo>
                <a:lnTo>
                  <a:pt x="347563" y="202448"/>
                </a:lnTo>
                <a:lnTo>
                  <a:pt x="344089" y="210769"/>
                </a:lnTo>
                <a:lnTo>
                  <a:pt x="339791" y="218633"/>
                </a:lnTo>
                <a:lnTo>
                  <a:pt x="334579" y="225948"/>
                </a:lnTo>
                <a:lnTo>
                  <a:pt x="328635" y="232623"/>
                </a:lnTo>
                <a:lnTo>
                  <a:pt x="321960" y="238567"/>
                </a:lnTo>
                <a:lnTo>
                  <a:pt x="314645" y="243779"/>
                </a:lnTo>
                <a:lnTo>
                  <a:pt x="306781" y="248077"/>
                </a:lnTo>
                <a:lnTo>
                  <a:pt x="298460" y="251551"/>
                </a:lnTo>
                <a:lnTo>
                  <a:pt x="289865" y="254020"/>
                </a:lnTo>
                <a:lnTo>
                  <a:pt x="280995" y="255483"/>
                </a:lnTo>
                <a:lnTo>
                  <a:pt x="272034" y="256032"/>
                </a:lnTo>
                <a:lnTo>
                  <a:pt x="236007" y="256032"/>
                </a:lnTo>
                <a:lnTo>
                  <a:pt x="231618" y="256398"/>
                </a:lnTo>
                <a:lnTo>
                  <a:pt x="227320" y="257404"/>
                </a:lnTo>
                <a:lnTo>
                  <a:pt x="223205" y="259141"/>
                </a:lnTo>
                <a:lnTo>
                  <a:pt x="219456" y="261427"/>
                </a:lnTo>
                <a:lnTo>
                  <a:pt x="216164" y="264353"/>
                </a:lnTo>
                <a:lnTo>
                  <a:pt x="213238" y="267736"/>
                </a:lnTo>
                <a:lnTo>
                  <a:pt x="210952" y="271485"/>
                </a:lnTo>
                <a:lnTo>
                  <a:pt x="209306" y="275600"/>
                </a:lnTo>
                <a:lnTo>
                  <a:pt x="208300" y="279898"/>
                </a:lnTo>
                <a:lnTo>
                  <a:pt x="208026" y="284378"/>
                </a:lnTo>
                <a:lnTo>
                  <a:pt x="208392" y="288768"/>
                </a:lnTo>
                <a:lnTo>
                  <a:pt x="209489" y="293065"/>
                </a:lnTo>
                <a:lnTo>
                  <a:pt x="211226" y="297089"/>
                </a:lnTo>
                <a:lnTo>
                  <a:pt x="213604" y="300838"/>
                </a:lnTo>
                <a:lnTo>
                  <a:pt x="218450" y="307238"/>
                </a:lnTo>
                <a:lnTo>
                  <a:pt x="220828" y="310987"/>
                </a:lnTo>
                <a:lnTo>
                  <a:pt x="222565" y="315011"/>
                </a:lnTo>
                <a:lnTo>
                  <a:pt x="223662" y="319308"/>
                </a:lnTo>
                <a:lnTo>
                  <a:pt x="224028" y="323698"/>
                </a:lnTo>
                <a:lnTo>
                  <a:pt x="223754" y="328178"/>
                </a:lnTo>
                <a:lnTo>
                  <a:pt x="222748" y="332476"/>
                </a:lnTo>
                <a:lnTo>
                  <a:pt x="221102" y="336591"/>
                </a:lnTo>
                <a:lnTo>
                  <a:pt x="218816" y="340340"/>
                </a:lnTo>
                <a:lnTo>
                  <a:pt x="215890" y="343723"/>
                </a:lnTo>
                <a:lnTo>
                  <a:pt x="212598" y="346649"/>
                </a:lnTo>
                <a:lnTo>
                  <a:pt x="208849" y="348935"/>
                </a:lnTo>
                <a:lnTo>
                  <a:pt x="204734" y="350672"/>
                </a:lnTo>
                <a:lnTo>
                  <a:pt x="200436" y="351678"/>
                </a:lnTo>
                <a:lnTo>
                  <a:pt x="196047" y="352044"/>
                </a:lnTo>
                <a:lnTo>
                  <a:pt x="192024" y="352044"/>
                </a:lnTo>
                <a:close/>
                <a:moveTo>
                  <a:pt x="224028" y="104059"/>
                </a:moveTo>
                <a:lnTo>
                  <a:pt x="223845" y="105796"/>
                </a:lnTo>
                <a:lnTo>
                  <a:pt x="223205" y="107442"/>
                </a:lnTo>
                <a:lnTo>
                  <a:pt x="222291" y="108996"/>
                </a:lnTo>
                <a:lnTo>
                  <a:pt x="221010" y="110277"/>
                </a:lnTo>
                <a:lnTo>
                  <a:pt x="219456" y="111191"/>
                </a:lnTo>
                <a:lnTo>
                  <a:pt x="217810" y="111831"/>
                </a:lnTo>
                <a:lnTo>
                  <a:pt x="216073" y="112014"/>
                </a:lnTo>
                <a:lnTo>
                  <a:pt x="214244" y="111831"/>
                </a:lnTo>
                <a:lnTo>
                  <a:pt x="212598" y="111191"/>
                </a:lnTo>
                <a:lnTo>
                  <a:pt x="211044" y="110277"/>
                </a:lnTo>
                <a:lnTo>
                  <a:pt x="209763" y="108996"/>
                </a:lnTo>
                <a:lnTo>
                  <a:pt x="208849" y="107442"/>
                </a:lnTo>
                <a:lnTo>
                  <a:pt x="208209" y="105796"/>
                </a:lnTo>
                <a:lnTo>
                  <a:pt x="208026" y="104059"/>
                </a:lnTo>
                <a:lnTo>
                  <a:pt x="208209" y="102230"/>
                </a:lnTo>
                <a:lnTo>
                  <a:pt x="208849" y="100584"/>
                </a:lnTo>
                <a:lnTo>
                  <a:pt x="209763" y="99030"/>
                </a:lnTo>
                <a:lnTo>
                  <a:pt x="211044" y="97749"/>
                </a:lnTo>
                <a:lnTo>
                  <a:pt x="212598" y="96835"/>
                </a:lnTo>
                <a:lnTo>
                  <a:pt x="214244" y="96195"/>
                </a:lnTo>
                <a:lnTo>
                  <a:pt x="216073" y="96012"/>
                </a:lnTo>
                <a:lnTo>
                  <a:pt x="217810" y="96195"/>
                </a:lnTo>
                <a:lnTo>
                  <a:pt x="219456" y="96835"/>
                </a:lnTo>
                <a:lnTo>
                  <a:pt x="221010" y="97749"/>
                </a:lnTo>
                <a:lnTo>
                  <a:pt x="222291" y="99030"/>
                </a:lnTo>
                <a:lnTo>
                  <a:pt x="223205" y="100584"/>
                </a:lnTo>
                <a:lnTo>
                  <a:pt x="223845" y="102230"/>
                </a:lnTo>
                <a:lnTo>
                  <a:pt x="224028" y="104059"/>
                </a:lnTo>
                <a:close/>
                <a:moveTo>
                  <a:pt x="288036" y="167975"/>
                </a:moveTo>
                <a:lnTo>
                  <a:pt x="287853" y="169804"/>
                </a:lnTo>
                <a:lnTo>
                  <a:pt x="287213" y="171450"/>
                </a:lnTo>
                <a:lnTo>
                  <a:pt x="286299" y="173004"/>
                </a:lnTo>
                <a:lnTo>
                  <a:pt x="285018" y="174285"/>
                </a:lnTo>
                <a:lnTo>
                  <a:pt x="283464" y="175199"/>
                </a:lnTo>
                <a:lnTo>
                  <a:pt x="281818" y="175839"/>
                </a:lnTo>
                <a:lnTo>
                  <a:pt x="279989" y="176022"/>
                </a:lnTo>
                <a:lnTo>
                  <a:pt x="278252" y="175839"/>
                </a:lnTo>
                <a:lnTo>
                  <a:pt x="276606" y="175199"/>
                </a:lnTo>
                <a:lnTo>
                  <a:pt x="275052" y="174285"/>
                </a:lnTo>
                <a:lnTo>
                  <a:pt x="273771" y="173004"/>
                </a:lnTo>
                <a:lnTo>
                  <a:pt x="272857" y="171450"/>
                </a:lnTo>
                <a:lnTo>
                  <a:pt x="272217" y="169804"/>
                </a:lnTo>
                <a:lnTo>
                  <a:pt x="272034" y="167975"/>
                </a:lnTo>
                <a:lnTo>
                  <a:pt x="272217" y="166238"/>
                </a:lnTo>
                <a:lnTo>
                  <a:pt x="272857" y="164592"/>
                </a:lnTo>
                <a:lnTo>
                  <a:pt x="273771" y="163038"/>
                </a:lnTo>
                <a:lnTo>
                  <a:pt x="275052" y="161757"/>
                </a:lnTo>
                <a:lnTo>
                  <a:pt x="276606" y="160843"/>
                </a:lnTo>
                <a:lnTo>
                  <a:pt x="278252" y="160203"/>
                </a:lnTo>
                <a:lnTo>
                  <a:pt x="279989" y="160020"/>
                </a:lnTo>
                <a:lnTo>
                  <a:pt x="281818" y="160203"/>
                </a:lnTo>
                <a:lnTo>
                  <a:pt x="283464" y="160843"/>
                </a:lnTo>
                <a:lnTo>
                  <a:pt x="285018" y="161757"/>
                </a:lnTo>
                <a:lnTo>
                  <a:pt x="286299" y="163038"/>
                </a:lnTo>
                <a:lnTo>
                  <a:pt x="287213" y="164592"/>
                </a:lnTo>
                <a:lnTo>
                  <a:pt x="287853" y="166238"/>
                </a:lnTo>
                <a:lnTo>
                  <a:pt x="288036" y="167975"/>
                </a:lnTo>
                <a:close/>
                <a:moveTo>
                  <a:pt x="112014" y="199979"/>
                </a:moveTo>
                <a:lnTo>
                  <a:pt x="111831" y="201808"/>
                </a:lnTo>
                <a:lnTo>
                  <a:pt x="111191" y="203454"/>
                </a:lnTo>
                <a:lnTo>
                  <a:pt x="110277" y="205008"/>
                </a:lnTo>
                <a:lnTo>
                  <a:pt x="108996" y="206289"/>
                </a:lnTo>
                <a:lnTo>
                  <a:pt x="107442" y="207203"/>
                </a:lnTo>
                <a:lnTo>
                  <a:pt x="105796" y="207843"/>
                </a:lnTo>
                <a:lnTo>
                  <a:pt x="104059" y="208026"/>
                </a:lnTo>
                <a:lnTo>
                  <a:pt x="102230" y="207843"/>
                </a:lnTo>
                <a:lnTo>
                  <a:pt x="100584" y="207203"/>
                </a:lnTo>
                <a:lnTo>
                  <a:pt x="99030" y="206289"/>
                </a:lnTo>
                <a:lnTo>
                  <a:pt x="97749" y="205008"/>
                </a:lnTo>
                <a:lnTo>
                  <a:pt x="96835" y="203454"/>
                </a:lnTo>
                <a:lnTo>
                  <a:pt x="96195" y="201808"/>
                </a:lnTo>
                <a:lnTo>
                  <a:pt x="96012" y="199979"/>
                </a:lnTo>
                <a:lnTo>
                  <a:pt x="96195" y="198242"/>
                </a:lnTo>
                <a:lnTo>
                  <a:pt x="96835" y="196596"/>
                </a:lnTo>
                <a:lnTo>
                  <a:pt x="97749" y="195042"/>
                </a:lnTo>
                <a:lnTo>
                  <a:pt x="99030" y="193761"/>
                </a:lnTo>
                <a:lnTo>
                  <a:pt x="100584" y="192847"/>
                </a:lnTo>
                <a:lnTo>
                  <a:pt x="102230" y="192207"/>
                </a:lnTo>
                <a:lnTo>
                  <a:pt x="104059" y="192024"/>
                </a:lnTo>
                <a:lnTo>
                  <a:pt x="105796" y="192207"/>
                </a:lnTo>
                <a:lnTo>
                  <a:pt x="107442" y="192847"/>
                </a:lnTo>
                <a:lnTo>
                  <a:pt x="108996" y="193761"/>
                </a:lnTo>
                <a:lnTo>
                  <a:pt x="110277" y="195042"/>
                </a:lnTo>
                <a:lnTo>
                  <a:pt x="111191" y="196596"/>
                </a:lnTo>
                <a:lnTo>
                  <a:pt x="111831" y="198242"/>
                </a:lnTo>
                <a:lnTo>
                  <a:pt x="112014" y="199979"/>
                </a:lnTo>
                <a:close/>
                <a:moveTo>
                  <a:pt x="144018" y="119969"/>
                </a:moveTo>
                <a:lnTo>
                  <a:pt x="143835" y="121798"/>
                </a:lnTo>
                <a:lnTo>
                  <a:pt x="143195" y="123444"/>
                </a:lnTo>
                <a:lnTo>
                  <a:pt x="142281" y="124998"/>
                </a:lnTo>
                <a:lnTo>
                  <a:pt x="141000" y="126279"/>
                </a:lnTo>
                <a:lnTo>
                  <a:pt x="139446" y="127193"/>
                </a:lnTo>
                <a:lnTo>
                  <a:pt x="137800" y="127833"/>
                </a:lnTo>
                <a:lnTo>
                  <a:pt x="136063" y="128016"/>
                </a:lnTo>
                <a:lnTo>
                  <a:pt x="134234" y="127833"/>
                </a:lnTo>
                <a:lnTo>
                  <a:pt x="132588" y="127193"/>
                </a:lnTo>
                <a:lnTo>
                  <a:pt x="131034" y="126279"/>
                </a:lnTo>
                <a:lnTo>
                  <a:pt x="129753" y="124998"/>
                </a:lnTo>
                <a:lnTo>
                  <a:pt x="128839" y="123444"/>
                </a:lnTo>
                <a:lnTo>
                  <a:pt x="128199" y="121798"/>
                </a:lnTo>
                <a:lnTo>
                  <a:pt x="128016" y="119969"/>
                </a:lnTo>
                <a:lnTo>
                  <a:pt x="128199" y="118232"/>
                </a:lnTo>
                <a:lnTo>
                  <a:pt x="128839" y="116586"/>
                </a:lnTo>
                <a:lnTo>
                  <a:pt x="129753" y="115032"/>
                </a:lnTo>
                <a:lnTo>
                  <a:pt x="131034" y="113751"/>
                </a:lnTo>
                <a:lnTo>
                  <a:pt x="132588" y="112837"/>
                </a:lnTo>
                <a:lnTo>
                  <a:pt x="134234" y="112197"/>
                </a:lnTo>
                <a:lnTo>
                  <a:pt x="136063" y="112014"/>
                </a:lnTo>
                <a:lnTo>
                  <a:pt x="137800" y="112197"/>
                </a:lnTo>
                <a:lnTo>
                  <a:pt x="139446" y="112837"/>
                </a:lnTo>
                <a:lnTo>
                  <a:pt x="141000" y="113751"/>
                </a:lnTo>
                <a:lnTo>
                  <a:pt x="142281" y="115032"/>
                </a:lnTo>
                <a:lnTo>
                  <a:pt x="143195" y="116586"/>
                </a:lnTo>
                <a:lnTo>
                  <a:pt x="143835" y="118232"/>
                </a:lnTo>
                <a:lnTo>
                  <a:pt x="144018" y="119969"/>
                </a:lnTo>
                <a:close/>
              </a:path>
            </a:pathLst>
          </a:custGeom>
          <a:noFill/>
          <a:ln w="32004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318211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そろえる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37673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頼み方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828800" y="37673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「色と書体を統一して」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133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残るもの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41330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共通デザインの設定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00600" y="3054096"/>
            <a:ext cx="38862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054096"/>
            <a:ext cx="73152" cy="14996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323697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48006" y="112014"/>
                </a:moveTo>
                <a:lnTo>
                  <a:pt x="48006" y="80010"/>
                </a:lnTo>
                <a:lnTo>
                  <a:pt x="48189" y="76444"/>
                </a:lnTo>
                <a:lnTo>
                  <a:pt x="48829" y="72878"/>
                </a:lnTo>
                <a:lnTo>
                  <a:pt x="49835" y="69403"/>
                </a:lnTo>
                <a:lnTo>
                  <a:pt x="51206" y="66111"/>
                </a:lnTo>
                <a:lnTo>
                  <a:pt x="52944" y="63002"/>
                </a:lnTo>
                <a:lnTo>
                  <a:pt x="54955" y="60076"/>
                </a:lnTo>
                <a:lnTo>
                  <a:pt x="57424" y="57424"/>
                </a:lnTo>
                <a:lnTo>
                  <a:pt x="60076" y="54955"/>
                </a:lnTo>
                <a:lnTo>
                  <a:pt x="63002" y="52944"/>
                </a:lnTo>
                <a:lnTo>
                  <a:pt x="66111" y="51206"/>
                </a:lnTo>
                <a:lnTo>
                  <a:pt x="69403" y="49835"/>
                </a:lnTo>
                <a:lnTo>
                  <a:pt x="72878" y="48829"/>
                </a:lnTo>
                <a:lnTo>
                  <a:pt x="76444" y="48189"/>
                </a:lnTo>
                <a:lnTo>
                  <a:pt x="80010" y="48006"/>
                </a:lnTo>
                <a:lnTo>
                  <a:pt x="112014" y="48006"/>
                </a:lnTo>
                <a:moveTo>
                  <a:pt x="272034" y="48006"/>
                </a:moveTo>
                <a:lnTo>
                  <a:pt x="304038" y="48006"/>
                </a:lnTo>
                <a:lnTo>
                  <a:pt x="307604" y="48189"/>
                </a:lnTo>
                <a:lnTo>
                  <a:pt x="311170" y="48829"/>
                </a:lnTo>
                <a:lnTo>
                  <a:pt x="314645" y="49835"/>
                </a:lnTo>
                <a:lnTo>
                  <a:pt x="317937" y="51206"/>
                </a:lnTo>
                <a:lnTo>
                  <a:pt x="321046" y="52944"/>
                </a:lnTo>
                <a:lnTo>
                  <a:pt x="323972" y="54955"/>
                </a:lnTo>
                <a:lnTo>
                  <a:pt x="326624" y="57424"/>
                </a:lnTo>
                <a:lnTo>
                  <a:pt x="329093" y="60076"/>
                </a:lnTo>
                <a:lnTo>
                  <a:pt x="331104" y="63002"/>
                </a:lnTo>
                <a:lnTo>
                  <a:pt x="332842" y="66111"/>
                </a:lnTo>
                <a:lnTo>
                  <a:pt x="334213" y="69403"/>
                </a:lnTo>
                <a:lnTo>
                  <a:pt x="335219" y="72878"/>
                </a:lnTo>
                <a:lnTo>
                  <a:pt x="335859" y="76444"/>
                </a:lnTo>
                <a:lnTo>
                  <a:pt x="336042" y="80010"/>
                </a:lnTo>
                <a:lnTo>
                  <a:pt x="336042" y="112014"/>
                </a:lnTo>
                <a:moveTo>
                  <a:pt x="336042" y="272034"/>
                </a:moveTo>
                <a:lnTo>
                  <a:pt x="336042" y="304038"/>
                </a:lnTo>
                <a:lnTo>
                  <a:pt x="335859" y="307604"/>
                </a:lnTo>
                <a:lnTo>
                  <a:pt x="335219" y="311170"/>
                </a:lnTo>
                <a:lnTo>
                  <a:pt x="334213" y="314645"/>
                </a:lnTo>
                <a:lnTo>
                  <a:pt x="332842" y="317937"/>
                </a:lnTo>
                <a:lnTo>
                  <a:pt x="331104" y="321046"/>
                </a:lnTo>
                <a:lnTo>
                  <a:pt x="329093" y="323972"/>
                </a:lnTo>
                <a:lnTo>
                  <a:pt x="326624" y="326624"/>
                </a:lnTo>
                <a:lnTo>
                  <a:pt x="323972" y="329093"/>
                </a:lnTo>
                <a:lnTo>
                  <a:pt x="321046" y="331104"/>
                </a:lnTo>
                <a:lnTo>
                  <a:pt x="317937" y="332842"/>
                </a:lnTo>
                <a:lnTo>
                  <a:pt x="314645" y="334213"/>
                </a:lnTo>
                <a:lnTo>
                  <a:pt x="311170" y="335219"/>
                </a:lnTo>
                <a:lnTo>
                  <a:pt x="307604" y="335859"/>
                </a:lnTo>
                <a:lnTo>
                  <a:pt x="304038" y="336042"/>
                </a:lnTo>
                <a:lnTo>
                  <a:pt x="272034" y="336042"/>
                </a:lnTo>
                <a:moveTo>
                  <a:pt x="112014" y="336042"/>
                </a:moveTo>
                <a:lnTo>
                  <a:pt x="80010" y="336042"/>
                </a:lnTo>
                <a:lnTo>
                  <a:pt x="76444" y="335859"/>
                </a:lnTo>
                <a:lnTo>
                  <a:pt x="72878" y="335219"/>
                </a:lnTo>
                <a:lnTo>
                  <a:pt x="69403" y="334213"/>
                </a:lnTo>
                <a:lnTo>
                  <a:pt x="66111" y="332842"/>
                </a:lnTo>
                <a:lnTo>
                  <a:pt x="63002" y="331104"/>
                </a:lnTo>
                <a:lnTo>
                  <a:pt x="60076" y="329093"/>
                </a:lnTo>
                <a:lnTo>
                  <a:pt x="57424" y="326624"/>
                </a:lnTo>
                <a:lnTo>
                  <a:pt x="54955" y="323972"/>
                </a:lnTo>
                <a:lnTo>
                  <a:pt x="52944" y="321046"/>
                </a:lnTo>
                <a:lnTo>
                  <a:pt x="51206" y="317937"/>
                </a:lnTo>
                <a:lnTo>
                  <a:pt x="49835" y="314645"/>
                </a:lnTo>
                <a:lnTo>
                  <a:pt x="48829" y="311170"/>
                </a:lnTo>
                <a:lnTo>
                  <a:pt x="48189" y="307604"/>
                </a:lnTo>
                <a:lnTo>
                  <a:pt x="48006" y="304038"/>
                </a:lnTo>
                <a:lnTo>
                  <a:pt x="48006" y="272034"/>
                </a:lnTo>
                <a:moveTo>
                  <a:pt x="303124" y="197328"/>
                </a:moveTo>
                <a:lnTo>
                  <a:pt x="303398" y="196596"/>
                </a:lnTo>
                <a:lnTo>
                  <a:pt x="303581" y="195864"/>
                </a:lnTo>
                <a:lnTo>
                  <a:pt x="303764" y="195042"/>
                </a:lnTo>
                <a:lnTo>
                  <a:pt x="303855" y="194310"/>
                </a:lnTo>
                <a:lnTo>
                  <a:pt x="303947" y="193578"/>
                </a:lnTo>
                <a:lnTo>
                  <a:pt x="304038" y="192756"/>
                </a:lnTo>
                <a:lnTo>
                  <a:pt x="304038" y="192024"/>
                </a:lnTo>
                <a:lnTo>
                  <a:pt x="304038" y="191292"/>
                </a:lnTo>
                <a:lnTo>
                  <a:pt x="303947" y="190470"/>
                </a:lnTo>
                <a:lnTo>
                  <a:pt x="303855" y="189738"/>
                </a:lnTo>
                <a:lnTo>
                  <a:pt x="303764" y="189006"/>
                </a:lnTo>
                <a:lnTo>
                  <a:pt x="303581" y="188184"/>
                </a:lnTo>
                <a:lnTo>
                  <a:pt x="303398" y="187452"/>
                </a:lnTo>
                <a:lnTo>
                  <a:pt x="303124" y="186720"/>
                </a:lnTo>
                <a:lnTo>
                  <a:pt x="293888" y="168707"/>
                </a:lnTo>
                <a:lnTo>
                  <a:pt x="281818" y="152430"/>
                </a:lnTo>
                <a:lnTo>
                  <a:pt x="267096" y="138440"/>
                </a:lnTo>
                <a:lnTo>
                  <a:pt x="250271" y="127193"/>
                </a:lnTo>
                <a:lnTo>
                  <a:pt x="231800" y="118872"/>
                </a:lnTo>
                <a:lnTo>
                  <a:pt x="212232" y="113751"/>
                </a:lnTo>
                <a:lnTo>
                  <a:pt x="192024" y="112105"/>
                </a:lnTo>
                <a:lnTo>
                  <a:pt x="171816" y="113751"/>
                </a:lnTo>
                <a:lnTo>
                  <a:pt x="152248" y="118872"/>
                </a:lnTo>
                <a:lnTo>
                  <a:pt x="133777" y="127193"/>
                </a:lnTo>
                <a:lnTo>
                  <a:pt x="116952" y="138440"/>
                </a:lnTo>
                <a:lnTo>
                  <a:pt x="102230" y="152430"/>
                </a:lnTo>
                <a:lnTo>
                  <a:pt x="90160" y="168707"/>
                </a:lnTo>
                <a:lnTo>
                  <a:pt x="80924" y="186720"/>
                </a:lnTo>
                <a:lnTo>
                  <a:pt x="80650" y="187452"/>
                </a:lnTo>
                <a:lnTo>
                  <a:pt x="80467" y="188184"/>
                </a:lnTo>
                <a:lnTo>
                  <a:pt x="80284" y="189006"/>
                </a:lnTo>
                <a:lnTo>
                  <a:pt x="80193" y="189738"/>
                </a:lnTo>
                <a:lnTo>
                  <a:pt x="80101" y="190470"/>
                </a:lnTo>
                <a:lnTo>
                  <a:pt x="80010" y="191292"/>
                </a:lnTo>
                <a:lnTo>
                  <a:pt x="80010" y="192024"/>
                </a:lnTo>
                <a:lnTo>
                  <a:pt x="80010" y="192756"/>
                </a:lnTo>
                <a:lnTo>
                  <a:pt x="80101" y="193578"/>
                </a:lnTo>
                <a:lnTo>
                  <a:pt x="80193" y="194310"/>
                </a:lnTo>
                <a:lnTo>
                  <a:pt x="80284" y="195042"/>
                </a:lnTo>
                <a:lnTo>
                  <a:pt x="80467" y="195864"/>
                </a:lnTo>
                <a:lnTo>
                  <a:pt x="80650" y="196596"/>
                </a:lnTo>
                <a:lnTo>
                  <a:pt x="80924" y="197328"/>
                </a:lnTo>
                <a:lnTo>
                  <a:pt x="90160" y="215341"/>
                </a:lnTo>
                <a:lnTo>
                  <a:pt x="102230" y="231618"/>
                </a:lnTo>
                <a:lnTo>
                  <a:pt x="116952" y="245608"/>
                </a:lnTo>
                <a:lnTo>
                  <a:pt x="133777" y="256855"/>
                </a:lnTo>
                <a:lnTo>
                  <a:pt x="152248" y="265176"/>
                </a:lnTo>
                <a:lnTo>
                  <a:pt x="171816" y="270297"/>
                </a:lnTo>
                <a:lnTo>
                  <a:pt x="192024" y="271943"/>
                </a:lnTo>
                <a:lnTo>
                  <a:pt x="212232" y="270297"/>
                </a:lnTo>
                <a:lnTo>
                  <a:pt x="231800" y="265176"/>
                </a:lnTo>
                <a:lnTo>
                  <a:pt x="250271" y="256855"/>
                </a:lnTo>
                <a:lnTo>
                  <a:pt x="267096" y="245608"/>
                </a:lnTo>
                <a:lnTo>
                  <a:pt x="281818" y="231618"/>
                </a:lnTo>
                <a:lnTo>
                  <a:pt x="293888" y="215341"/>
                </a:lnTo>
                <a:lnTo>
                  <a:pt x="303124" y="197328"/>
                </a:lnTo>
                <a:moveTo>
                  <a:pt x="208026" y="192024"/>
                </a:moveTo>
                <a:lnTo>
                  <a:pt x="207660" y="195590"/>
                </a:lnTo>
                <a:lnTo>
                  <a:pt x="206472" y="198973"/>
                </a:lnTo>
                <a:lnTo>
                  <a:pt x="204551" y="201991"/>
                </a:lnTo>
                <a:lnTo>
                  <a:pt x="201991" y="204551"/>
                </a:lnTo>
                <a:lnTo>
                  <a:pt x="198973" y="206472"/>
                </a:lnTo>
                <a:lnTo>
                  <a:pt x="195590" y="207660"/>
                </a:lnTo>
                <a:lnTo>
                  <a:pt x="192024" y="208026"/>
                </a:lnTo>
                <a:lnTo>
                  <a:pt x="188458" y="207660"/>
                </a:lnTo>
                <a:lnTo>
                  <a:pt x="185075" y="206472"/>
                </a:lnTo>
                <a:lnTo>
                  <a:pt x="182057" y="204551"/>
                </a:lnTo>
                <a:lnTo>
                  <a:pt x="179497" y="201991"/>
                </a:lnTo>
                <a:lnTo>
                  <a:pt x="177576" y="198973"/>
                </a:lnTo>
                <a:lnTo>
                  <a:pt x="176388" y="195590"/>
                </a:lnTo>
                <a:lnTo>
                  <a:pt x="176022" y="192024"/>
                </a:lnTo>
                <a:lnTo>
                  <a:pt x="176388" y="188458"/>
                </a:lnTo>
                <a:lnTo>
                  <a:pt x="177576" y="185075"/>
                </a:lnTo>
                <a:lnTo>
                  <a:pt x="179497" y="182057"/>
                </a:lnTo>
                <a:lnTo>
                  <a:pt x="182057" y="179497"/>
                </a:lnTo>
                <a:lnTo>
                  <a:pt x="185075" y="177576"/>
                </a:lnTo>
                <a:lnTo>
                  <a:pt x="188458" y="176388"/>
                </a:lnTo>
                <a:lnTo>
                  <a:pt x="192024" y="176022"/>
                </a:lnTo>
                <a:lnTo>
                  <a:pt x="195590" y="176388"/>
                </a:lnTo>
                <a:lnTo>
                  <a:pt x="198973" y="177576"/>
                </a:lnTo>
                <a:lnTo>
                  <a:pt x="201991" y="179497"/>
                </a:lnTo>
                <a:lnTo>
                  <a:pt x="204551" y="182057"/>
                </a:lnTo>
                <a:lnTo>
                  <a:pt x="206472" y="185075"/>
                </a:lnTo>
                <a:lnTo>
                  <a:pt x="207660" y="188458"/>
                </a:lnTo>
                <a:lnTo>
                  <a:pt x="208026" y="192024"/>
                </a:lnTo>
                <a:close/>
              </a:path>
            </a:pathLst>
          </a:custGeom>
          <a:noFill/>
          <a:ln w="32004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318211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確かめる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029200" y="37673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頼み方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43600" y="37673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「全ページを確認して」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9200" y="4133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残るもの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43600" y="41330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全ページ画像・QA報告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準備する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4231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何を準備すればよい？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p.9–15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868680"/>
            <a:ext cx="0" cy="3383280"/>
          </a:xfrm>
          <a:prstGeom prst="line">
            <a:avLst/>
          </a:prstGeom>
          <a:noFill/>
          <a:ln w="15875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8229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この章のページ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800" y="1234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使う場所で準備が変わる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6916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このリポジトリで使う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148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新しいProjectで使う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2606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既存のProjectで使う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30632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資料作成の準備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3520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57800" y="3520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準備ができたかを確認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準備する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使う場所で準備が変わる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12140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214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どこで使う？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688336" y="2578608"/>
            <a:ext cx="233172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921508" y="1700784"/>
            <a:ext cx="0" cy="877824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921508" y="1700784"/>
            <a:ext cx="233172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0" y="132588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325880"/>
            <a:ext cx="73152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380744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このリポジトリで使う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1783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そのまま開けば使える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80960" y="1499616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14996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88336" y="2578608"/>
            <a:ext cx="466344" cy="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00400" y="2203704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2203704"/>
            <a:ext cx="73152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258568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新しいProjectで使う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29000" y="266090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development/ をコピーする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80960" y="2377440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3774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688336" y="2578608"/>
            <a:ext cx="233172" cy="0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921508" y="2578608"/>
            <a:ext cx="0" cy="877824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2921508" y="3456432"/>
            <a:ext cx="233172" cy="0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00400" y="3081528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81528"/>
            <a:ext cx="73152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13639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既存のProjectで使う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429000" y="35387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導入用のSkillに頼む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80960" y="3255264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25526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" y="4014216"/>
            <a:ext cx="800100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014216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資料作成もする場合は、追加の準備（p.14）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準備する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このリポジトリで使う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2392680" cy="2514600"/>
          </a:xfrm>
          <a:prstGeom prst="roundRect">
            <a:avLst>
              <a:gd name="adj" fmla="val 229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2514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72768"/>
            <a:ext cx="402336" cy="402336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38400" y="1572768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100584" y="234726"/>
                </a:moveTo>
                <a:lnTo>
                  <a:pt x="125730" y="186080"/>
                </a:lnTo>
                <a:lnTo>
                  <a:pt x="127010" y="183794"/>
                </a:lnTo>
                <a:lnTo>
                  <a:pt x="128382" y="181691"/>
                </a:lnTo>
                <a:lnTo>
                  <a:pt x="130028" y="179588"/>
                </a:lnTo>
                <a:lnTo>
                  <a:pt x="131765" y="177668"/>
                </a:lnTo>
                <a:lnTo>
                  <a:pt x="133594" y="175931"/>
                </a:lnTo>
                <a:lnTo>
                  <a:pt x="135606" y="174285"/>
                </a:lnTo>
                <a:lnTo>
                  <a:pt x="137800" y="172822"/>
                </a:lnTo>
                <a:lnTo>
                  <a:pt x="139995" y="171541"/>
                </a:lnTo>
                <a:lnTo>
                  <a:pt x="142372" y="170444"/>
                </a:lnTo>
                <a:lnTo>
                  <a:pt x="144750" y="169438"/>
                </a:lnTo>
                <a:lnTo>
                  <a:pt x="147218" y="168707"/>
                </a:lnTo>
                <a:lnTo>
                  <a:pt x="149779" y="168158"/>
                </a:lnTo>
                <a:lnTo>
                  <a:pt x="152339" y="167792"/>
                </a:lnTo>
                <a:lnTo>
                  <a:pt x="154899" y="167610"/>
                </a:lnTo>
                <a:lnTo>
                  <a:pt x="335310" y="167610"/>
                </a:lnTo>
                <a:lnTo>
                  <a:pt x="339608" y="167884"/>
                </a:lnTo>
                <a:lnTo>
                  <a:pt x="343906" y="168798"/>
                </a:lnTo>
                <a:lnTo>
                  <a:pt x="348021" y="170170"/>
                </a:lnTo>
                <a:lnTo>
                  <a:pt x="351953" y="172090"/>
                </a:lnTo>
                <a:lnTo>
                  <a:pt x="355610" y="174468"/>
                </a:lnTo>
                <a:lnTo>
                  <a:pt x="358902" y="177302"/>
                </a:lnTo>
                <a:lnTo>
                  <a:pt x="361828" y="180594"/>
                </a:lnTo>
                <a:lnTo>
                  <a:pt x="364297" y="184252"/>
                </a:lnTo>
                <a:lnTo>
                  <a:pt x="366217" y="188092"/>
                </a:lnTo>
                <a:lnTo>
                  <a:pt x="367680" y="192298"/>
                </a:lnTo>
                <a:lnTo>
                  <a:pt x="368503" y="196505"/>
                </a:lnTo>
                <a:lnTo>
                  <a:pt x="368869" y="200894"/>
                </a:lnTo>
                <a:lnTo>
                  <a:pt x="368595" y="205283"/>
                </a:lnTo>
                <a:lnTo>
                  <a:pt x="367772" y="209580"/>
                </a:lnTo>
                <a:lnTo>
                  <a:pt x="341986" y="310164"/>
                </a:lnTo>
                <a:lnTo>
                  <a:pt x="341071" y="313182"/>
                </a:lnTo>
                <a:lnTo>
                  <a:pt x="339791" y="316108"/>
                </a:lnTo>
                <a:lnTo>
                  <a:pt x="338328" y="318851"/>
                </a:lnTo>
                <a:lnTo>
                  <a:pt x="336591" y="321503"/>
                </a:lnTo>
                <a:lnTo>
                  <a:pt x="334579" y="323972"/>
                </a:lnTo>
                <a:lnTo>
                  <a:pt x="332384" y="326258"/>
                </a:lnTo>
                <a:lnTo>
                  <a:pt x="330007" y="328361"/>
                </a:lnTo>
                <a:lnTo>
                  <a:pt x="327355" y="330098"/>
                </a:lnTo>
                <a:lnTo>
                  <a:pt x="324612" y="331744"/>
                </a:lnTo>
                <a:lnTo>
                  <a:pt x="321686" y="333024"/>
                </a:lnTo>
                <a:lnTo>
                  <a:pt x="318668" y="334030"/>
                </a:lnTo>
                <a:lnTo>
                  <a:pt x="315651" y="334762"/>
                </a:lnTo>
                <a:lnTo>
                  <a:pt x="312450" y="335128"/>
                </a:lnTo>
                <a:lnTo>
                  <a:pt x="309342" y="335310"/>
                </a:lnTo>
                <a:lnTo>
                  <a:pt x="67026" y="335310"/>
                </a:lnTo>
                <a:lnTo>
                  <a:pt x="63276" y="335036"/>
                </a:lnTo>
                <a:lnTo>
                  <a:pt x="59619" y="334396"/>
                </a:lnTo>
                <a:lnTo>
                  <a:pt x="55961" y="333390"/>
                </a:lnTo>
                <a:lnTo>
                  <a:pt x="52487" y="331927"/>
                </a:lnTo>
                <a:lnTo>
                  <a:pt x="49195" y="330098"/>
                </a:lnTo>
                <a:lnTo>
                  <a:pt x="46177" y="327995"/>
                </a:lnTo>
                <a:lnTo>
                  <a:pt x="43343" y="325435"/>
                </a:lnTo>
                <a:lnTo>
                  <a:pt x="40874" y="322692"/>
                </a:lnTo>
                <a:lnTo>
                  <a:pt x="38679" y="319583"/>
                </a:lnTo>
                <a:lnTo>
                  <a:pt x="36850" y="316291"/>
                </a:lnTo>
                <a:lnTo>
                  <a:pt x="35387" y="312816"/>
                </a:lnTo>
                <a:lnTo>
                  <a:pt x="34381" y="309250"/>
                </a:lnTo>
                <a:lnTo>
                  <a:pt x="33741" y="305501"/>
                </a:lnTo>
                <a:lnTo>
                  <a:pt x="33558" y="301752"/>
                </a:lnTo>
                <a:lnTo>
                  <a:pt x="33558" y="83850"/>
                </a:lnTo>
                <a:lnTo>
                  <a:pt x="33741" y="80101"/>
                </a:lnTo>
                <a:lnTo>
                  <a:pt x="34381" y="76352"/>
                </a:lnTo>
                <a:lnTo>
                  <a:pt x="35387" y="72786"/>
                </a:lnTo>
                <a:lnTo>
                  <a:pt x="36850" y="69312"/>
                </a:lnTo>
                <a:lnTo>
                  <a:pt x="38679" y="66020"/>
                </a:lnTo>
                <a:lnTo>
                  <a:pt x="40874" y="62911"/>
                </a:lnTo>
                <a:lnTo>
                  <a:pt x="43343" y="60076"/>
                </a:lnTo>
                <a:lnTo>
                  <a:pt x="46177" y="57607"/>
                </a:lnTo>
                <a:lnTo>
                  <a:pt x="49195" y="55413"/>
                </a:lnTo>
                <a:lnTo>
                  <a:pt x="52487" y="53584"/>
                </a:lnTo>
                <a:lnTo>
                  <a:pt x="55961" y="52212"/>
                </a:lnTo>
                <a:lnTo>
                  <a:pt x="59619" y="51115"/>
                </a:lnTo>
                <a:lnTo>
                  <a:pt x="63276" y="50475"/>
                </a:lnTo>
                <a:lnTo>
                  <a:pt x="67026" y="50292"/>
                </a:lnTo>
                <a:lnTo>
                  <a:pt x="132405" y="50292"/>
                </a:lnTo>
                <a:lnTo>
                  <a:pt x="134783" y="50383"/>
                </a:lnTo>
                <a:lnTo>
                  <a:pt x="137160" y="50566"/>
                </a:lnTo>
                <a:lnTo>
                  <a:pt x="139537" y="51024"/>
                </a:lnTo>
                <a:lnTo>
                  <a:pt x="141915" y="51572"/>
                </a:lnTo>
                <a:lnTo>
                  <a:pt x="144201" y="52304"/>
                </a:lnTo>
                <a:lnTo>
                  <a:pt x="146395" y="53218"/>
                </a:lnTo>
                <a:lnTo>
                  <a:pt x="148499" y="54224"/>
                </a:lnTo>
                <a:lnTo>
                  <a:pt x="150602" y="55413"/>
                </a:lnTo>
                <a:lnTo>
                  <a:pt x="152613" y="56784"/>
                </a:lnTo>
                <a:lnTo>
                  <a:pt x="154442" y="58247"/>
                </a:lnTo>
                <a:lnTo>
                  <a:pt x="156180" y="59893"/>
                </a:lnTo>
                <a:lnTo>
                  <a:pt x="157825" y="61631"/>
                </a:lnTo>
                <a:lnTo>
                  <a:pt x="159380" y="63459"/>
                </a:lnTo>
                <a:lnTo>
                  <a:pt x="160752" y="65380"/>
                </a:lnTo>
                <a:lnTo>
                  <a:pt x="174376" y="85496"/>
                </a:lnTo>
                <a:lnTo>
                  <a:pt x="175748" y="87417"/>
                </a:lnTo>
                <a:lnTo>
                  <a:pt x="177211" y="89245"/>
                </a:lnTo>
                <a:lnTo>
                  <a:pt x="178857" y="90983"/>
                </a:lnTo>
                <a:lnTo>
                  <a:pt x="180594" y="92537"/>
                </a:lnTo>
                <a:lnTo>
                  <a:pt x="182423" y="94000"/>
                </a:lnTo>
                <a:lnTo>
                  <a:pt x="184434" y="95372"/>
                </a:lnTo>
                <a:lnTo>
                  <a:pt x="186446" y="96561"/>
                </a:lnTo>
                <a:lnTo>
                  <a:pt x="188549" y="97658"/>
                </a:lnTo>
                <a:lnTo>
                  <a:pt x="190744" y="98481"/>
                </a:lnTo>
                <a:lnTo>
                  <a:pt x="193030" y="99212"/>
                </a:lnTo>
                <a:lnTo>
                  <a:pt x="195316" y="99852"/>
                </a:lnTo>
                <a:lnTo>
                  <a:pt x="197602" y="100218"/>
                </a:lnTo>
                <a:lnTo>
                  <a:pt x="199979" y="100493"/>
                </a:lnTo>
                <a:lnTo>
                  <a:pt x="202357" y="100584"/>
                </a:lnTo>
                <a:lnTo>
                  <a:pt x="301752" y="100584"/>
                </a:lnTo>
                <a:lnTo>
                  <a:pt x="305501" y="100767"/>
                </a:lnTo>
                <a:lnTo>
                  <a:pt x="309250" y="101407"/>
                </a:lnTo>
                <a:lnTo>
                  <a:pt x="312816" y="102504"/>
                </a:lnTo>
                <a:lnTo>
                  <a:pt x="316291" y="103876"/>
                </a:lnTo>
                <a:lnTo>
                  <a:pt x="319583" y="105705"/>
                </a:lnTo>
                <a:lnTo>
                  <a:pt x="322692" y="107899"/>
                </a:lnTo>
                <a:lnTo>
                  <a:pt x="325435" y="110368"/>
                </a:lnTo>
                <a:lnTo>
                  <a:pt x="327995" y="113203"/>
                </a:lnTo>
                <a:lnTo>
                  <a:pt x="330098" y="116312"/>
                </a:lnTo>
                <a:lnTo>
                  <a:pt x="331927" y="119604"/>
                </a:lnTo>
                <a:lnTo>
                  <a:pt x="333390" y="123078"/>
                </a:lnTo>
                <a:lnTo>
                  <a:pt x="334396" y="126644"/>
                </a:lnTo>
                <a:lnTo>
                  <a:pt x="335036" y="130393"/>
                </a:lnTo>
                <a:lnTo>
                  <a:pt x="335310" y="134142"/>
                </a:lnTo>
                <a:lnTo>
                  <a:pt x="335310" y="167610"/>
                </a:lnTo>
              </a:path>
            </a:pathLst>
          </a:custGeom>
          <a:noFill/>
          <a:ln w="33528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29968"/>
            <a:ext cx="198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505456"/>
            <a:ext cx="198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Codexか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Codeで、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フォルダを開く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33344" y="2628900"/>
            <a:ext cx="301752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89960" y="1371600"/>
            <a:ext cx="2392680" cy="2514600"/>
          </a:xfrm>
          <a:prstGeom prst="roundRect">
            <a:avLst>
              <a:gd name="adj" fmla="val 229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9960" y="1371600"/>
            <a:ext cx="73152" cy="2514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8560" y="1572768"/>
            <a:ext cx="402336" cy="402336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856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42560" y="1572768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201168" y="117318"/>
                </a:moveTo>
                <a:lnTo>
                  <a:pt x="201168" y="352044"/>
                </a:lnTo>
                <a:moveTo>
                  <a:pt x="50292" y="301752"/>
                </a:moveTo>
                <a:lnTo>
                  <a:pt x="48372" y="301661"/>
                </a:lnTo>
                <a:lnTo>
                  <a:pt x="46543" y="301295"/>
                </a:lnTo>
                <a:lnTo>
                  <a:pt x="44714" y="300838"/>
                </a:lnTo>
                <a:lnTo>
                  <a:pt x="42977" y="300106"/>
                </a:lnTo>
                <a:lnTo>
                  <a:pt x="41331" y="299192"/>
                </a:lnTo>
                <a:lnTo>
                  <a:pt x="39868" y="298094"/>
                </a:lnTo>
                <a:lnTo>
                  <a:pt x="38405" y="296814"/>
                </a:lnTo>
                <a:lnTo>
                  <a:pt x="37216" y="295443"/>
                </a:lnTo>
                <a:lnTo>
                  <a:pt x="36119" y="293888"/>
                </a:lnTo>
                <a:lnTo>
                  <a:pt x="35204" y="292242"/>
                </a:lnTo>
                <a:lnTo>
                  <a:pt x="34473" y="290505"/>
                </a:lnTo>
                <a:lnTo>
                  <a:pt x="33924" y="288676"/>
                </a:lnTo>
                <a:lnTo>
                  <a:pt x="33650" y="286847"/>
                </a:lnTo>
                <a:lnTo>
                  <a:pt x="33558" y="285018"/>
                </a:lnTo>
                <a:lnTo>
                  <a:pt x="33558" y="67026"/>
                </a:lnTo>
                <a:lnTo>
                  <a:pt x="33650" y="65197"/>
                </a:lnTo>
                <a:lnTo>
                  <a:pt x="33924" y="63368"/>
                </a:lnTo>
                <a:lnTo>
                  <a:pt x="34473" y="61539"/>
                </a:lnTo>
                <a:lnTo>
                  <a:pt x="35204" y="59802"/>
                </a:lnTo>
                <a:lnTo>
                  <a:pt x="36119" y="58156"/>
                </a:lnTo>
                <a:lnTo>
                  <a:pt x="37216" y="56601"/>
                </a:lnTo>
                <a:lnTo>
                  <a:pt x="38405" y="55230"/>
                </a:lnTo>
                <a:lnTo>
                  <a:pt x="39868" y="53950"/>
                </a:lnTo>
                <a:lnTo>
                  <a:pt x="41331" y="52852"/>
                </a:lnTo>
                <a:lnTo>
                  <a:pt x="42977" y="51938"/>
                </a:lnTo>
                <a:lnTo>
                  <a:pt x="44714" y="51206"/>
                </a:lnTo>
                <a:lnTo>
                  <a:pt x="46543" y="50749"/>
                </a:lnTo>
                <a:lnTo>
                  <a:pt x="48372" y="50383"/>
                </a:lnTo>
                <a:lnTo>
                  <a:pt x="50292" y="50292"/>
                </a:lnTo>
                <a:lnTo>
                  <a:pt x="134142" y="50292"/>
                </a:lnTo>
                <a:lnTo>
                  <a:pt x="141641" y="50749"/>
                </a:lnTo>
                <a:lnTo>
                  <a:pt x="149047" y="51938"/>
                </a:lnTo>
                <a:lnTo>
                  <a:pt x="156271" y="54041"/>
                </a:lnTo>
                <a:lnTo>
                  <a:pt x="163220" y="56967"/>
                </a:lnTo>
                <a:lnTo>
                  <a:pt x="169804" y="60533"/>
                </a:lnTo>
                <a:lnTo>
                  <a:pt x="175931" y="64922"/>
                </a:lnTo>
                <a:lnTo>
                  <a:pt x="181508" y="69952"/>
                </a:lnTo>
                <a:lnTo>
                  <a:pt x="186538" y="75529"/>
                </a:lnTo>
                <a:lnTo>
                  <a:pt x="190927" y="81656"/>
                </a:lnTo>
                <a:lnTo>
                  <a:pt x="194493" y="88240"/>
                </a:lnTo>
                <a:lnTo>
                  <a:pt x="197419" y="95189"/>
                </a:lnTo>
                <a:lnTo>
                  <a:pt x="199522" y="102413"/>
                </a:lnTo>
                <a:lnTo>
                  <a:pt x="200711" y="109819"/>
                </a:lnTo>
                <a:lnTo>
                  <a:pt x="201168" y="117318"/>
                </a:lnTo>
                <a:lnTo>
                  <a:pt x="201625" y="109819"/>
                </a:lnTo>
                <a:lnTo>
                  <a:pt x="202814" y="102413"/>
                </a:lnTo>
                <a:lnTo>
                  <a:pt x="204917" y="95189"/>
                </a:lnTo>
                <a:lnTo>
                  <a:pt x="207843" y="88240"/>
                </a:lnTo>
                <a:lnTo>
                  <a:pt x="211409" y="81656"/>
                </a:lnTo>
                <a:lnTo>
                  <a:pt x="215798" y="75529"/>
                </a:lnTo>
                <a:lnTo>
                  <a:pt x="220828" y="69952"/>
                </a:lnTo>
                <a:lnTo>
                  <a:pt x="226405" y="64922"/>
                </a:lnTo>
                <a:lnTo>
                  <a:pt x="232532" y="60533"/>
                </a:lnTo>
                <a:lnTo>
                  <a:pt x="239116" y="56967"/>
                </a:lnTo>
                <a:lnTo>
                  <a:pt x="246065" y="54041"/>
                </a:lnTo>
                <a:lnTo>
                  <a:pt x="253289" y="51938"/>
                </a:lnTo>
                <a:lnTo>
                  <a:pt x="260695" y="50749"/>
                </a:lnTo>
                <a:lnTo>
                  <a:pt x="268194" y="50292"/>
                </a:lnTo>
                <a:lnTo>
                  <a:pt x="352044" y="50292"/>
                </a:lnTo>
                <a:lnTo>
                  <a:pt x="353964" y="50383"/>
                </a:lnTo>
                <a:lnTo>
                  <a:pt x="355793" y="50749"/>
                </a:lnTo>
                <a:lnTo>
                  <a:pt x="357622" y="51206"/>
                </a:lnTo>
                <a:lnTo>
                  <a:pt x="359359" y="51938"/>
                </a:lnTo>
                <a:lnTo>
                  <a:pt x="361005" y="52852"/>
                </a:lnTo>
                <a:lnTo>
                  <a:pt x="362468" y="53950"/>
                </a:lnTo>
                <a:lnTo>
                  <a:pt x="363931" y="55230"/>
                </a:lnTo>
                <a:lnTo>
                  <a:pt x="365120" y="56601"/>
                </a:lnTo>
                <a:lnTo>
                  <a:pt x="366217" y="58156"/>
                </a:lnTo>
                <a:lnTo>
                  <a:pt x="367132" y="59802"/>
                </a:lnTo>
                <a:lnTo>
                  <a:pt x="367863" y="61539"/>
                </a:lnTo>
                <a:lnTo>
                  <a:pt x="368412" y="63368"/>
                </a:lnTo>
                <a:lnTo>
                  <a:pt x="368686" y="65197"/>
                </a:lnTo>
                <a:lnTo>
                  <a:pt x="368778" y="67026"/>
                </a:lnTo>
                <a:lnTo>
                  <a:pt x="368778" y="285018"/>
                </a:lnTo>
                <a:lnTo>
                  <a:pt x="368686" y="286847"/>
                </a:lnTo>
                <a:lnTo>
                  <a:pt x="368412" y="288676"/>
                </a:lnTo>
                <a:lnTo>
                  <a:pt x="367863" y="290505"/>
                </a:lnTo>
                <a:lnTo>
                  <a:pt x="367132" y="292242"/>
                </a:lnTo>
                <a:lnTo>
                  <a:pt x="366217" y="293888"/>
                </a:lnTo>
                <a:lnTo>
                  <a:pt x="365120" y="295443"/>
                </a:lnTo>
                <a:lnTo>
                  <a:pt x="363931" y="296814"/>
                </a:lnTo>
                <a:lnTo>
                  <a:pt x="362468" y="298094"/>
                </a:lnTo>
                <a:lnTo>
                  <a:pt x="361005" y="299192"/>
                </a:lnTo>
                <a:lnTo>
                  <a:pt x="359359" y="300106"/>
                </a:lnTo>
                <a:lnTo>
                  <a:pt x="357622" y="300838"/>
                </a:lnTo>
                <a:lnTo>
                  <a:pt x="355793" y="301295"/>
                </a:lnTo>
                <a:lnTo>
                  <a:pt x="353964" y="301661"/>
                </a:lnTo>
                <a:lnTo>
                  <a:pt x="352044" y="301752"/>
                </a:lnTo>
                <a:lnTo>
                  <a:pt x="251460" y="301752"/>
                </a:lnTo>
                <a:lnTo>
                  <a:pt x="245791" y="302026"/>
                </a:lnTo>
                <a:lnTo>
                  <a:pt x="240304" y="303032"/>
                </a:lnTo>
                <a:lnTo>
                  <a:pt x="234818" y="304587"/>
                </a:lnTo>
                <a:lnTo>
                  <a:pt x="229606" y="306690"/>
                </a:lnTo>
                <a:lnTo>
                  <a:pt x="224668" y="309433"/>
                </a:lnTo>
                <a:lnTo>
                  <a:pt x="220096" y="312725"/>
                </a:lnTo>
                <a:lnTo>
                  <a:pt x="215890" y="316474"/>
                </a:lnTo>
                <a:lnTo>
                  <a:pt x="212141" y="320680"/>
                </a:lnTo>
                <a:lnTo>
                  <a:pt x="208849" y="325252"/>
                </a:lnTo>
                <a:lnTo>
                  <a:pt x="206106" y="330190"/>
                </a:lnTo>
                <a:lnTo>
                  <a:pt x="204003" y="335402"/>
                </a:lnTo>
                <a:lnTo>
                  <a:pt x="202448" y="340888"/>
                </a:lnTo>
                <a:lnTo>
                  <a:pt x="201442" y="346375"/>
                </a:lnTo>
                <a:lnTo>
                  <a:pt x="201168" y="352044"/>
                </a:lnTo>
                <a:lnTo>
                  <a:pt x="200894" y="346375"/>
                </a:lnTo>
                <a:lnTo>
                  <a:pt x="199888" y="340888"/>
                </a:lnTo>
                <a:lnTo>
                  <a:pt x="198333" y="335402"/>
                </a:lnTo>
                <a:lnTo>
                  <a:pt x="196230" y="330190"/>
                </a:lnTo>
                <a:lnTo>
                  <a:pt x="193487" y="325252"/>
                </a:lnTo>
                <a:lnTo>
                  <a:pt x="190195" y="320680"/>
                </a:lnTo>
                <a:lnTo>
                  <a:pt x="186446" y="316474"/>
                </a:lnTo>
                <a:lnTo>
                  <a:pt x="182240" y="312725"/>
                </a:lnTo>
                <a:lnTo>
                  <a:pt x="177668" y="309433"/>
                </a:lnTo>
                <a:lnTo>
                  <a:pt x="172730" y="306690"/>
                </a:lnTo>
                <a:lnTo>
                  <a:pt x="167518" y="304587"/>
                </a:lnTo>
                <a:lnTo>
                  <a:pt x="162032" y="303032"/>
                </a:lnTo>
                <a:lnTo>
                  <a:pt x="156545" y="302026"/>
                </a:lnTo>
                <a:lnTo>
                  <a:pt x="150876" y="301752"/>
                </a:lnTo>
                <a:lnTo>
                  <a:pt x="50292" y="301752"/>
                </a:lnTo>
                <a:close/>
              </a:path>
            </a:pathLst>
          </a:custGeom>
          <a:noFill/>
          <a:ln w="33528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8560" y="2029968"/>
            <a:ext cx="198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読む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718560" y="2505456"/>
            <a:ext cx="198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AGENTS.mdと、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使う領域の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READMEを読む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37504" y="2628900"/>
            <a:ext cx="301752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94120" y="1371600"/>
            <a:ext cx="2392680" cy="2514600"/>
          </a:xfrm>
          <a:prstGeom prst="roundRect">
            <a:avLst>
              <a:gd name="adj" fmla="val 229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4120" y="1371600"/>
            <a:ext cx="73152" cy="2514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22720" y="1572768"/>
            <a:ext cx="402336" cy="402336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272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46720" y="1572768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217902" y="83850"/>
                </a:moveTo>
                <a:lnTo>
                  <a:pt x="352044" y="83850"/>
                </a:lnTo>
                <a:moveTo>
                  <a:pt x="217902" y="201168"/>
                </a:moveTo>
                <a:lnTo>
                  <a:pt x="352044" y="201168"/>
                </a:lnTo>
                <a:moveTo>
                  <a:pt x="217902" y="318486"/>
                </a:moveTo>
                <a:lnTo>
                  <a:pt x="352044" y="318486"/>
                </a:lnTo>
                <a:moveTo>
                  <a:pt x="50292" y="285018"/>
                </a:moveTo>
                <a:lnTo>
                  <a:pt x="83850" y="318486"/>
                </a:lnTo>
                <a:lnTo>
                  <a:pt x="150876" y="251460"/>
                </a:lnTo>
                <a:moveTo>
                  <a:pt x="50292" y="117318"/>
                </a:moveTo>
                <a:lnTo>
                  <a:pt x="83850" y="150876"/>
                </a:lnTo>
                <a:lnTo>
                  <a:pt x="150876" y="83850"/>
                </a:lnTo>
              </a:path>
            </a:pathLst>
          </a:custGeom>
          <a:noFill/>
          <a:ln w="33528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22720" y="2029968"/>
            <a:ext cx="198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確かめる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522720" y="2505456"/>
            <a:ext cx="198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Skillが一覧に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出るか確かめる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（Codexは /skills）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4069080"/>
            <a:ext cx="800100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069080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Skillは .agents/skills と .claude/skills から読み込まれる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準備する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新しいProjectで使う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AI-Engine-Devの親フォルダで実行する（空の新規Projectだけ）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70992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47088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cp -R /path/to/AI-Engine-Dev/development/. \</a:t>
            </a:r>
            <a:endParaRPr lang="en-US" sz="160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/path/to/new-project/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734056"/>
            <a:ext cx="2514600" cy="1819656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734056"/>
            <a:ext cx="73152" cy="18196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1693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60990" y="243870"/>
                </a:moveTo>
                <a:lnTo>
                  <a:pt x="56876" y="243596"/>
                </a:lnTo>
                <a:lnTo>
                  <a:pt x="52852" y="242773"/>
                </a:lnTo>
                <a:lnTo>
                  <a:pt x="49103" y="241402"/>
                </a:lnTo>
                <a:lnTo>
                  <a:pt x="45629" y="239664"/>
                </a:lnTo>
                <a:lnTo>
                  <a:pt x="42337" y="237470"/>
                </a:lnTo>
                <a:lnTo>
                  <a:pt x="39411" y="234909"/>
                </a:lnTo>
                <a:lnTo>
                  <a:pt x="36850" y="231983"/>
                </a:lnTo>
                <a:lnTo>
                  <a:pt x="34656" y="228691"/>
                </a:lnTo>
                <a:lnTo>
                  <a:pt x="32918" y="225217"/>
                </a:lnTo>
                <a:lnTo>
                  <a:pt x="31547" y="221468"/>
                </a:lnTo>
                <a:lnTo>
                  <a:pt x="30724" y="217444"/>
                </a:lnTo>
                <a:lnTo>
                  <a:pt x="30450" y="213330"/>
                </a:lnTo>
                <a:lnTo>
                  <a:pt x="30450" y="60990"/>
                </a:lnTo>
                <a:lnTo>
                  <a:pt x="30724" y="56876"/>
                </a:lnTo>
                <a:lnTo>
                  <a:pt x="31547" y="52852"/>
                </a:lnTo>
                <a:lnTo>
                  <a:pt x="32918" y="49103"/>
                </a:lnTo>
                <a:lnTo>
                  <a:pt x="34656" y="45629"/>
                </a:lnTo>
                <a:lnTo>
                  <a:pt x="36850" y="42337"/>
                </a:lnTo>
                <a:lnTo>
                  <a:pt x="39411" y="39411"/>
                </a:lnTo>
                <a:lnTo>
                  <a:pt x="42337" y="36850"/>
                </a:lnTo>
                <a:lnTo>
                  <a:pt x="45629" y="34656"/>
                </a:lnTo>
                <a:lnTo>
                  <a:pt x="49103" y="32918"/>
                </a:lnTo>
                <a:lnTo>
                  <a:pt x="52852" y="31547"/>
                </a:lnTo>
                <a:lnTo>
                  <a:pt x="56876" y="30724"/>
                </a:lnTo>
                <a:lnTo>
                  <a:pt x="60990" y="30450"/>
                </a:lnTo>
                <a:lnTo>
                  <a:pt x="213330" y="30450"/>
                </a:lnTo>
                <a:lnTo>
                  <a:pt x="217444" y="30724"/>
                </a:lnTo>
                <a:lnTo>
                  <a:pt x="221468" y="31547"/>
                </a:lnTo>
                <a:lnTo>
                  <a:pt x="225217" y="32918"/>
                </a:lnTo>
                <a:lnTo>
                  <a:pt x="228691" y="34656"/>
                </a:lnTo>
                <a:lnTo>
                  <a:pt x="231983" y="36850"/>
                </a:lnTo>
                <a:lnTo>
                  <a:pt x="234909" y="39411"/>
                </a:lnTo>
                <a:lnTo>
                  <a:pt x="237470" y="42337"/>
                </a:lnTo>
                <a:lnTo>
                  <a:pt x="239664" y="45629"/>
                </a:lnTo>
                <a:lnTo>
                  <a:pt x="241402" y="49103"/>
                </a:lnTo>
                <a:lnTo>
                  <a:pt x="242773" y="52852"/>
                </a:lnTo>
                <a:lnTo>
                  <a:pt x="243596" y="56876"/>
                </a:lnTo>
                <a:lnTo>
                  <a:pt x="243870" y="60990"/>
                </a:lnTo>
                <a:moveTo>
                  <a:pt x="121890" y="121890"/>
                </a:moveTo>
                <a:lnTo>
                  <a:pt x="335310" y="121890"/>
                </a:lnTo>
                <a:lnTo>
                  <a:pt x="335310" y="335310"/>
                </a:lnTo>
                <a:lnTo>
                  <a:pt x="121890" y="335310"/>
                </a:lnTo>
                <a:lnTo>
                  <a:pt x="121890" y="121890"/>
                </a:lnTo>
                <a:close/>
              </a:path>
            </a:pathLst>
          </a:custGeom>
          <a:noFill/>
          <a:ln w="3048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9032" y="2843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末尾は /.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3355848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隠しフォルダの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.agents と .claude 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コピーされる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2734056"/>
            <a:ext cx="2514600" cy="1819656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734056"/>
            <a:ext cx="73152" cy="1819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291693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310" y="182880"/>
                </a:moveTo>
                <a:lnTo>
                  <a:pt x="331470" y="216804"/>
                </a:lnTo>
                <a:lnTo>
                  <a:pt x="320223" y="248991"/>
                </a:lnTo>
                <a:lnTo>
                  <a:pt x="302026" y="277886"/>
                </a:lnTo>
                <a:lnTo>
                  <a:pt x="277886" y="302026"/>
                </a:lnTo>
                <a:lnTo>
                  <a:pt x="248991" y="320223"/>
                </a:lnTo>
                <a:lnTo>
                  <a:pt x="216804" y="331470"/>
                </a:lnTo>
                <a:lnTo>
                  <a:pt x="182880" y="335310"/>
                </a:lnTo>
                <a:lnTo>
                  <a:pt x="148956" y="331470"/>
                </a:lnTo>
                <a:lnTo>
                  <a:pt x="116769" y="320223"/>
                </a:lnTo>
                <a:lnTo>
                  <a:pt x="87874" y="302026"/>
                </a:lnTo>
                <a:lnTo>
                  <a:pt x="63734" y="277886"/>
                </a:lnTo>
                <a:lnTo>
                  <a:pt x="45537" y="248991"/>
                </a:lnTo>
                <a:lnTo>
                  <a:pt x="34290" y="216804"/>
                </a:lnTo>
                <a:lnTo>
                  <a:pt x="30450" y="182880"/>
                </a:lnTo>
                <a:lnTo>
                  <a:pt x="34290" y="148956"/>
                </a:lnTo>
                <a:lnTo>
                  <a:pt x="45537" y="116769"/>
                </a:lnTo>
                <a:lnTo>
                  <a:pt x="63734" y="87874"/>
                </a:lnTo>
                <a:lnTo>
                  <a:pt x="87874" y="63734"/>
                </a:lnTo>
                <a:lnTo>
                  <a:pt x="116769" y="45537"/>
                </a:lnTo>
                <a:lnTo>
                  <a:pt x="148956" y="34290"/>
                </a:lnTo>
                <a:lnTo>
                  <a:pt x="182880" y="30450"/>
                </a:lnTo>
                <a:lnTo>
                  <a:pt x="216804" y="34290"/>
                </a:lnTo>
                <a:lnTo>
                  <a:pt x="248991" y="45537"/>
                </a:lnTo>
                <a:lnTo>
                  <a:pt x="277886" y="63734"/>
                </a:lnTo>
                <a:lnTo>
                  <a:pt x="302026" y="87874"/>
                </a:lnTo>
                <a:lnTo>
                  <a:pt x="320223" y="116769"/>
                </a:lnTo>
                <a:lnTo>
                  <a:pt x="331470" y="148956"/>
                </a:lnTo>
                <a:lnTo>
                  <a:pt x="335310" y="182880"/>
                </a:lnTo>
                <a:close/>
                <a:moveTo>
                  <a:pt x="182880" y="121890"/>
                </a:moveTo>
                <a:lnTo>
                  <a:pt x="182880" y="182880"/>
                </a:lnTo>
                <a:moveTo>
                  <a:pt x="182880" y="243870"/>
                </a:moveTo>
                <a:lnTo>
                  <a:pt x="183063" y="243870"/>
                </a:lnTo>
              </a:path>
            </a:pathLst>
          </a:custGeom>
          <a:noFill/>
          <a:ln w="3048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2232" y="2843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新規のみ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57600" y="3355848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既存のProjectには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使わない（p.13）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0" y="2734056"/>
            <a:ext cx="2514600" cy="1819656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734056"/>
            <a:ext cx="73152" cy="1819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91693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98150" y="76170"/>
                </a:moveTo>
                <a:lnTo>
                  <a:pt x="320040" y="76170"/>
                </a:lnTo>
                <a:moveTo>
                  <a:pt x="198150" y="182880"/>
                </a:moveTo>
                <a:lnTo>
                  <a:pt x="320040" y="182880"/>
                </a:lnTo>
                <a:moveTo>
                  <a:pt x="198150" y="289590"/>
                </a:moveTo>
                <a:lnTo>
                  <a:pt x="320040" y="289590"/>
                </a:lnTo>
                <a:moveTo>
                  <a:pt x="45720" y="259050"/>
                </a:moveTo>
                <a:lnTo>
                  <a:pt x="76170" y="289590"/>
                </a:lnTo>
                <a:lnTo>
                  <a:pt x="137160" y="228600"/>
                </a:lnTo>
                <a:moveTo>
                  <a:pt x="45720" y="106710"/>
                </a:moveTo>
                <a:lnTo>
                  <a:pt x="76170" y="137160"/>
                </a:lnTo>
                <a:lnTo>
                  <a:pt x="137160" y="76170"/>
                </a:lnTo>
              </a:path>
            </a:pathLst>
          </a:custGeom>
          <a:noFill/>
          <a:ln w="3048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2843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動作確認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800" y="3355848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新しいProjectを開き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Skillの一覧を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確かめる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準備する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既存のProjectで使う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導入用のSkillを指定して頼む（上はCodex、下はClaude Code）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70992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47088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$bootstrap-development-harness このProjectに導入して</a:t>
            </a:r>
            <a:endParaRPr lang="en-US" sz="160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/bootstrap-development-harness このProjectに導入して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734056"/>
            <a:ext cx="2514600" cy="1819656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734056"/>
            <a:ext cx="73152" cy="1819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1693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20040" y="320040"/>
                </a:moveTo>
                <a:lnTo>
                  <a:pt x="253929" y="253929"/>
                </a:lnTo>
                <a:moveTo>
                  <a:pt x="289590" y="167610"/>
                </a:moveTo>
                <a:lnTo>
                  <a:pt x="286482" y="194767"/>
                </a:lnTo>
                <a:lnTo>
                  <a:pt x="277520" y="220553"/>
                </a:lnTo>
                <a:lnTo>
                  <a:pt x="262981" y="243688"/>
                </a:lnTo>
                <a:lnTo>
                  <a:pt x="243688" y="262981"/>
                </a:lnTo>
                <a:lnTo>
                  <a:pt x="220553" y="277520"/>
                </a:lnTo>
                <a:lnTo>
                  <a:pt x="194767" y="286482"/>
                </a:lnTo>
                <a:lnTo>
                  <a:pt x="167610" y="289590"/>
                </a:lnTo>
                <a:lnTo>
                  <a:pt x="140543" y="286482"/>
                </a:lnTo>
                <a:lnTo>
                  <a:pt x="114757" y="277520"/>
                </a:lnTo>
                <a:lnTo>
                  <a:pt x="91623" y="262981"/>
                </a:lnTo>
                <a:lnTo>
                  <a:pt x="72329" y="243688"/>
                </a:lnTo>
                <a:lnTo>
                  <a:pt x="57790" y="220553"/>
                </a:lnTo>
                <a:lnTo>
                  <a:pt x="48738" y="194767"/>
                </a:lnTo>
                <a:lnTo>
                  <a:pt x="45720" y="167610"/>
                </a:lnTo>
                <a:lnTo>
                  <a:pt x="48738" y="140543"/>
                </a:lnTo>
                <a:lnTo>
                  <a:pt x="57790" y="114757"/>
                </a:lnTo>
                <a:lnTo>
                  <a:pt x="72329" y="91623"/>
                </a:lnTo>
                <a:lnTo>
                  <a:pt x="91623" y="72329"/>
                </a:lnTo>
                <a:lnTo>
                  <a:pt x="114757" y="57790"/>
                </a:lnTo>
                <a:lnTo>
                  <a:pt x="140543" y="48738"/>
                </a:lnTo>
                <a:lnTo>
                  <a:pt x="167610" y="45720"/>
                </a:lnTo>
                <a:lnTo>
                  <a:pt x="194767" y="48738"/>
                </a:lnTo>
                <a:lnTo>
                  <a:pt x="220553" y="57790"/>
                </a:lnTo>
                <a:lnTo>
                  <a:pt x="243688" y="72329"/>
                </a:lnTo>
                <a:lnTo>
                  <a:pt x="262981" y="91623"/>
                </a:lnTo>
                <a:lnTo>
                  <a:pt x="277520" y="114757"/>
                </a:lnTo>
                <a:lnTo>
                  <a:pt x="286482" y="140543"/>
                </a:lnTo>
                <a:lnTo>
                  <a:pt x="289590" y="167610"/>
                </a:lnTo>
                <a:close/>
              </a:path>
            </a:pathLst>
          </a:custGeom>
          <a:noFill/>
          <a:ln w="3048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9032" y="2843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調べる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3355848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AIが既存の構成・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規則・文書を読む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2734056"/>
            <a:ext cx="2514600" cy="1819656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734056"/>
            <a:ext cx="73152" cy="1819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291693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91440" y="335310"/>
                </a:moveTo>
                <a:lnTo>
                  <a:pt x="88057" y="335128"/>
                </a:lnTo>
                <a:lnTo>
                  <a:pt x="84673" y="334488"/>
                </a:lnTo>
                <a:lnTo>
                  <a:pt x="81382" y="333573"/>
                </a:lnTo>
                <a:lnTo>
                  <a:pt x="78181" y="332293"/>
                </a:lnTo>
                <a:lnTo>
                  <a:pt x="75255" y="330647"/>
                </a:lnTo>
                <a:lnTo>
                  <a:pt x="72420" y="328635"/>
                </a:lnTo>
                <a:lnTo>
                  <a:pt x="69860" y="326349"/>
                </a:lnTo>
                <a:lnTo>
                  <a:pt x="67574" y="323789"/>
                </a:lnTo>
                <a:lnTo>
                  <a:pt x="65654" y="321046"/>
                </a:lnTo>
                <a:lnTo>
                  <a:pt x="64008" y="318028"/>
                </a:lnTo>
                <a:lnTo>
                  <a:pt x="62636" y="314828"/>
                </a:lnTo>
                <a:lnTo>
                  <a:pt x="61722" y="311628"/>
                </a:lnTo>
                <a:lnTo>
                  <a:pt x="61173" y="308244"/>
                </a:lnTo>
                <a:lnTo>
                  <a:pt x="60990" y="304770"/>
                </a:lnTo>
                <a:lnTo>
                  <a:pt x="60990" y="60990"/>
                </a:lnTo>
                <a:lnTo>
                  <a:pt x="61173" y="57516"/>
                </a:lnTo>
                <a:lnTo>
                  <a:pt x="61722" y="54132"/>
                </a:lnTo>
                <a:lnTo>
                  <a:pt x="62636" y="50932"/>
                </a:lnTo>
                <a:lnTo>
                  <a:pt x="64008" y="47732"/>
                </a:lnTo>
                <a:lnTo>
                  <a:pt x="65654" y="44714"/>
                </a:lnTo>
                <a:lnTo>
                  <a:pt x="67574" y="41971"/>
                </a:lnTo>
                <a:lnTo>
                  <a:pt x="69860" y="39411"/>
                </a:lnTo>
                <a:lnTo>
                  <a:pt x="72420" y="37125"/>
                </a:lnTo>
                <a:lnTo>
                  <a:pt x="75255" y="35113"/>
                </a:lnTo>
                <a:lnTo>
                  <a:pt x="78181" y="33467"/>
                </a:lnTo>
                <a:lnTo>
                  <a:pt x="81382" y="32187"/>
                </a:lnTo>
                <a:lnTo>
                  <a:pt x="84673" y="31272"/>
                </a:lnTo>
                <a:lnTo>
                  <a:pt x="88057" y="30632"/>
                </a:lnTo>
                <a:lnTo>
                  <a:pt x="91440" y="30450"/>
                </a:lnTo>
                <a:lnTo>
                  <a:pt x="213330" y="30450"/>
                </a:lnTo>
                <a:lnTo>
                  <a:pt x="215433" y="30541"/>
                </a:lnTo>
                <a:lnTo>
                  <a:pt x="217444" y="30724"/>
                </a:lnTo>
                <a:lnTo>
                  <a:pt x="219547" y="30998"/>
                </a:lnTo>
                <a:lnTo>
                  <a:pt x="221559" y="31364"/>
                </a:lnTo>
                <a:lnTo>
                  <a:pt x="223571" y="31913"/>
                </a:lnTo>
                <a:lnTo>
                  <a:pt x="225491" y="32553"/>
                </a:lnTo>
                <a:lnTo>
                  <a:pt x="227411" y="33284"/>
                </a:lnTo>
                <a:lnTo>
                  <a:pt x="229332" y="34107"/>
                </a:lnTo>
                <a:lnTo>
                  <a:pt x="231160" y="35022"/>
                </a:lnTo>
                <a:lnTo>
                  <a:pt x="232898" y="36119"/>
                </a:lnTo>
                <a:lnTo>
                  <a:pt x="234635" y="37216"/>
                </a:lnTo>
                <a:lnTo>
                  <a:pt x="236281" y="38496"/>
                </a:lnTo>
                <a:lnTo>
                  <a:pt x="237835" y="39776"/>
                </a:lnTo>
                <a:lnTo>
                  <a:pt x="239298" y="41239"/>
                </a:lnTo>
                <a:lnTo>
                  <a:pt x="293980" y="95921"/>
                </a:lnTo>
                <a:lnTo>
                  <a:pt x="295443" y="97384"/>
                </a:lnTo>
                <a:lnTo>
                  <a:pt x="296723" y="99030"/>
                </a:lnTo>
                <a:lnTo>
                  <a:pt x="298003" y="100675"/>
                </a:lnTo>
                <a:lnTo>
                  <a:pt x="299192" y="102321"/>
                </a:lnTo>
                <a:lnTo>
                  <a:pt x="300198" y="104150"/>
                </a:lnTo>
                <a:lnTo>
                  <a:pt x="301203" y="105979"/>
                </a:lnTo>
                <a:lnTo>
                  <a:pt x="302026" y="107808"/>
                </a:lnTo>
                <a:lnTo>
                  <a:pt x="302758" y="109728"/>
                </a:lnTo>
                <a:lnTo>
                  <a:pt x="303398" y="111740"/>
                </a:lnTo>
                <a:lnTo>
                  <a:pt x="303855" y="113751"/>
                </a:lnTo>
                <a:lnTo>
                  <a:pt x="304312" y="115763"/>
                </a:lnTo>
                <a:lnTo>
                  <a:pt x="304587" y="117775"/>
                </a:lnTo>
                <a:lnTo>
                  <a:pt x="304770" y="119878"/>
                </a:lnTo>
                <a:lnTo>
                  <a:pt x="304770" y="121890"/>
                </a:lnTo>
                <a:lnTo>
                  <a:pt x="304770" y="304770"/>
                </a:lnTo>
                <a:lnTo>
                  <a:pt x="304587" y="308244"/>
                </a:lnTo>
                <a:lnTo>
                  <a:pt x="304038" y="311628"/>
                </a:lnTo>
                <a:lnTo>
                  <a:pt x="303124" y="314828"/>
                </a:lnTo>
                <a:lnTo>
                  <a:pt x="301752" y="318028"/>
                </a:lnTo>
                <a:lnTo>
                  <a:pt x="300106" y="321046"/>
                </a:lnTo>
                <a:lnTo>
                  <a:pt x="298186" y="323789"/>
                </a:lnTo>
                <a:lnTo>
                  <a:pt x="295900" y="326349"/>
                </a:lnTo>
                <a:lnTo>
                  <a:pt x="293340" y="328635"/>
                </a:lnTo>
                <a:lnTo>
                  <a:pt x="290505" y="330647"/>
                </a:lnTo>
                <a:lnTo>
                  <a:pt x="287579" y="332293"/>
                </a:lnTo>
                <a:lnTo>
                  <a:pt x="284378" y="333573"/>
                </a:lnTo>
                <a:lnTo>
                  <a:pt x="281087" y="334488"/>
                </a:lnTo>
                <a:lnTo>
                  <a:pt x="277703" y="335128"/>
                </a:lnTo>
                <a:lnTo>
                  <a:pt x="274320" y="335310"/>
                </a:lnTo>
                <a:lnTo>
                  <a:pt x="91440" y="335310"/>
                </a:lnTo>
                <a:close/>
                <a:moveTo>
                  <a:pt x="213330" y="30450"/>
                </a:moveTo>
                <a:lnTo>
                  <a:pt x="213330" y="106710"/>
                </a:lnTo>
                <a:lnTo>
                  <a:pt x="213421" y="108356"/>
                </a:lnTo>
                <a:lnTo>
                  <a:pt x="213787" y="110094"/>
                </a:lnTo>
                <a:lnTo>
                  <a:pt x="214244" y="111740"/>
                </a:lnTo>
                <a:lnTo>
                  <a:pt x="214884" y="113294"/>
                </a:lnTo>
                <a:lnTo>
                  <a:pt x="215707" y="114757"/>
                </a:lnTo>
                <a:lnTo>
                  <a:pt x="216713" y="116220"/>
                </a:lnTo>
                <a:lnTo>
                  <a:pt x="217810" y="117500"/>
                </a:lnTo>
                <a:lnTo>
                  <a:pt x="219090" y="118598"/>
                </a:lnTo>
                <a:lnTo>
                  <a:pt x="220462" y="119604"/>
                </a:lnTo>
                <a:lnTo>
                  <a:pt x="222016" y="120426"/>
                </a:lnTo>
                <a:lnTo>
                  <a:pt x="223571" y="121067"/>
                </a:lnTo>
                <a:lnTo>
                  <a:pt x="225217" y="121524"/>
                </a:lnTo>
                <a:lnTo>
                  <a:pt x="226863" y="121798"/>
                </a:lnTo>
                <a:lnTo>
                  <a:pt x="228600" y="121890"/>
                </a:lnTo>
                <a:lnTo>
                  <a:pt x="304770" y="121890"/>
                </a:lnTo>
                <a:moveTo>
                  <a:pt x="152430" y="137160"/>
                </a:moveTo>
                <a:lnTo>
                  <a:pt x="121890" y="137160"/>
                </a:lnTo>
                <a:moveTo>
                  <a:pt x="243870" y="198150"/>
                </a:moveTo>
                <a:lnTo>
                  <a:pt x="121890" y="198150"/>
                </a:lnTo>
                <a:moveTo>
                  <a:pt x="243870" y="259050"/>
                </a:moveTo>
                <a:lnTo>
                  <a:pt x="121890" y="259050"/>
                </a:lnTo>
              </a:path>
            </a:pathLst>
          </a:custGeom>
          <a:noFill/>
          <a:ln w="3048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2232" y="2843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提案する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57600" y="3355848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AIがREADMEと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AGENTS.mdの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案を出す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0" y="2734056"/>
            <a:ext cx="2514600" cy="1819656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734056"/>
            <a:ext cx="73152" cy="1819656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91693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43870" y="167610"/>
                </a:moveTo>
                <a:lnTo>
                  <a:pt x="274320" y="198150"/>
                </a:lnTo>
                <a:lnTo>
                  <a:pt x="335310" y="137160"/>
                </a:lnTo>
                <a:moveTo>
                  <a:pt x="243870" y="320040"/>
                </a:moveTo>
                <a:lnTo>
                  <a:pt x="243870" y="289590"/>
                </a:lnTo>
                <a:lnTo>
                  <a:pt x="243413" y="282732"/>
                </a:lnTo>
                <a:lnTo>
                  <a:pt x="242316" y="275966"/>
                </a:lnTo>
                <a:lnTo>
                  <a:pt x="240396" y="269382"/>
                </a:lnTo>
                <a:lnTo>
                  <a:pt x="237835" y="263073"/>
                </a:lnTo>
                <a:lnTo>
                  <a:pt x="234452" y="257129"/>
                </a:lnTo>
                <a:lnTo>
                  <a:pt x="230520" y="251551"/>
                </a:lnTo>
                <a:lnTo>
                  <a:pt x="225948" y="246431"/>
                </a:lnTo>
                <a:lnTo>
                  <a:pt x="220919" y="241859"/>
                </a:lnTo>
                <a:lnTo>
                  <a:pt x="215341" y="237927"/>
                </a:lnTo>
                <a:lnTo>
                  <a:pt x="209306" y="234635"/>
                </a:lnTo>
                <a:lnTo>
                  <a:pt x="202997" y="231983"/>
                </a:lnTo>
                <a:lnTo>
                  <a:pt x="196413" y="230154"/>
                </a:lnTo>
                <a:lnTo>
                  <a:pt x="189738" y="228966"/>
                </a:lnTo>
                <a:lnTo>
                  <a:pt x="182880" y="228600"/>
                </a:lnTo>
                <a:lnTo>
                  <a:pt x="91440" y="228600"/>
                </a:lnTo>
                <a:lnTo>
                  <a:pt x="84582" y="228966"/>
                </a:lnTo>
                <a:lnTo>
                  <a:pt x="77907" y="230154"/>
                </a:lnTo>
                <a:lnTo>
                  <a:pt x="71323" y="231983"/>
                </a:lnTo>
                <a:lnTo>
                  <a:pt x="65014" y="234635"/>
                </a:lnTo>
                <a:lnTo>
                  <a:pt x="58979" y="237927"/>
                </a:lnTo>
                <a:lnTo>
                  <a:pt x="53401" y="241859"/>
                </a:lnTo>
                <a:lnTo>
                  <a:pt x="48372" y="246431"/>
                </a:lnTo>
                <a:lnTo>
                  <a:pt x="43800" y="251551"/>
                </a:lnTo>
                <a:lnTo>
                  <a:pt x="39868" y="257129"/>
                </a:lnTo>
                <a:lnTo>
                  <a:pt x="36485" y="263073"/>
                </a:lnTo>
                <a:lnTo>
                  <a:pt x="33924" y="269382"/>
                </a:lnTo>
                <a:lnTo>
                  <a:pt x="32004" y="275966"/>
                </a:lnTo>
                <a:lnTo>
                  <a:pt x="30907" y="282732"/>
                </a:lnTo>
                <a:lnTo>
                  <a:pt x="30450" y="289590"/>
                </a:lnTo>
                <a:lnTo>
                  <a:pt x="30450" y="320040"/>
                </a:lnTo>
                <a:moveTo>
                  <a:pt x="198150" y="106710"/>
                </a:moveTo>
                <a:lnTo>
                  <a:pt x="196596" y="120244"/>
                </a:lnTo>
                <a:lnTo>
                  <a:pt x="192115" y="133137"/>
                </a:lnTo>
                <a:lnTo>
                  <a:pt x="184800" y="144658"/>
                </a:lnTo>
                <a:lnTo>
                  <a:pt x="175199" y="154351"/>
                </a:lnTo>
                <a:lnTo>
                  <a:pt x="163586" y="161574"/>
                </a:lnTo>
                <a:lnTo>
                  <a:pt x="150693" y="166146"/>
                </a:lnTo>
                <a:lnTo>
                  <a:pt x="137160" y="167610"/>
                </a:lnTo>
                <a:lnTo>
                  <a:pt x="123627" y="166146"/>
                </a:lnTo>
                <a:lnTo>
                  <a:pt x="110734" y="161574"/>
                </a:lnTo>
                <a:lnTo>
                  <a:pt x="99121" y="154351"/>
                </a:lnTo>
                <a:lnTo>
                  <a:pt x="89520" y="144658"/>
                </a:lnTo>
                <a:lnTo>
                  <a:pt x="82205" y="133137"/>
                </a:lnTo>
                <a:lnTo>
                  <a:pt x="77724" y="120244"/>
                </a:lnTo>
                <a:lnTo>
                  <a:pt x="76170" y="106710"/>
                </a:lnTo>
                <a:lnTo>
                  <a:pt x="77724" y="93086"/>
                </a:lnTo>
                <a:lnTo>
                  <a:pt x="82205" y="80193"/>
                </a:lnTo>
                <a:lnTo>
                  <a:pt x="89520" y="68671"/>
                </a:lnTo>
                <a:lnTo>
                  <a:pt x="99121" y="58979"/>
                </a:lnTo>
                <a:lnTo>
                  <a:pt x="110734" y="51755"/>
                </a:lnTo>
                <a:lnTo>
                  <a:pt x="123627" y="47274"/>
                </a:lnTo>
                <a:lnTo>
                  <a:pt x="137160" y="45720"/>
                </a:lnTo>
                <a:lnTo>
                  <a:pt x="150693" y="47274"/>
                </a:lnTo>
                <a:lnTo>
                  <a:pt x="163586" y="51755"/>
                </a:lnTo>
                <a:lnTo>
                  <a:pt x="175199" y="58979"/>
                </a:lnTo>
                <a:lnTo>
                  <a:pt x="184800" y="68671"/>
                </a:lnTo>
                <a:lnTo>
                  <a:pt x="192115" y="80193"/>
                </a:lnTo>
                <a:lnTo>
                  <a:pt x="196596" y="93086"/>
                </a:lnTo>
                <a:lnTo>
                  <a:pt x="198150" y="106710"/>
                </a:lnTo>
                <a:close/>
              </a:path>
            </a:pathLst>
          </a:custGeom>
          <a:noFill/>
          <a:ln w="3048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2843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確認する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800" y="3355848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あなたが確認して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から反映する。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既存は移動しない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準備する｜PRESENTATION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資料作成の準備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44168"/>
            <a:ext cx="365760" cy="36576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325880"/>
            <a:ext cx="18565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Skillを登録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182478" y="1362456"/>
            <a:ext cx="55043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presentation/ をProject直下に置いて1回実行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1783080"/>
            <a:ext cx="7452360" cy="548640"/>
          </a:xfrm>
          <a:prstGeom prst="roundRect">
            <a:avLst>
              <a:gd name="adj" fmla="val 10000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92024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./presentation/scripts/setup-skills.sh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496312"/>
            <a:ext cx="365760" cy="36576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478024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生成ツールを入れる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61688" y="251460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Node.js 20以上が必要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34440" y="2935224"/>
            <a:ext cx="7452360" cy="822960"/>
          </a:xfrm>
          <a:prstGeom prst="roundRect">
            <a:avLst>
              <a:gd name="adj" fmla="val 6667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072384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presentation/harness</a:t>
            </a:r>
            <a:endParaRPr lang="en-US" sz="160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ci &amp;&amp; npm run self-validate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922776"/>
            <a:ext cx="365760" cy="36576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904488"/>
            <a:ext cx="2401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表示確認の準備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727704" y="3941064"/>
            <a:ext cx="4959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LibreOfficeを入れる（全ページを画像にする）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準備する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準備ができたかを確認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8001000" cy="402336"/>
          </a:xfrm>
          <a:prstGeom prst="roundRect">
            <a:avLst>
              <a:gd name="adj" fmla="val 11364"/>
            </a:avLst>
          </a:prstGeom>
          <a:solidFill>
            <a:srgbClr val="F5F7FA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3807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09728" y="146304"/>
                </a:moveTo>
                <a:lnTo>
                  <a:pt x="134142" y="170718"/>
                </a:lnTo>
                <a:lnTo>
                  <a:pt x="182880" y="121890"/>
                </a:lnTo>
                <a:moveTo>
                  <a:pt x="268194" y="146304"/>
                </a:moveTo>
                <a:lnTo>
                  <a:pt x="265176" y="173462"/>
                </a:lnTo>
                <a:lnTo>
                  <a:pt x="256123" y="199248"/>
                </a:lnTo>
                <a:lnTo>
                  <a:pt x="241584" y="222291"/>
                </a:lnTo>
                <a:lnTo>
                  <a:pt x="222291" y="241584"/>
                </a:lnTo>
                <a:lnTo>
                  <a:pt x="199248" y="256123"/>
                </a:lnTo>
                <a:lnTo>
                  <a:pt x="173462" y="265176"/>
                </a:lnTo>
                <a:lnTo>
                  <a:pt x="146304" y="268194"/>
                </a:lnTo>
                <a:lnTo>
                  <a:pt x="119146" y="265176"/>
                </a:lnTo>
                <a:lnTo>
                  <a:pt x="93360" y="256123"/>
                </a:lnTo>
                <a:lnTo>
                  <a:pt x="70317" y="241584"/>
                </a:lnTo>
                <a:lnTo>
                  <a:pt x="51024" y="222291"/>
                </a:lnTo>
                <a:lnTo>
                  <a:pt x="36485" y="199248"/>
                </a:lnTo>
                <a:lnTo>
                  <a:pt x="27432" y="173462"/>
                </a:lnTo>
                <a:lnTo>
                  <a:pt x="24414" y="146304"/>
                </a:lnTo>
                <a:lnTo>
                  <a:pt x="27432" y="119146"/>
                </a:lnTo>
                <a:lnTo>
                  <a:pt x="36485" y="93360"/>
                </a:lnTo>
                <a:lnTo>
                  <a:pt x="51024" y="70317"/>
                </a:lnTo>
                <a:lnTo>
                  <a:pt x="70317" y="51024"/>
                </a:lnTo>
                <a:lnTo>
                  <a:pt x="93360" y="36485"/>
                </a:lnTo>
                <a:lnTo>
                  <a:pt x="119146" y="27432"/>
                </a:lnTo>
                <a:lnTo>
                  <a:pt x="146304" y="24414"/>
                </a:lnTo>
                <a:lnTo>
                  <a:pt x="173462" y="27432"/>
                </a:lnTo>
                <a:lnTo>
                  <a:pt x="199248" y="36485"/>
                </a:lnTo>
                <a:lnTo>
                  <a:pt x="222291" y="51024"/>
                </a:lnTo>
                <a:lnTo>
                  <a:pt x="241584" y="70317"/>
                </a:lnTo>
                <a:lnTo>
                  <a:pt x="256123" y="93360"/>
                </a:lnTo>
                <a:lnTo>
                  <a:pt x="265176" y="119146"/>
                </a:lnTo>
                <a:lnTo>
                  <a:pt x="268194" y="146304"/>
                </a:lnTo>
                <a:close/>
              </a:path>
            </a:pathLst>
          </a:custGeom>
          <a:noFill/>
          <a:ln w="24384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325880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対象のProjectをCodexかClaude Codeで開ける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773936"/>
            <a:ext cx="80010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82880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09728" y="146304"/>
                </a:moveTo>
                <a:lnTo>
                  <a:pt x="134142" y="170718"/>
                </a:lnTo>
                <a:lnTo>
                  <a:pt x="182880" y="121890"/>
                </a:lnTo>
                <a:moveTo>
                  <a:pt x="268194" y="146304"/>
                </a:moveTo>
                <a:lnTo>
                  <a:pt x="265176" y="173462"/>
                </a:lnTo>
                <a:lnTo>
                  <a:pt x="256123" y="199248"/>
                </a:lnTo>
                <a:lnTo>
                  <a:pt x="241584" y="222291"/>
                </a:lnTo>
                <a:lnTo>
                  <a:pt x="222291" y="241584"/>
                </a:lnTo>
                <a:lnTo>
                  <a:pt x="199248" y="256123"/>
                </a:lnTo>
                <a:lnTo>
                  <a:pt x="173462" y="265176"/>
                </a:lnTo>
                <a:lnTo>
                  <a:pt x="146304" y="268194"/>
                </a:lnTo>
                <a:lnTo>
                  <a:pt x="119146" y="265176"/>
                </a:lnTo>
                <a:lnTo>
                  <a:pt x="93360" y="256123"/>
                </a:lnTo>
                <a:lnTo>
                  <a:pt x="70317" y="241584"/>
                </a:lnTo>
                <a:lnTo>
                  <a:pt x="51024" y="222291"/>
                </a:lnTo>
                <a:lnTo>
                  <a:pt x="36485" y="199248"/>
                </a:lnTo>
                <a:lnTo>
                  <a:pt x="27432" y="173462"/>
                </a:lnTo>
                <a:lnTo>
                  <a:pt x="24414" y="146304"/>
                </a:lnTo>
                <a:lnTo>
                  <a:pt x="27432" y="119146"/>
                </a:lnTo>
                <a:lnTo>
                  <a:pt x="36485" y="93360"/>
                </a:lnTo>
                <a:lnTo>
                  <a:pt x="51024" y="70317"/>
                </a:lnTo>
                <a:lnTo>
                  <a:pt x="70317" y="51024"/>
                </a:lnTo>
                <a:lnTo>
                  <a:pt x="93360" y="36485"/>
                </a:lnTo>
                <a:lnTo>
                  <a:pt x="119146" y="27432"/>
                </a:lnTo>
                <a:lnTo>
                  <a:pt x="146304" y="24414"/>
                </a:lnTo>
                <a:lnTo>
                  <a:pt x="173462" y="27432"/>
                </a:lnTo>
                <a:lnTo>
                  <a:pt x="199248" y="36485"/>
                </a:lnTo>
                <a:lnTo>
                  <a:pt x="222291" y="51024"/>
                </a:lnTo>
                <a:lnTo>
                  <a:pt x="241584" y="70317"/>
                </a:lnTo>
                <a:lnTo>
                  <a:pt x="256123" y="93360"/>
                </a:lnTo>
                <a:lnTo>
                  <a:pt x="265176" y="119146"/>
                </a:lnTo>
                <a:lnTo>
                  <a:pt x="268194" y="146304"/>
                </a:lnTo>
                <a:close/>
              </a:path>
            </a:pathLst>
          </a:custGeom>
          <a:noFill/>
          <a:ln w="24384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77393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AGENTS.mdと担当領域のREADMEを読んだ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221992"/>
            <a:ext cx="8001000" cy="402336"/>
          </a:xfrm>
          <a:prstGeom prst="roundRect">
            <a:avLst>
              <a:gd name="adj" fmla="val 11364"/>
            </a:avLst>
          </a:prstGeom>
          <a:solidFill>
            <a:srgbClr val="F5F7FA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27685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09728" y="146304"/>
                </a:moveTo>
                <a:lnTo>
                  <a:pt x="134142" y="170718"/>
                </a:lnTo>
                <a:lnTo>
                  <a:pt x="182880" y="121890"/>
                </a:lnTo>
                <a:moveTo>
                  <a:pt x="268194" y="146304"/>
                </a:moveTo>
                <a:lnTo>
                  <a:pt x="265176" y="173462"/>
                </a:lnTo>
                <a:lnTo>
                  <a:pt x="256123" y="199248"/>
                </a:lnTo>
                <a:lnTo>
                  <a:pt x="241584" y="222291"/>
                </a:lnTo>
                <a:lnTo>
                  <a:pt x="222291" y="241584"/>
                </a:lnTo>
                <a:lnTo>
                  <a:pt x="199248" y="256123"/>
                </a:lnTo>
                <a:lnTo>
                  <a:pt x="173462" y="265176"/>
                </a:lnTo>
                <a:lnTo>
                  <a:pt x="146304" y="268194"/>
                </a:lnTo>
                <a:lnTo>
                  <a:pt x="119146" y="265176"/>
                </a:lnTo>
                <a:lnTo>
                  <a:pt x="93360" y="256123"/>
                </a:lnTo>
                <a:lnTo>
                  <a:pt x="70317" y="241584"/>
                </a:lnTo>
                <a:lnTo>
                  <a:pt x="51024" y="222291"/>
                </a:lnTo>
                <a:lnTo>
                  <a:pt x="36485" y="199248"/>
                </a:lnTo>
                <a:lnTo>
                  <a:pt x="27432" y="173462"/>
                </a:lnTo>
                <a:lnTo>
                  <a:pt x="24414" y="146304"/>
                </a:lnTo>
                <a:lnTo>
                  <a:pt x="27432" y="119146"/>
                </a:lnTo>
                <a:lnTo>
                  <a:pt x="36485" y="93360"/>
                </a:lnTo>
                <a:lnTo>
                  <a:pt x="51024" y="70317"/>
                </a:lnTo>
                <a:lnTo>
                  <a:pt x="70317" y="51024"/>
                </a:lnTo>
                <a:lnTo>
                  <a:pt x="93360" y="36485"/>
                </a:lnTo>
                <a:lnTo>
                  <a:pt x="119146" y="27432"/>
                </a:lnTo>
                <a:lnTo>
                  <a:pt x="146304" y="24414"/>
                </a:lnTo>
                <a:lnTo>
                  <a:pt x="173462" y="27432"/>
                </a:lnTo>
                <a:lnTo>
                  <a:pt x="199248" y="36485"/>
                </a:lnTo>
                <a:lnTo>
                  <a:pt x="222291" y="51024"/>
                </a:lnTo>
                <a:lnTo>
                  <a:pt x="241584" y="70317"/>
                </a:lnTo>
                <a:lnTo>
                  <a:pt x="256123" y="93360"/>
                </a:lnTo>
                <a:lnTo>
                  <a:pt x="265176" y="119146"/>
                </a:lnTo>
                <a:lnTo>
                  <a:pt x="268194" y="146304"/>
                </a:lnTo>
                <a:close/>
              </a:path>
            </a:pathLst>
          </a:custGeom>
          <a:noFill/>
          <a:ln w="24384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22199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使うSkillが一覧に出る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2670048"/>
            <a:ext cx="80010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72491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09728" y="146304"/>
                </a:moveTo>
                <a:lnTo>
                  <a:pt x="134142" y="170718"/>
                </a:lnTo>
                <a:lnTo>
                  <a:pt x="182880" y="121890"/>
                </a:lnTo>
                <a:moveTo>
                  <a:pt x="268194" y="146304"/>
                </a:moveTo>
                <a:lnTo>
                  <a:pt x="265176" y="173462"/>
                </a:lnTo>
                <a:lnTo>
                  <a:pt x="256123" y="199248"/>
                </a:lnTo>
                <a:lnTo>
                  <a:pt x="241584" y="222291"/>
                </a:lnTo>
                <a:lnTo>
                  <a:pt x="222291" y="241584"/>
                </a:lnTo>
                <a:lnTo>
                  <a:pt x="199248" y="256123"/>
                </a:lnTo>
                <a:lnTo>
                  <a:pt x="173462" y="265176"/>
                </a:lnTo>
                <a:lnTo>
                  <a:pt x="146304" y="268194"/>
                </a:lnTo>
                <a:lnTo>
                  <a:pt x="119146" y="265176"/>
                </a:lnTo>
                <a:lnTo>
                  <a:pt x="93360" y="256123"/>
                </a:lnTo>
                <a:lnTo>
                  <a:pt x="70317" y="241584"/>
                </a:lnTo>
                <a:lnTo>
                  <a:pt x="51024" y="222291"/>
                </a:lnTo>
                <a:lnTo>
                  <a:pt x="36485" y="199248"/>
                </a:lnTo>
                <a:lnTo>
                  <a:pt x="27432" y="173462"/>
                </a:lnTo>
                <a:lnTo>
                  <a:pt x="24414" y="146304"/>
                </a:lnTo>
                <a:lnTo>
                  <a:pt x="27432" y="119146"/>
                </a:lnTo>
                <a:lnTo>
                  <a:pt x="36485" y="93360"/>
                </a:lnTo>
                <a:lnTo>
                  <a:pt x="51024" y="70317"/>
                </a:lnTo>
                <a:lnTo>
                  <a:pt x="70317" y="51024"/>
                </a:lnTo>
                <a:lnTo>
                  <a:pt x="93360" y="36485"/>
                </a:lnTo>
                <a:lnTo>
                  <a:pt x="119146" y="27432"/>
                </a:lnTo>
                <a:lnTo>
                  <a:pt x="146304" y="24414"/>
                </a:lnTo>
                <a:lnTo>
                  <a:pt x="173462" y="27432"/>
                </a:lnTo>
                <a:lnTo>
                  <a:pt x="199248" y="36485"/>
                </a:lnTo>
                <a:lnTo>
                  <a:pt x="222291" y="51024"/>
                </a:lnTo>
                <a:lnTo>
                  <a:pt x="241584" y="70317"/>
                </a:lnTo>
                <a:lnTo>
                  <a:pt x="256123" y="93360"/>
                </a:lnTo>
                <a:lnTo>
                  <a:pt x="265176" y="119146"/>
                </a:lnTo>
                <a:lnTo>
                  <a:pt x="268194" y="146304"/>
                </a:lnTo>
                <a:close/>
              </a:path>
            </a:pathLst>
          </a:custGeom>
          <a:noFill/>
          <a:ln w="24384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2670048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既存のProjectでは、導入の提案を確認した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118104"/>
            <a:ext cx="8001000" cy="402336"/>
          </a:xfrm>
          <a:prstGeom prst="roundRect">
            <a:avLst>
              <a:gd name="adj" fmla="val 11364"/>
            </a:avLst>
          </a:prstGeom>
          <a:solidFill>
            <a:srgbClr val="F5F7FA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172968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09728" y="146304"/>
                </a:moveTo>
                <a:lnTo>
                  <a:pt x="134142" y="170718"/>
                </a:lnTo>
                <a:lnTo>
                  <a:pt x="182880" y="121890"/>
                </a:lnTo>
                <a:moveTo>
                  <a:pt x="268194" y="146304"/>
                </a:moveTo>
                <a:lnTo>
                  <a:pt x="265176" y="173462"/>
                </a:lnTo>
                <a:lnTo>
                  <a:pt x="256123" y="199248"/>
                </a:lnTo>
                <a:lnTo>
                  <a:pt x="241584" y="222291"/>
                </a:lnTo>
                <a:lnTo>
                  <a:pt x="222291" y="241584"/>
                </a:lnTo>
                <a:lnTo>
                  <a:pt x="199248" y="256123"/>
                </a:lnTo>
                <a:lnTo>
                  <a:pt x="173462" y="265176"/>
                </a:lnTo>
                <a:lnTo>
                  <a:pt x="146304" y="268194"/>
                </a:lnTo>
                <a:lnTo>
                  <a:pt x="119146" y="265176"/>
                </a:lnTo>
                <a:lnTo>
                  <a:pt x="93360" y="256123"/>
                </a:lnTo>
                <a:lnTo>
                  <a:pt x="70317" y="241584"/>
                </a:lnTo>
                <a:lnTo>
                  <a:pt x="51024" y="222291"/>
                </a:lnTo>
                <a:lnTo>
                  <a:pt x="36485" y="199248"/>
                </a:lnTo>
                <a:lnTo>
                  <a:pt x="27432" y="173462"/>
                </a:lnTo>
                <a:lnTo>
                  <a:pt x="24414" y="146304"/>
                </a:lnTo>
                <a:lnTo>
                  <a:pt x="27432" y="119146"/>
                </a:lnTo>
                <a:lnTo>
                  <a:pt x="36485" y="93360"/>
                </a:lnTo>
                <a:lnTo>
                  <a:pt x="51024" y="70317"/>
                </a:lnTo>
                <a:lnTo>
                  <a:pt x="70317" y="51024"/>
                </a:lnTo>
                <a:lnTo>
                  <a:pt x="93360" y="36485"/>
                </a:lnTo>
                <a:lnTo>
                  <a:pt x="119146" y="27432"/>
                </a:lnTo>
                <a:lnTo>
                  <a:pt x="146304" y="24414"/>
                </a:lnTo>
                <a:lnTo>
                  <a:pt x="173462" y="27432"/>
                </a:lnTo>
                <a:lnTo>
                  <a:pt x="199248" y="36485"/>
                </a:lnTo>
                <a:lnTo>
                  <a:pt x="222291" y="51024"/>
                </a:lnTo>
                <a:lnTo>
                  <a:pt x="241584" y="70317"/>
                </a:lnTo>
                <a:lnTo>
                  <a:pt x="256123" y="93360"/>
                </a:lnTo>
                <a:lnTo>
                  <a:pt x="265176" y="119146"/>
                </a:lnTo>
                <a:lnTo>
                  <a:pt x="268194" y="146304"/>
                </a:lnTo>
                <a:close/>
              </a:path>
            </a:pathLst>
          </a:custGeom>
          <a:noFill/>
          <a:ln w="24384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311810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資料作成では、Node.jsとLibreOfficeが動く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566160"/>
            <a:ext cx="80010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62102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09728" y="146304"/>
                </a:moveTo>
                <a:lnTo>
                  <a:pt x="134142" y="170718"/>
                </a:lnTo>
                <a:lnTo>
                  <a:pt x="182880" y="121890"/>
                </a:lnTo>
                <a:moveTo>
                  <a:pt x="268194" y="146304"/>
                </a:moveTo>
                <a:lnTo>
                  <a:pt x="265176" y="173462"/>
                </a:lnTo>
                <a:lnTo>
                  <a:pt x="256123" y="199248"/>
                </a:lnTo>
                <a:lnTo>
                  <a:pt x="241584" y="222291"/>
                </a:lnTo>
                <a:lnTo>
                  <a:pt x="222291" y="241584"/>
                </a:lnTo>
                <a:lnTo>
                  <a:pt x="199248" y="256123"/>
                </a:lnTo>
                <a:lnTo>
                  <a:pt x="173462" y="265176"/>
                </a:lnTo>
                <a:lnTo>
                  <a:pt x="146304" y="268194"/>
                </a:lnTo>
                <a:lnTo>
                  <a:pt x="119146" y="265176"/>
                </a:lnTo>
                <a:lnTo>
                  <a:pt x="93360" y="256123"/>
                </a:lnTo>
                <a:lnTo>
                  <a:pt x="70317" y="241584"/>
                </a:lnTo>
                <a:lnTo>
                  <a:pt x="51024" y="222291"/>
                </a:lnTo>
                <a:lnTo>
                  <a:pt x="36485" y="199248"/>
                </a:lnTo>
                <a:lnTo>
                  <a:pt x="27432" y="173462"/>
                </a:lnTo>
                <a:lnTo>
                  <a:pt x="24414" y="146304"/>
                </a:lnTo>
                <a:lnTo>
                  <a:pt x="27432" y="119146"/>
                </a:lnTo>
                <a:lnTo>
                  <a:pt x="36485" y="93360"/>
                </a:lnTo>
                <a:lnTo>
                  <a:pt x="51024" y="70317"/>
                </a:lnTo>
                <a:lnTo>
                  <a:pt x="70317" y="51024"/>
                </a:lnTo>
                <a:lnTo>
                  <a:pt x="93360" y="36485"/>
                </a:lnTo>
                <a:lnTo>
                  <a:pt x="119146" y="27432"/>
                </a:lnTo>
                <a:lnTo>
                  <a:pt x="146304" y="24414"/>
                </a:lnTo>
                <a:lnTo>
                  <a:pt x="173462" y="27432"/>
                </a:lnTo>
                <a:lnTo>
                  <a:pt x="199248" y="36485"/>
                </a:lnTo>
                <a:lnTo>
                  <a:pt x="222291" y="51024"/>
                </a:lnTo>
                <a:lnTo>
                  <a:pt x="241584" y="70317"/>
                </a:lnTo>
                <a:lnTo>
                  <a:pt x="256123" y="93360"/>
                </a:lnTo>
                <a:lnTo>
                  <a:pt x="265176" y="119146"/>
                </a:lnTo>
                <a:lnTo>
                  <a:pt x="268194" y="146304"/>
                </a:lnTo>
                <a:close/>
              </a:path>
            </a:pathLst>
          </a:custGeom>
          <a:noFill/>
          <a:ln w="24384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3566160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秘密情報と、外部へ操作してよい範囲を決めた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4096512"/>
            <a:ext cx="800100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96512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そろったら「3 依頼する」（p.16）へ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依頼する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4231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AIにどう頼めばよい？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p.16–21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868680"/>
            <a:ext cx="0" cy="3383280"/>
          </a:xfrm>
          <a:prstGeom prst="line">
            <a:avLst/>
          </a:prstGeom>
          <a:noFill/>
          <a:ln w="15875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8229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この章のページ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800" y="1234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依頼文には4つを書く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6916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例1 新機能を追加する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148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例2 不具合の原因を調べる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p.20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2606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例3 説明資料を作る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p.21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30632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AIが進めること・人が決めること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依頼する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依頼文には4つを書く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965960" y="1325880"/>
            <a:ext cx="6720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389888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誰の、どんな問題を解決したいか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48840" y="1700784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「ユーザーが通知時刻を変更できる機能を追加してください。」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488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965960" y="2148840"/>
            <a:ext cx="6720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212848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どのProject・機能・ファイルが範囲か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48840" y="2523744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「既存の仕様と実装を確認し、要求と仕様を整理してください。」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97180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7180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完了条件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965960" y="2971800"/>
            <a:ext cx="6720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3035808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何ができれば完了か、必要な確認は何か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48840" y="3346704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「テストを先に作り、READMEも更新してください。」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9476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947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965960" y="3794760"/>
            <a:ext cx="6720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3858768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どこまで操作してよいか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148840" y="4169664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「commit・pushはしないでください。」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依頼する｜開発の例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例1 新機能を追加する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886200" cy="3227832"/>
          </a:xfrm>
          <a:prstGeom prst="roundRect">
            <a:avLst>
              <a:gd name="adj" fmla="val 1700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3227832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7218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329184" h="329184">
                <a:moveTo>
                  <a:pt x="301752" y="233172"/>
                </a:moveTo>
                <a:lnTo>
                  <a:pt x="301569" y="236281"/>
                </a:lnTo>
                <a:lnTo>
                  <a:pt x="301020" y="239298"/>
                </a:lnTo>
                <a:lnTo>
                  <a:pt x="300198" y="242225"/>
                </a:lnTo>
                <a:lnTo>
                  <a:pt x="299009" y="245059"/>
                </a:lnTo>
                <a:lnTo>
                  <a:pt x="297546" y="247802"/>
                </a:lnTo>
                <a:lnTo>
                  <a:pt x="295808" y="250271"/>
                </a:lnTo>
                <a:lnTo>
                  <a:pt x="293705" y="252557"/>
                </a:lnTo>
                <a:lnTo>
                  <a:pt x="291419" y="254660"/>
                </a:lnTo>
                <a:lnTo>
                  <a:pt x="288950" y="256398"/>
                </a:lnTo>
                <a:lnTo>
                  <a:pt x="286207" y="257861"/>
                </a:lnTo>
                <a:lnTo>
                  <a:pt x="283373" y="259050"/>
                </a:lnTo>
                <a:lnTo>
                  <a:pt x="280446" y="259872"/>
                </a:lnTo>
                <a:lnTo>
                  <a:pt x="277429" y="260421"/>
                </a:lnTo>
                <a:lnTo>
                  <a:pt x="274320" y="260604"/>
                </a:lnTo>
                <a:lnTo>
                  <a:pt x="93635" y="260604"/>
                </a:lnTo>
                <a:lnTo>
                  <a:pt x="92080" y="260604"/>
                </a:lnTo>
                <a:lnTo>
                  <a:pt x="90617" y="260787"/>
                </a:lnTo>
                <a:lnTo>
                  <a:pt x="89063" y="260970"/>
                </a:lnTo>
                <a:lnTo>
                  <a:pt x="87508" y="261336"/>
                </a:lnTo>
                <a:lnTo>
                  <a:pt x="86045" y="261701"/>
                </a:lnTo>
                <a:lnTo>
                  <a:pt x="84582" y="262158"/>
                </a:lnTo>
                <a:lnTo>
                  <a:pt x="83119" y="262707"/>
                </a:lnTo>
                <a:lnTo>
                  <a:pt x="81747" y="263347"/>
                </a:lnTo>
                <a:lnTo>
                  <a:pt x="80376" y="263987"/>
                </a:lnTo>
                <a:lnTo>
                  <a:pt x="79096" y="264810"/>
                </a:lnTo>
                <a:lnTo>
                  <a:pt x="77815" y="265633"/>
                </a:lnTo>
                <a:lnTo>
                  <a:pt x="76535" y="266548"/>
                </a:lnTo>
                <a:lnTo>
                  <a:pt x="75347" y="267553"/>
                </a:lnTo>
                <a:lnTo>
                  <a:pt x="74249" y="268651"/>
                </a:lnTo>
                <a:lnTo>
                  <a:pt x="44074" y="298826"/>
                </a:lnTo>
                <a:lnTo>
                  <a:pt x="42794" y="299923"/>
                </a:lnTo>
                <a:lnTo>
                  <a:pt x="41422" y="300746"/>
                </a:lnTo>
                <a:lnTo>
                  <a:pt x="39868" y="301295"/>
                </a:lnTo>
                <a:lnTo>
                  <a:pt x="38222" y="301661"/>
                </a:lnTo>
                <a:lnTo>
                  <a:pt x="36667" y="301661"/>
                </a:lnTo>
                <a:lnTo>
                  <a:pt x="35022" y="301478"/>
                </a:lnTo>
                <a:lnTo>
                  <a:pt x="33467" y="300929"/>
                </a:lnTo>
                <a:lnTo>
                  <a:pt x="32004" y="300198"/>
                </a:lnTo>
                <a:lnTo>
                  <a:pt x="30724" y="299192"/>
                </a:lnTo>
                <a:lnTo>
                  <a:pt x="29535" y="298003"/>
                </a:lnTo>
                <a:lnTo>
                  <a:pt x="28621" y="296631"/>
                </a:lnTo>
                <a:lnTo>
                  <a:pt x="27981" y="295168"/>
                </a:lnTo>
                <a:lnTo>
                  <a:pt x="27615" y="293614"/>
                </a:lnTo>
                <a:lnTo>
                  <a:pt x="27432" y="291968"/>
                </a:lnTo>
                <a:lnTo>
                  <a:pt x="27432" y="68580"/>
                </a:lnTo>
                <a:lnTo>
                  <a:pt x="27615" y="65471"/>
                </a:lnTo>
                <a:lnTo>
                  <a:pt x="28164" y="62454"/>
                </a:lnTo>
                <a:lnTo>
                  <a:pt x="28986" y="59527"/>
                </a:lnTo>
                <a:lnTo>
                  <a:pt x="30175" y="56693"/>
                </a:lnTo>
                <a:lnTo>
                  <a:pt x="31638" y="53950"/>
                </a:lnTo>
                <a:lnTo>
                  <a:pt x="33376" y="51481"/>
                </a:lnTo>
                <a:lnTo>
                  <a:pt x="35479" y="49195"/>
                </a:lnTo>
                <a:lnTo>
                  <a:pt x="37765" y="47092"/>
                </a:lnTo>
                <a:lnTo>
                  <a:pt x="40234" y="45354"/>
                </a:lnTo>
                <a:lnTo>
                  <a:pt x="42977" y="43891"/>
                </a:lnTo>
                <a:lnTo>
                  <a:pt x="45811" y="42702"/>
                </a:lnTo>
                <a:lnTo>
                  <a:pt x="48738" y="41880"/>
                </a:lnTo>
                <a:lnTo>
                  <a:pt x="51755" y="41331"/>
                </a:lnTo>
                <a:lnTo>
                  <a:pt x="54864" y="41148"/>
                </a:lnTo>
                <a:lnTo>
                  <a:pt x="274320" y="41148"/>
                </a:lnTo>
                <a:lnTo>
                  <a:pt x="277429" y="41331"/>
                </a:lnTo>
                <a:lnTo>
                  <a:pt x="280446" y="41880"/>
                </a:lnTo>
                <a:lnTo>
                  <a:pt x="283373" y="42702"/>
                </a:lnTo>
                <a:lnTo>
                  <a:pt x="286207" y="43891"/>
                </a:lnTo>
                <a:lnTo>
                  <a:pt x="288950" y="45354"/>
                </a:lnTo>
                <a:lnTo>
                  <a:pt x="291419" y="47092"/>
                </a:lnTo>
                <a:lnTo>
                  <a:pt x="293705" y="49195"/>
                </a:lnTo>
                <a:lnTo>
                  <a:pt x="295808" y="51481"/>
                </a:lnTo>
                <a:lnTo>
                  <a:pt x="297546" y="53950"/>
                </a:lnTo>
                <a:lnTo>
                  <a:pt x="299009" y="56693"/>
                </a:lnTo>
                <a:lnTo>
                  <a:pt x="300198" y="59527"/>
                </a:lnTo>
                <a:lnTo>
                  <a:pt x="301020" y="62454"/>
                </a:lnTo>
                <a:lnTo>
                  <a:pt x="301569" y="65471"/>
                </a:lnTo>
                <a:lnTo>
                  <a:pt x="301752" y="68580"/>
                </a:lnTo>
                <a:lnTo>
                  <a:pt x="301752" y="233172"/>
                </a:lnTo>
                <a:close/>
                <a:moveTo>
                  <a:pt x="96012" y="150876"/>
                </a:moveTo>
                <a:lnTo>
                  <a:pt x="233172" y="150876"/>
                </a:lnTo>
                <a:moveTo>
                  <a:pt x="96012" y="205740"/>
                </a:moveTo>
                <a:lnTo>
                  <a:pt x="178308" y="205740"/>
                </a:lnTo>
                <a:moveTo>
                  <a:pt x="96012" y="96012"/>
                </a:moveTo>
                <a:lnTo>
                  <a:pt x="205740" y="96012"/>
                </a:lnTo>
              </a:path>
            </a:pathLst>
          </a:custGeom>
          <a:noFill/>
          <a:ln w="27432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168" y="14356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34747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「ユーザーが通知時刻を変更できる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機能を追加してください。」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「既存の仕様と実装を確認し、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要求と仕様を整理してください。」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「テストを先に作り、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READMEも更新してください。」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「commit・pushは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しないでください。」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45152" y="2423160"/>
            <a:ext cx="338328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74920" y="13258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AIが進める順番と、残るファイル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74920" y="177393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737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要求を整理する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2011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docs/requirements/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74920" y="232257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22860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仕様を決める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0" y="2560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docs/specs/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74920" y="287121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2834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設計して作業を分ける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3108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docs/plans/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74920" y="341985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3383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テストを書いて実装する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3657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tests/ と src/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74920" y="396849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77840" y="3931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レビューして文書を更新する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77840" y="4206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README.md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依頼する｜開発の例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例2 不具合の原因を調べる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886200" cy="3227832"/>
          </a:xfrm>
          <a:prstGeom prst="roundRect">
            <a:avLst>
              <a:gd name="adj" fmla="val 1700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3227832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7218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329184" h="329184">
                <a:moveTo>
                  <a:pt x="301752" y="233172"/>
                </a:moveTo>
                <a:lnTo>
                  <a:pt x="301569" y="236281"/>
                </a:lnTo>
                <a:lnTo>
                  <a:pt x="301020" y="239298"/>
                </a:lnTo>
                <a:lnTo>
                  <a:pt x="300198" y="242225"/>
                </a:lnTo>
                <a:lnTo>
                  <a:pt x="299009" y="245059"/>
                </a:lnTo>
                <a:lnTo>
                  <a:pt x="297546" y="247802"/>
                </a:lnTo>
                <a:lnTo>
                  <a:pt x="295808" y="250271"/>
                </a:lnTo>
                <a:lnTo>
                  <a:pt x="293705" y="252557"/>
                </a:lnTo>
                <a:lnTo>
                  <a:pt x="291419" y="254660"/>
                </a:lnTo>
                <a:lnTo>
                  <a:pt x="288950" y="256398"/>
                </a:lnTo>
                <a:lnTo>
                  <a:pt x="286207" y="257861"/>
                </a:lnTo>
                <a:lnTo>
                  <a:pt x="283373" y="259050"/>
                </a:lnTo>
                <a:lnTo>
                  <a:pt x="280446" y="259872"/>
                </a:lnTo>
                <a:lnTo>
                  <a:pt x="277429" y="260421"/>
                </a:lnTo>
                <a:lnTo>
                  <a:pt x="274320" y="260604"/>
                </a:lnTo>
                <a:lnTo>
                  <a:pt x="93635" y="260604"/>
                </a:lnTo>
                <a:lnTo>
                  <a:pt x="92080" y="260604"/>
                </a:lnTo>
                <a:lnTo>
                  <a:pt x="90617" y="260787"/>
                </a:lnTo>
                <a:lnTo>
                  <a:pt x="89063" y="260970"/>
                </a:lnTo>
                <a:lnTo>
                  <a:pt x="87508" y="261336"/>
                </a:lnTo>
                <a:lnTo>
                  <a:pt x="86045" y="261701"/>
                </a:lnTo>
                <a:lnTo>
                  <a:pt x="84582" y="262158"/>
                </a:lnTo>
                <a:lnTo>
                  <a:pt x="83119" y="262707"/>
                </a:lnTo>
                <a:lnTo>
                  <a:pt x="81747" y="263347"/>
                </a:lnTo>
                <a:lnTo>
                  <a:pt x="80376" y="263987"/>
                </a:lnTo>
                <a:lnTo>
                  <a:pt x="79096" y="264810"/>
                </a:lnTo>
                <a:lnTo>
                  <a:pt x="77815" y="265633"/>
                </a:lnTo>
                <a:lnTo>
                  <a:pt x="76535" y="266548"/>
                </a:lnTo>
                <a:lnTo>
                  <a:pt x="75347" y="267553"/>
                </a:lnTo>
                <a:lnTo>
                  <a:pt x="74249" y="268651"/>
                </a:lnTo>
                <a:lnTo>
                  <a:pt x="44074" y="298826"/>
                </a:lnTo>
                <a:lnTo>
                  <a:pt x="42794" y="299923"/>
                </a:lnTo>
                <a:lnTo>
                  <a:pt x="41422" y="300746"/>
                </a:lnTo>
                <a:lnTo>
                  <a:pt x="39868" y="301295"/>
                </a:lnTo>
                <a:lnTo>
                  <a:pt x="38222" y="301661"/>
                </a:lnTo>
                <a:lnTo>
                  <a:pt x="36667" y="301661"/>
                </a:lnTo>
                <a:lnTo>
                  <a:pt x="35022" y="301478"/>
                </a:lnTo>
                <a:lnTo>
                  <a:pt x="33467" y="300929"/>
                </a:lnTo>
                <a:lnTo>
                  <a:pt x="32004" y="300198"/>
                </a:lnTo>
                <a:lnTo>
                  <a:pt x="30724" y="299192"/>
                </a:lnTo>
                <a:lnTo>
                  <a:pt x="29535" y="298003"/>
                </a:lnTo>
                <a:lnTo>
                  <a:pt x="28621" y="296631"/>
                </a:lnTo>
                <a:lnTo>
                  <a:pt x="27981" y="295168"/>
                </a:lnTo>
                <a:lnTo>
                  <a:pt x="27615" y="293614"/>
                </a:lnTo>
                <a:lnTo>
                  <a:pt x="27432" y="291968"/>
                </a:lnTo>
                <a:lnTo>
                  <a:pt x="27432" y="68580"/>
                </a:lnTo>
                <a:lnTo>
                  <a:pt x="27615" y="65471"/>
                </a:lnTo>
                <a:lnTo>
                  <a:pt x="28164" y="62454"/>
                </a:lnTo>
                <a:lnTo>
                  <a:pt x="28986" y="59527"/>
                </a:lnTo>
                <a:lnTo>
                  <a:pt x="30175" y="56693"/>
                </a:lnTo>
                <a:lnTo>
                  <a:pt x="31638" y="53950"/>
                </a:lnTo>
                <a:lnTo>
                  <a:pt x="33376" y="51481"/>
                </a:lnTo>
                <a:lnTo>
                  <a:pt x="35479" y="49195"/>
                </a:lnTo>
                <a:lnTo>
                  <a:pt x="37765" y="47092"/>
                </a:lnTo>
                <a:lnTo>
                  <a:pt x="40234" y="45354"/>
                </a:lnTo>
                <a:lnTo>
                  <a:pt x="42977" y="43891"/>
                </a:lnTo>
                <a:lnTo>
                  <a:pt x="45811" y="42702"/>
                </a:lnTo>
                <a:lnTo>
                  <a:pt x="48738" y="41880"/>
                </a:lnTo>
                <a:lnTo>
                  <a:pt x="51755" y="41331"/>
                </a:lnTo>
                <a:lnTo>
                  <a:pt x="54864" y="41148"/>
                </a:lnTo>
                <a:lnTo>
                  <a:pt x="274320" y="41148"/>
                </a:lnTo>
                <a:lnTo>
                  <a:pt x="277429" y="41331"/>
                </a:lnTo>
                <a:lnTo>
                  <a:pt x="280446" y="41880"/>
                </a:lnTo>
                <a:lnTo>
                  <a:pt x="283373" y="42702"/>
                </a:lnTo>
                <a:lnTo>
                  <a:pt x="286207" y="43891"/>
                </a:lnTo>
                <a:lnTo>
                  <a:pt x="288950" y="45354"/>
                </a:lnTo>
                <a:lnTo>
                  <a:pt x="291419" y="47092"/>
                </a:lnTo>
                <a:lnTo>
                  <a:pt x="293705" y="49195"/>
                </a:lnTo>
                <a:lnTo>
                  <a:pt x="295808" y="51481"/>
                </a:lnTo>
                <a:lnTo>
                  <a:pt x="297546" y="53950"/>
                </a:lnTo>
                <a:lnTo>
                  <a:pt x="299009" y="56693"/>
                </a:lnTo>
                <a:lnTo>
                  <a:pt x="300198" y="59527"/>
                </a:lnTo>
                <a:lnTo>
                  <a:pt x="301020" y="62454"/>
                </a:lnTo>
                <a:lnTo>
                  <a:pt x="301569" y="65471"/>
                </a:lnTo>
                <a:lnTo>
                  <a:pt x="301752" y="68580"/>
                </a:lnTo>
                <a:lnTo>
                  <a:pt x="301752" y="233172"/>
                </a:lnTo>
                <a:close/>
                <a:moveTo>
                  <a:pt x="96012" y="150876"/>
                </a:moveTo>
                <a:lnTo>
                  <a:pt x="233172" y="150876"/>
                </a:lnTo>
                <a:moveTo>
                  <a:pt x="96012" y="205740"/>
                </a:moveTo>
                <a:lnTo>
                  <a:pt x="178308" y="205740"/>
                </a:lnTo>
                <a:moveTo>
                  <a:pt x="96012" y="96012"/>
                </a:moveTo>
                <a:lnTo>
                  <a:pt x="205740" y="96012"/>
                </a:lnTo>
              </a:path>
            </a:pathLst>
          </a:custGeom>
          <a:noFill/>
          <a:ln w="27432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168" y="14356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34747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「保存後に画面が古い値へ戻る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原因を調査してください。」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「再現条件と根本原因を特定し、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影響範囲を説明してください。」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「今は診断だけで、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修正はしないでください。」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45152" y="2423160"/>
            <a:ext cx="338328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74920" y="13258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AIが進める順番（Skill: debugging）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74920" y="177393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7373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再現の手順を確かめる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74920" y="223113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7840" y="21945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原因の仮説を検証する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74920" y="268833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26517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根本原因を説明する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74920" y="314553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31089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影響範囲と直し方を示す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74920" y="3730752"/>
            <a:ext cx="361188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0" y="3584448"/>
            <a:ext cx="29301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35844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「診断だけ」なのでここまで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74920" y="4023360"/>
            <a:ext cx="329184" cy="329184"/>
          </a:xfrm>
          <a:prstGeom prst="ellipse">
            <a:avLst/>
          </a:prstGeom>
          <a:solidFill>
            <a:srgbClr val="D5D9E0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77840" y="39867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修正（今回は行わない）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依頼する｜資料作成の例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例3 説明資料を作る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886200" cy="3227832"/>
          </a:xfrm>
          <a:prstGeom prst="roundRect">
            <a:avLst>
              <a:gd name="adj" fmla="val 1700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3227832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7218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329184" h="329184">
                <a:moveTo>
                  <a:pt x="301752" y="233172"/>
                </a:moveTo>
                <a:lnTo>
                  <a:pt x="301569" y="236281"/>
                </a:lnTo>
                <a:lnTo>
                  <a:pt x="301020" y="239298"/>
                </a:lnTo>
                <a:lnTo>
                  <a:pt x="300198" y="242225"/>
                </a:lnTo>
                <a:lnTo>
                  <a:pt x="299009" y="245059"/>
                </a:lnTo>
                <a:lnTo>
                  <a:pt x="297546" y="247802"/>
                </a:lnTo>
                <a:lnTo>
                  <a:pt x="295808" y="250271"/>
                </a:lnTo>
                <a:lnTo>
                  <a:pt x="293705" y="252557"/>
                </a:lnTo>
                <a:lnTo>
                  <a:pt x="291419" y="254660"/>
                </a:lnTo>
                <a:lnTo>
                  <a:pt x="288950" y="256398"/>
                </a:lnTo>
                <a:lnTo>
                  <a:pt x="286207" y="257861"/>
                </a:lnTo>
                <a:lnTo>
                  <a:pt x="283373" y="259050"/>
                </a:lnTo>
                <a:lnTo>
                  <a:pt x="280446" y="259872"/>
                </a:lnTo>
                <a:lnTo>
                  <a:pt x="277429" y="260421"/>
                </a:lnTo>
                <a:lnTo>
                  <a:pt x="274320" y="260604"/>
                </a:lnTo>
                <a:lnTo>
                  <a:pt x="93635" y="260604"/>
                </a:lnTo>
                <a:lnTo>
                  <a:pt x="92080" y="260604"/>
                </a:lnTo>
                <a:lnTo>
                  <a:pt x="90617" y="260787"/>
                </a:lnTo>
                <a:lnTo>
                  <a:pt x="89063" y="260970"/>
                </a:lnTo>
                <a:lnTo>
                  <a:pt x="87508" y="261336"/>
                </a:lnTo>
                <a:lnTo>
                  <a:pt x="86045" y="261701"/>
                </a:lnTo>
                <a:lnTo>
                  <a:pt x="84582" y="262158"/>
                </a:lnTo>
                <a:lnTo>
                  <a:pt x="83119" y="262707"/>
                </a:lnTo>
                <a:lnTo>
                  <a:pt x="81747" y="263347"/>
                </a:lnTo>
                <a:lnTo>
                  <a:pt x="80376" y="263987"/>
                </a:lnTo>
                <a:lnTo>
                  <a:pt x="79096" y="264810"/>
                </a:lnTo>
                <a:lnTo>
                  <a:pt x="77815" y="265633"/>
                </a:lnTo>
                <a:lnTo>
                  <a:pt x="76535" y="266548"/>
                </a:lnTo>
                <a:lnTo>
                  <a:pt x="75347" y="267553"/>
                </a:lnTo>
                <a:lnTo>
                  <a:pt x="74249" y="268651"/>
                </a:lnTo>
                <a:lnTo>
                  <a:pt x="44074" y="298826"/>
                </a:lnTo>
                <a:lnTo>
                  <a:pt x="42794" y="299923"/>
                </a:lnTo>
                <a:lnTo>
                  <a:pt x="41422" y="300746"/>
                </a:lnTo>
                <a:lnTo>
                  <a:pt x="39868" y="301295"/>
                </a:lnTo>
                <a:lnTo>
                  <a:pt x="38222" y="301661"/>
                </a:lnTo>
                <a:lnTo>
                  <a:pt x="36667" y="301661"/>
                </a:lnTo>
                <a:lnTo>
                  <a:pt x="35022" y="301478"/>
                </a:lnTo>
                <a:lnTo>
                  <a:pt x="33467" y="300929"/>
                </a:lnTo>
                <a:lnTo>
                  <a:pt x="32004" y="300198"/>
                </a:lnTo>
                <a:lnTo>
                  <a:pt x="30724" y="299192"/>
                </a:lnTo>
                <a:lnTo>
                  <a:pt x="29535" y="298003"/>
                </a:lnTo>
                <a:lnTo>
                  <a:pt x="28621" y="296631"/>
                </a:lnTo>
                <a:lnTo>
                  <a:pt x="27981" y="295168"/>
                </a:lnTo>
                <a:lnTo>
                  <a:pt x="27615" y="293614"/>
                </a:lnTo>
                <a:lnTo>
                  <a:pt x="27432" y="291968"/>
                </a:lnTo>
                <a:lnTo>
                  <a:pt x="27432" y="68580"/>
                </a:lnTo>
                <a:lnTo>
                  <a:pt x="27615" y="65471"/>
                </a:lnTo>
                <a:lnTo>
                  <a:pt x="28164" y="62454"/>
                </a:lnTo>
                <a:lnTo>
                  <a:pt x="28986" y="59527"/>
                </a:lnTo>
                <a:lnTo>
                  <a:pt x="30175" y="56693"/>
                </a:lnTo>
                <a:lnTo>
                  <a:pt x="31638" y="53950"/>
                </a:lnTo>
                <a:lnTo>
                  <a:pt x="33376" y="51481"/>
                </a:lnTo>
                <a:lnTo>
                  <a:pt x="35479" y="49195"/>
                </a:lnTo>
                <a:lnTo>
                  <a:pt x="37765" y="47092"/>
                </a:lnTo>
                <a:lnTo>
                  <a:pt x="40234" y="45354"/>
                </a:lnTo>
                <a:lnTo>
                  <a:pt x="42977" y="43891"/>
                </a:lnTo>
                <a:lnTo>
                  <a:pt x="45811" y="42702"/>
                </a:lnTo>
                <a:lnTo>
                  <a:pt x="48738" y="41880"/>
                </a:lnTo>
                <a:lnTo>
                  <a:pt x="51755" y="41331"/>
                </a:lnTo>
                <a:lnTo>
                  <a:pt x="54864" y="41148"/>
                </a:lnTo>
                <a:lnTo>
                  <a:pt x="274320" y="41148"/>
                </a:lnTo>
                <a:lnTo>
                  <a:pt x="277429" y="41331"/>
                </a:lnTo>
                <a:lnTo>
                  <a:pt x="280446" y="41880"/>
                </a:lnTo>
                <a:lnTo>
                  <a:pt x="283373" y="42702"/>
                </a:lnTo>
                <a:lnTo>
                  <a:pt x="286207" y="43891"/>
                </a:lnTo>
                <a:lnTo>
                  <a:pt x="288950" y="45354"/>
                </a:lnTo>
                <a:lnTo>
                  <a:pt x="291419" y="47092"/>
                </a:lnTo>
                <a:lnTo>
                  <a:pt x="293705" y="49195"/>
                </a:lnTo>
                <a:lnTo>
                  <a:pt x="295808" y="51481"/>
                </a:lnTo>
                <a:lnTo>
                  <a:pt x="297546" y="53950"/>
                </a:lnTo>
                <a:lnTo>
                  <a:pt x="299009" y="56693"/>
                </a:lnTo>
                <a:lnTo>
                  <a:pt x="300198" y="59527"/>
                </a:lnTo>
                <a:lnTo>
                  <a:pt x="301020" y="62454"/>
                </a:lnTo>
                <a:lnTo>
                  <a:pt x="301569" y="65471"/>
                </a:lnTo>
                <a:lnTo>
                  <a:pt x="301752" y="68580"/>
                </a:lnTo>
                <a:lnTo>
                  <a:pt x="301752" y="233172"/>
                </a:lnTo>
                <a:close/>
                <a:moveTo>
                  <a:pt x="96012" y="150876"/>
                </a:moveTo>
                <a:lnTo>
                  <a:pt x="233172" y="150876"/>
                </a:lnTo>
                <a:moveTo>
                  <a:pt x="96012" y="205740"/>
                </a:moveTo>
                <a:lnTo>
                  <a:pt x="178308" y="205740"/>
                </a:lnTo>
                <a:moveTo>
                  <a:pt x="96012" y="96012"/>
                </a:moveTo>
                <a:lnTo>
                  <a:pt x="205740" y="96012"/>
                </a:lnTo>
              </a:path>
            </a:pathLst>
          </a:custGeom>
          <a:noFill/>
          <a:ln w="27432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168" y="14356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34747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「職場の同僚向けに、この仕組みの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利用ガイドを作ってください。」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「何ができるか、環境の準備、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使った後に残るものを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説明してください。」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「編集できるPPTXと、全ページの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確認結果を残してください。」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45152" y="2423160"/>
            <a:ext cx="338328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74920" y="13258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AIが進める順番と、残るファイル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74920" y="177393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737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読者と目的を確認する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2011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brief.txt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74920" y="232257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22860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根拠と章立てを記録する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0" y="2560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source-notes.txt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74920" y="287121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2834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図とスライドを組み立てる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3108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build.ts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74920" y="341985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3383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PPTXを生成する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3657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output/deck.pptx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74920" y="3968496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77840" y="3931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全ページを目で確認する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77840" y="4206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output/qa-report.md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依頼する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AIが進めること・人が決めること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8862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2435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7218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72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23360" y="147218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347472" h="347472">
                <a:moveTo>
                  <a:pt x="173736" y="115854"/>
                </a:moveTo>
                <a:lnTo>
                  <a:pt x="173736" y="57882"/>
                </a:lnTo>
                <a:lnTo>
                  <a:pt x="115854" y="57882"/>
                </a:lnTo>
                <a:moveTo>
                  <a:pt x="28986" y="202722"/>
                </a:moveTo>
                <a:lnTo>
                  <a:pt x="57882" y="202722"/>
                </a:lnTo>
                <a:moveTo>
                  <a:pt x="289590" y="202722"/>
                </a:moveTo>
                <a:lnTo>
                  <a:pt x="318486" y="202722"/>
                </a:lnTo>
                <a:moveTo>
                  <a:pt x="217170" y="188184"/>
                </a:moveTo>
                <a:lnTo>
                  <a:pt x="217170" y="217170"/>
                </a:lnTo>
                <a:moveTo>
                  <a:pt x="130302" y="188184"/>
                </a:moveTo>
                <a:lnTo>
                  <a:pt x="130302" y="217170"/>
                </a:lnTo>
                <a:moveTo>
                  <a:pt x="57882" y="115854"/>
                </a:moveTo>
                <a:lnTo>
                  <a:pt x="289590" y="115854"/>
                </a:lnTo>
                <a:lnTo>
                  <a:pt x="289590" y="289590"/>
                </a:lnTo>
                <a:lnTo>
                  <a:pt x="57882" y="289590"/>
                </a:lnTo>
                <a:lnTo>
                  <a:pt x="57882" y="115854"/>
                </a:lnTo>
                <a:close/>
              </a:path>
            </a:pathLst>
          </a:custGeom>
          <a:noFill/>
          <a:ln w="28956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4173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AIが進める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読む・整理する・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Project内の変更・頼まれた検査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00600" y="1325880"/>
            <a:ext cx="38862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325880"/>
            <a:ext cx="73152" cy="12435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472184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472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47218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347472" h="347472">
                <a:moveTo>
                  <a:pt x="131582" y="130302"/>
                </a:moveTo>
                <a:lnTo>
                  <a:pt x="135331" y="122438"/>
                </a:lnTo>
                <a:lnTo>
                  <a:pt x="140452" y="115489"/>
                </a:lnTo>
                <a:lnTo>
                  <a:pt x="146944" y="109637"/>
                </a:lnTo>
                <a:lnTo>
                  <a:pt x="154442" y="105247"/>
                </a:lnTo>
                <a:lnTo>
                  <a:pt x="162672" y="102413"/>
                </a:lnTo>
                <a:lnTo>
                  <a:pt x="171267" y="101316"/>
                </a:lnTo>
                <a:lnTo>
                  <a:pt x="179954" y="101864"/>
                </a:lnTo>
                <a:lnTo>
                  <a:pt x="188275" y="104242"/>
                </a:lnTo>
                <a:lnTo>
                  <a:pt x="196047" y="108174"/>
                </a:lnTo>
                <a:lnTo>
                  <a:pt x="202814" y="113568"/>
                </a:lnTo>
                <a:lnTo>
                  <a:pt x="208392" y="120244"/>
                </a:lnTo>
                <a:lnTo>
                  <a:pt x="212598" y="127833"/>
                </a:lnTo>
                <a:lnTo>
                  <a:pt x="215158" y="136154"/>
                </a:lnTo>
                <a:lnTo>
                  <a:pt x="215981" y="144750"/>
                </a:lnTo>
                <a:lnTo>
                  <a:pt x="215158" y="151699"/>
                </a:lnTo>
                <a:lnTo>
                  <a:pt x="212781" y="158008"/>
                </a:lnTo>
                <a:lnTo>
                  <a:pt x="209215" y="163769"/>
                </a:lnTo>
                <a:lnTo>
                  <a:pt x="204734" y="168890"/>
                </a:lnTo>
                <a:lnTo>
                  <a:pt x="199705" y="173462"/>
                </a:lnTo>
                <a:lnTo>
                  <a:pt x="194310" y="177394"/>
                </a:lnTo>
                <a:lnTo>
                  <a:pt x="188915" y="180685"/>
                </a:lnTo>
                <a:lnTo>
                  <a:pt x="183794" y="183429"/>
                </a:lnTo>
                <a:lnTo>
                  <a:pt x="179405" y="185532"/>
                </a:lnTo>
                <a:lnTo>
                  <a:pt x="175839" y="186995"/>
                </a:lnTo>
                <a:lnTo>
                  <a:pt x="173462" y="187909"/>
                </a:lnTo>
                <a:lnTo>
                  <a:pt x="172547" y="188184"/>
                </a:lnTo>
                <a:moveTo>
                  <a:pt x="173736" y="246156"/>
                </a:moveTo>
                <a:lnTo>
                  <a:pt x="173919" y="246156"/>
                </a:lnTo>
                <a:moveTo>
                  <a:pt x="318486" y="173736"/>
                </a:moveTo>
                <a:lnTo>
                  <a:pt x="314919" y="205923"/>
                </a:lnTo>
                <a:lnTo>
                  <a:pt x="304221" y="236555"/>
                </a:lnTo>
                <a:lnTo>
                  <a:pt x="286939" y="263987"/>
                </a:lnTo>
                <a:lnTo>
                  <a:pt x="263987" y="286939"/>
                </a:lnTo>
                <a:lnTo>
                  <a:pt x="236555" y="304221"/>
                </a:lnTo>
                <a:lnTo>
                  <a:pt x="205923" y="314919"/>
                </a:lnTo>
                <a:lnTo>
                  <a:pt x="173736" y="318486"/>
                </a:lnTo>
                <a:lnTo>
                  <a:pt x="141549" y="314919"/>
                </a:lnTo>
                <a:lnTo>
                  <a:pt x="110917" y="304221"/>
                </a:lnTo>
                <a:lnTo>
                  <a:pt x="83485" y="286939"/>
                </a:lnTo>
                <a:lnTo>
                  <a:pt x="60533" y="263987"/>
                </a:lnTo>
                <a:lnTo>
                  <a:pt x="43251" y="236555"/>
                </a:lnTo>
                <a:lnTo>
                  <a:pt x="32553" y="205923"/>
                </a:lnTo>
                <a:lnTo>
                  <a:pt x="28986" y="173736"/>
                </a:lnTo>
                <a:lnTo>
                  <a:pt x="32553" y="141549"/>
                </a:lnTo>
                <a:lnTo>
                  <a:pt x="43251" y="110917"/>
                </a:lnTo>
                <a:lnTo>
                  <a:pt x="60533" y="83485"/>
                </a:lnTo>
                <a:lnTo>
                  <a:pt x="83485" y="60533"/>
                </a:lnTo>
                <a:lnTo>
                  <a:pt x="110917" y="43251"/>
                </a:lnTo>
                <a:lnTo>
                  <a:pt x="141549" y="32553"/>
                </a:lnTo>
                <a:lnTo>
                  <a:pt x="173736" y="28986"/>
                </a:lnTo>
                <a:lnTo>
                  <a:pt x="205923" y="32553"/>
                </a:lnTo>
                <a:lnTo>
                  <a:pt x="236555" y="43251"/>
                </a:lnTo>
                <a:lnTo>
                  <a:pt x="263987" y="60533"/>
                </a:lnTo>
                <a:lnTo>
                  <a:pt x="286939" y="83485"/>
                </a:lnTo>
                <a:lnTo>
                  <a:pt x="304221" y="110917"/>
                </a:lnTo>
                <a:lnTo>
                  <a:pt x="314919" y="141549"/>
                </a:lnTo>
                <a:lnTo>
                  <a:pt x="318486" y="173736"/>
                </a:lnTo>
                <a:close/>
              </a:path>
            </a:pathLst>
          </a:custGeom>
          <a:noFill/>
          <a:ln w="28956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4173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確認してから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2920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仕様が分かれる判断・範囲の追加・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機密情報の扱い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2697480"/>
            <a:ext cx="38862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697480"/>
            <a:ext cx="73152" cy="12435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843784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23360" y="284378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347472" h="347472">
                <a:moveTo>
                  <a:pt x="210495" y="314005"/>
                </a:moveTo>
                <a:lnTo>
                  <a:pt x="211044" y="315102"/>
                </a:lnTo>
                <a:lnTo>
                  <a:pt x="211775" y="316108"/>
                </a:lnTo>
                <a:lnTo>
                  <a:pt x="212689" y="316931"/>
                </a:lnTo>
                <a:lnTo>
                  <a:pt x="213695" y="317663"/>
                </a:lnTo>
                <a:lnTo>
                  <a:pt x="214884" y="318120"/>
                </a:lnTo>
                <a:lnTo>
                  <a:pt x="216073" y="318394"/>
                </a:lnTo>
                <a:lnTo>
                  <a:pt x="217353" y="318486"/>
                </a:lnTo>
                <a:lnTo>
                  <a:pt x="218633" y="318394"/>
                </a:lnTo>
                <a:lnTo>
                  <a:pt x="219822" y="318028"/>
                </a:lnTo>
                <a:lnTo>
                  <a:pt x="220919" y="317480"/>
                </a:lnTo>
                <a:lnTo>
                  <a:pt x="221925" y="316748"/>
                </a:lnTo>
                <a:lnTo>
                  <a:pt x="222839" y="315834"/>
                </a:lnTo>
                <a:lnTo>
                  <a:pt x="223479" y="314736"/>
                </a:lnTo>
                <a:lnTo>
                  <a:pt x="224028" y="313639"/>
                </a:lnTo>
                <a:lnTo>
                  <a:pt x="318120" y="38496"/>
                </a:lnTo>
                <a:lnTo>
                  <a:pt x="318394" y="37399"/>
                </a:lnTo>
                <a:lnTo>
                  <a:pt x="318577" y="36302"/>
                </a:lnTo>
                <a:lnTo>
                  <a:pt x="318486" y="35113"/>
                </a:lnTo>
                <a:lnTo>
                  <a:pt x="318211" y="34016"/>
                </a:lnTo>
                <a:lnTo>
                  <a:pt x="317754" y="32918"/>
                </a:lnTo>
                <a:lnTo>
                  <a:pt x="317205" y="31913"/>
                </a:lnTo>
                <a:lnTo>
                  <a:pt x="316474" y="30998"/>
                </a:lnTo>
                <a:lnTo>
                  <a:pt x="315559" y="30267"/>
                </a:lnTo>
                <a:lnTo>
                  <a:pt x="314554" y="29718"/>
                </a:lnTo>
                <a:lnTo>
                  <a:pt x="313456" y="29261"/>
                </a:lnTo>
                <a:lnTo>
                  <a:pt x="312359" y="28986"/>
                </a:lnTo>
                <a:lnTo>
                  <a:pt x="311170" y="28895"/>
                </a:lnTo>
                <a:lnTo>
                  <a:pt x="310073" y="29078"/>
                </a:lnTo>
                <a:lnTo>
                  <a:pt x="308976" y="29352"/>
                </a:lnTo>
                <a:lnTo>
                  <a:pt x="33833" y="123444"/>
                </a:lnTo>
                <a:lnTo>
                  <a:pt x="32736" y="123993"/>
                </a:lnTo>
                <a:lnTo>
                  <a:pt x="31638" y="124633"/>
                </a:lnTo>
                <a:lnTo>
                  <a:pt x="30724" y="125547"/>
                </a:lnTo>
                <a:lnTo>
                  <a:pt x="29992" y="126553"/>
                </a:lnTo>
                <a:lnTo>
                  <a:pt x="29444" y="127650"/>
                </a:lnTo>
                <a:lnTo>
                  <a:pt x="29078" y="128839"/>
                </a:lnTo>
                <a:lnTo>
                  <a:pt x="28986" y="130119"/>
                </a:lnTo>
                <a:lnTo>
                  <a:pt x="29078" y="131399"/>
                </a:lnTo>
                <a:lnTo>
                  <a:pt x="29352" y="132588"/>
                </a:lnTo>
                <a:lnTo>
                  <a:pt x="29809" y="133777"/>
                </a:lnTo>
                <a:lnTo>
                  <a:pt x="30541" y="134783"/>
                </a:lnTo>
                <a:lnTo>
                  <a:pt x="31364" y="135697"/>
                </a:lnTo>
                <a:lnTo>
                  <a:pt x="32370" y="136428"/>
                </a:lnTo>
                <a:lnTo>
                  <a:pt x="33467" y="136977"/>
                </a:lnTo>
                <a:lnTo>
                  <a:pt x="148316" y="183063"/>
                </a:lnTo>
                <a:lnTo>
                  <a:pt x="149870" y="183703"/>
                </a:lnTo>
                <a:lnTo>
                  <a:pt x="151333" y="184434"/>
                </a:lnTo>
                <a:lnTo>
                  <a:pt x="152796" y="185349"/>
                </a:lnTo>
                <a:lnTo>
                  <a:pt x="154168" y="186263"/>
                </a:lnTo>
                <a:lnTo>
                  <a:pt x="155539" y="187269"/>
                </a:lnTo>
                <a:lnTo>
                  <a:pt x="156820" y="188275"/>
                </a:lnTo>
                <a:lnTo>
                  <a:pt x="158008" y="189464"/>
                </a:lnTo>
                <a:lnTo>
                  <a:pt x="159197" y="190652"/>
                </a:lnTo>
                <a:lnTo>
                  <a:pt x="160203" y="191933"/>
                </a:lnTo>
                <a:lnTo>
                  <a:pt x="161209" y="193304"/>
                </a:lnTo>
                <a:lnTo>
                  <a:pt x="162123" y="194676"/>
                </a:lnTo>
                <a:lnTo>
                  <a:pt x="162946" y="196139"/>
                </a:lnTo>
                <a:lnTo>
                  <a:pt x="163769" y="197602"/>
                </a:lnTo>
                <a:lnTo>
                  <a:pt x="164409" y="199156"/>
                </a:lnTo>
                <a:lnTo>
                  <a:pt x="210495" y="314005"/>
                </a:lnTo>
                <a:close/>
                <a:moveTo>
                  <a:pt x="316382" y="31090"/>
                </a:moveTo>
                <a:lnTo>
                  <a:pt x="158008" y="189464"/>
                </a:lnTo>
              </a:path>
            </a:pathLst>
          </a:custGeom>
          <a:noFill/>
          <a:ln w="28956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27889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別の許可が必要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3246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commit・push・PR・送信・公開・デプロイ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00600" y="2697480"/>
            <a:ext cx="38862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697480"/>
            <a:ext cx="73152" cy="1243584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2843784"/>
            <a:ext cx="347472" cy="347472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8160" y="284378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347472" h="347472">
                <a:moveTo>
                  <a:pt x="231618" y="159288"/>
                </a:moveTo>
                <a:lnTo>
                  <a:pt x="260604" y="188184"/>
                </a:lnTo>
                <a:lnTo>
                  <a:pt x="318486" y="130302"/>
                </a:lnTo>
                <a:moveTo>
                  <a:pt x="231618" y="304038"/>
                </a:moveTo>
                <a:lnTo>
                  <a:pt x="231618" y="275052"/>
                </a:lnTo>
                <a:lnTo>
                  <a:pt x="231252" y="268559"/>
                </a:lnTo>
                <a:lnTo>
                  <a:pt x="230154" y="262158"/>
                </a:lnTo>
                <a:lnTo>
                  <a:pt x="228417" y="255941"/>
                </a:lnTo>
                <a:lnTo>
                  <a:pt x="225948" y="249997"/>
                </a:lnTo>
                <a:lnTo>
                  <a:pt x="222748" y="244236"/>
                </a:lnTo>
                <a:lnTo>
                  <a:pt x="218999" y="238933"/>
                </a:lnTo>
                <a:lnTo>
                  <a:pt x="214701" y="234086"/>
                </a:lnTo>
                <a:lnTo>
                  <a:pt x="209855" y="229789"/>
                </a:lnTo>
                <a:lnTo>
                  <a:pt x="204551" y="226040"/>
                </a:lnTo>
                <a:lnTo>
                  <a:pt x="198882" y="222931"/>
                </a:lnTo>
                <a:lnTo>
                  <a:pt x="192847" y="220462"/>
                </a:lnTo>
                <a:lnTo>
                  <a:pt x="186629" y="218633"/>
                </a:lnTo>
                <a:lnTo>
                  <a:pt x="180228" y="217536"/>
                </a:lnTo>
                <a:lnTo>
                  <a:pt x="173736" y="217170"/>
                </a:lnTo>
                <a:lnTo>
                  <a:pt x="86868" y="217170"/>
                </a:lnTo>
                <a:lnTo>
                  <a:pt x="80376" y="217536"/>
                </a:lnTo>
                <a:lnTo>
                  <a:pt x="73975" y="218633"/>
                </a:lnTo>
                <a:lnTo>
                  <a:pt x="67757" y="220462"/>
                </a:lnTo>
                <a:lnTo>
                  <a:pt x="61722" y="222931"/>
                </a:lnTo>
                <a:lnTo>
                  <a:pt x="56053" y="226040"/>
                </a:lnTo>
                <a:lnTo>
                  <a:pt x="50749" y="229789"/>
                </a:lnTo>
                <a:lnTo>
                  <a:pt x="45903" y="234086"/>
                </a:lnTo>
                <a:lnTo>
                  <a:pt x="41605" y="238933"/>
                </a:lnTo>
                <a:lnTo>
                  <a:pt x="37856" y="244236"/>
                </a:lnTo>
                <a:lnTo>
                  <a:pt x="34656" y="249997"/>
                </a:lnTo>
                <a:lnTo>
                  <a:pt x="32187" y="255941"/>
                </a:lnTo>
                <a:lnTo>
                  <a:pt x="30450" y="262158"/>
                </a:lnTo>
                <a:lnTo>
                  <a:pt x="29352" y="268559"/>
                </a:lnTo>
                <a:lnTo>
                  <a:pt x="28986" y="275052"/>
                </a:lnTo>
                <a:lnTo>
                  <a:pt x="28986" y="304038"/>
                </a:lnTo>
                <a:moveTo>
                  <a:pt x="188184" y="101316"/>
                </a:moveTo>
                <a:lnTo>
                  <a:pt x="186720" y="114209"/>
                </a:lnTo>
                <a:lnTo>
                  <a:pt x="182514" y="126462"/>
                </a:lnTo>
                <a:lnTo>
                  <a:pt x="175565" y="137434"/>
                </a:lnTo>
                <a:lnTo>
                  <a:pt x="166421" y="146578"/>
                </a:lnTo>
                <a:lnTo>
                  <a:pt x="155448" y="153528"/>
                </a:lnTo>
                <a:lnTo>
                  <a:pt x="143195" y="157825"/>
                </a:lnTo>
                <a:lnTo>
                  <a:pt x="130302" y="159288"/>
                </a:lnTo>
                <a:lnTo>
                  <a:pt x="117409" y="157825"/>
                </a:lnTo>
                <a:lnTo>
                  <a:pt x="105156" y="153528"/>
                </a:lnTo>
                <a:lnTo>
                  <a:pt x="94183" y="146578"/>
                </a:lnTo>
                <a:lnTo>
                  <a:pt x="85039" y="137434"/>
                </a:lnTo>
                <a:lnTo>
                  <a:pt x="78090" y="126462"/>
                </a:lnTo>
                <a:lnTo>
                  <a:pt x="73884" y="114209"/>
                </a:lnTo>
                <a:lnTo>
                  <a:pt x="72420" y="101316"/>
                </a:lnTo>
                <a:lnTo>
                  <a:pt x="73884" y="88422"/>
                </a:lnTo>
                <a:lnTo>
                  <a:pt x="78090" y="76261"/>
                </a:lnTo>
                <a:lnTo>
                  <a:pt x="85039" y="65197"/>
                </a:lnTo>
                <a:lnTo>
                  <a:pt x="94183" y="56053"/>
                </a:lnTo>
                <a:lnTo>
                  <a:pt x="105156" y="49195"/>
                </a:lnTo>
                <a:lnTo>
                  <a:pt x="117409" y="44897"/>
                </a:lnTo>
                <a:lnTo>
                  <a:pt x="130302" y="43434"/>
                </a:lnTo>
                <a:lnTo>
                  <a:pt x="143195" y="44897"/>
                </a:lnTo>
                <a:lnTo>
                  <a:pt x="155448" y="49195"/>
                </a:lnTo>
                <a:lnTo>
                  <a:pt x="166421" y="56053"/>
                </a:lnTo>
                <a:lnTo>
                  <a:pt x="175565" y="65197"/>
                </a:lnTo>
                <a:lnTo>
                  <a:pt x="182514" y="76261"/>
                </a:lnTo>
                <a:lnTo>
                  <a:pt x="186720" y="88422"/>
                </a:lnTo>
                <a:lnTo>
                  <a:pt x="188184" y="101316"/>
                </a:lnTo>
                <a:close/>
              </a:path>
            </a:pathLst>
          </a:custGeom>
          <a:noFill/>
          <a:ln w="28956">
            <a:solidFill>
              <a:srgbClr val="1218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27889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人が決める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029200" y="3246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本番での採用・社内向けの表現・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数値・法務やセキュリティ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5800" y="4123944"/>
            <a:ext cx="800100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123944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Skillを使っても権限は広がらない。依頼で許可した操作だけを行う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結果を見る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4231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使った後に何が残る？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p.22–24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868680"/>
            <a:ext cx="0" cy="3383280"/>
          </a:xfrm>
          <a:prstGeom prst="line">
            <a:avLst/>
          </a:prstGeom>
          <a:noFill/>
          <a:ln w="15875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8229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この章のページ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p.23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800" y="1234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完了報告で6つを確認する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p.24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6916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成果物の置き場所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結果を見る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完了報告で6つを確認する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8001000" cy="402336"/>
          </a:xfrm>
          <a:prstGeom prst="roundRect">
            <a:avLst>
              <a:gd name="adj" fmla="val 11364"/>
            </a:avLst>
          </a:prstGeom>
          <a:solidFill>
            <a:srgbClr val="F5F7FA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325880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何を作り、何を変えたか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773936"/>
            <a:ext cx="80010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819656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177393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成果物はどこにあるか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221992"/>
            <a:ext cx="8001000" cy="402336"/>
          </a:xfrm>
          <a:prstGeom prst="roundRect">
            <a:avLst>
              <a:gd name="adj" fmla="val 11364"/>
            </a:avLst>
          </a:prstGeom>
          <a:solidFill>
            <a:srgbClr val="F5F7FA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267712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22199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どの根拠を使ったか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2670048"/>
            <a:ext cx="80010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715768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2670048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どの検査（Build・Test・QA）が通ったか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3118104"/>
            <a:ext cx="8001000" cy="402336"/>
          </a:xfrm>
          <a:prstGeom prst="roundRect">
            <a:avLst>
              <a:gd name="adj" fmla="val 11364"/>
            </a:avLst>
          </a:prstGeom>
          <a:solidFill>
            <a:srgbClr val="F5F7FA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163824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11810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何が未確認で、どんなリスクが残るか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3566160"/>
            <a:ext cx="80010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61188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3566160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次に人が決めること・することは何か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4096512"/>
            <a:ext cx="800100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096512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commit・push・PR・公開をしたかどうかも、必ず分けて確認する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結果を見る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成果物の置き場所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開発（例）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4672" y="2020824"/>
            <a:ext cx="0" cy="2103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31136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50008"/>
            <a:ext cx="0" cy="2103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560320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50008"/>
            <a:ext cx="0" cy="539496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889504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350008"/>
            <a:ext cx="0" cy="86868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218688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020824"/>
            <a:ext cx="0" cy="1527048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547872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2020824"/>
            <a:ext cx="0" cy="185623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877056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178308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1737360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project-root/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8408" y="211226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2066544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docs/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71016" y="244144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23957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requirements/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要求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1016" y="277063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27249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specs/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仕様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71016" y="309981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305409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plans/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計画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8408" y="342900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07592" y="3383280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実装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78408" y="375818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07592" y="3712464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tests/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テスト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069080" y="132588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187952" y="2020824"/>
            <a:ext cx="0" cy="2103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87952" y="2231136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2350008"/>
            <a:ext cx="0" cy="2103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0560" y="2560320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679192"/>
            <a:ext cx="0" cy="2103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3168" y="2889504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3168" y="2679192"/>
            <a:ext cx="0" cy="539496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3168" y="3218688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3168" y="2679192"/>
            <a:ext cx="0" cy="86868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3168" y="3547872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3168" y="2679192"/>
            <a:ext cx="0" cy="1197864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73168" y="3877056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87952" y="2020824"/>
            <a:ext cx="0" cy="2185416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87952" y="4206240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69080" y="178308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98264" y="1737360"/>
            <a:ext cx="4288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presentation/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361688" y="211226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90872" y="2066544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harness/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654296" y="244144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0EA5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83480" y="239572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projects/&lt;deck-id&gt;/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作業場所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946904" y="277063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59436" y="217902"/>
                </a:moveTo>
                <a:lnTo>
                  <a:pt x="57241" y="217810"/>
                </a:lnTo>
                <a:lnTo>
                  <a:pt x="55047" y="217444"/>
                </a:lnTo>
                <a:lnTo>
                  <a:pt x="52852" y="216804"/>
                </a:lnTo>
                <a:lnTo>
                  <a:pt x="50841" y="215981"/>
                </a:lnTo>
                <a:lnTo>
                  <a:pt x="48920" y="214884"/>
                </a:lnTo>
                <a:lnTo>
                  <a:pt x="47092" y="213604"/>
                </a:lnTo>
                <a:lnTo>
                  <a:pt x="45446" y="212141"/>
                </a:lnTo>
                <a:lnTo>
                  <a:pt x="43983" y="210495"/>
                </a:lnTo>
                <a:lnTo>
                  <a:pt x="42702" y="208666"/>
                </a:lnTo>
                <a:lnTo>
                  <a:pt x="41605" y="206746"/>
                </a:lnTo>
                <a:lnTo>
                  <a:pt x="40691" y="204643"/>
                </a:lnTo>
                <a:lnTo>
                  <a:pt x="40142" y="202540"/>
                </a:lnTo>
                <a:lnTo>
                  <a:pt x="39776" y="200345"/>
                </a:lnTo>
                <a:lnTo>
                  <a:pt x="39594" y="198150"/>
                </a:lnTo>
                <a:lnTo>
                  <a:pt x="39594" y="39594"/>
                </a:lnTo>
                <a:lnTo>
                  <a:pt x="39776" y="37399"/>
                </a:lnTo>
                <a:lnTo>
                  <a:pt x="40142" y="35204"/>
                </a:lnTo>
                <a:lnTo>
                  <a:pt x="40691" y="33101"/>
                </a:lnTo>
                <a:lnTo>
                  <a:pt x="41605" y="30998"/>
                </a:lnTo>
                <a:lnTo>
                  <a:pt x="42702" y="29078"/>
                </a:lnTo>
                <a:lnTo>
                  <a:pt x="43983" y="27249"/>
                </a:lnTo>
                <a:lnTo>
                  <a:pt x="45446" y="25603"/>
                </a:lnTo>
                <a:lnTo>
                  <a:pt x="47092" y="24140"/>
                </a:lnTo>
                <a:lnTo>
                  <a:pt x="48920" y="22860"/>
                </a:lnTo>
                <a:lnTo>
                  <a:pt x="50841" y="21763"/>
                </a:lnTo>
                <a:lnTo>
                  <a:pt x="52852" y="20940"/>
                </a:lnTo>
                <a:lnTo>
                  <a:pt x="55047" y="20300"/>
                </a:lnTo>
                <a:lnTo>
                  <a:pt x="57241" y="19934"/>
                </a:lnTo>
                <a:lnTo>
                  <a:pt x="59436" y="19842"/>
                </a:lnTo>
                <a:lnTo>
                  <a:pt x="138714" y="19842"/>
                </a:lnTo>
                <a:lnTo>
                  <a:pt x="139995" y="19842"/>
                </a:lnTo>
                <a:lnTo>
                  <a:pt x="141366" y="19934"/>
                </a:lnTo>
                <a:lnTo>
                  <a:pt x="142646" y="20117"/>
                </a:lnTo>
                <a:lnTo>
                  <a:pt x="144018" y="20391"/>
                </a:lnTo>
                <a:lnTo>
                  <a:pt x="145298" y="20757"/>
                </a:lnTo>
                <a:lnTo>
                  <a:pt x="146578" y="21123"/>
                </a:lnTo>
                <a:lnTo>
                  <a:pt x="147858" y="21580"/>
                </a:lnTo>
                <a:lnTo>
                  <a:pt x="149047" y="22128"/>
                </a:lnTo>
                <a:lnTo>
                  <a:pt x="150236" y="22769"/>
                </a:lnTo>
                <a:lnTo>
                  <a:pt x="151425" y="23500"/>
                </a:lnTo>
                <a:lnTo>
                  <a:pt x="152522" y="24232"/>
                </a:lnTo>
                <a:lnTo>
                  <a:pt x="153528" y="25055"/>
                </a:lnTo>
                <a:lnTo>
                  <a:pt x="154625" y="25878"/>
                </a:lnTo>
                <a:lnTo>
                  <a:pt x="155539" y="26792"/>
                </a:lnTo>
                <a:lnTo>
                  <a:pt x="191110" y="62362"/>
                </a:lnTo>
                <a:lnTo>
                  <a:pt x="192024" y="63276"/>
                </a:lnTo>
                <a:lnTo>
                  <a:pt x="192938" y="64374"/>
                </a:lnTo>
                <a:lnTo>
                  <a:pt x="193670" y="65380"/>
                </a:lnTo>
                <a:lnTo>
                  <a:pt x="194493" y="66568"/>
                </a:lnTo>
                <a:lnTo>
                  <a:pt x="195133" y="67666"/>
                </a:lnTo>
                <a:lnTo>
                  <a:pt x="195773" y="68854"/>
                </a:lnTo>
                <a:lnTo>
                  <a:pt x="196322" y="70134"/>
                </a:lnTo>
                <a:lnTo>
                  <a:pt x="196779" y="71323"/>
                </a:lnTo>
                <a:lnTo>
                  <a:pt x="197236" y="72603"/>
                </a:lnTo>
                <a:lnTo>
                  <a:pt x="197510" y="73884"/>
                </a:lnTo>
                <a:lnTo>
                  <a:pt x="197785" y="75255"/>
                </a:lnTo>
                <a:lnTo>
                  <a:pt x="197968" y="76535"/>
                </a:lnTo>
                <a:lnTo>
                  <a:pt x="198059" y="77907"/>
                </a:lnTo>
                <a:lnTo>
                  <a:pt x="198150" y="79278"/>
                </a:lnTo>
                <a:lnTo>
                  <a:pt x="198150" y="198150"/>
                </a:lnTo>
                <a:lnTo>
                  <a:pt x="197968" y="200345"/>
                </a:lnTo>
                <a:lnTo>
                  <a:pt x="197602" y="202540"/>
                </a:lnTo>
                <a:lnTo>
                  <a:pt x="197053" y="204643"/>
                </a:lnTo>
                <a:lnTo>
                  <a:pt x="196139" y="206746"/>
                </a:lnTo>
                <a:lnTo>
                  <a:pt x="195042" y="208666"/>
                </a:lnTo>
                <a:lnTo>
                  <a:pt x="193761" y="210495"/>
                </a:lnTo>
                <a:lnTo>
                  <a:pt x="192298" y="212141"/>
                </a:lnTo>
                <a:lnTo>
                  <a:pt x="190652" y="213604"/>
                </a:lnTo>
                <a:lnTo>
                  <a:pt x="188824" y="214884"/>
                </a:lnTo>
                <a:lnTo>
                  <a:pt x="186903" y="215981"/>
                </a:lnTo>
                <a:lnTo>
                  <a:pt x="184892" y="216804"/>
                </a:lnTo>
                <a:lnTo>
                  <a:pt x="182697" y="217444"/>
                </a:lnTo>
                <a:lnTo>
                  <a:pt x="180503" y="217810"/>
                </a:lnTo>
                <a:lnTo>
                  <a:pt x="178308" y="217902"/>
                </a:lnTo>
                <a:lnTo>
                  <a:pt x="59436" y="217902"/>
                </a:lnTo>
                <a:close/>
                <a:moveTo>
                  <a:pt x="138714" y="19842"/>
                </a:moveTo>
                <a:lnTo>
                  <a:pt x="138714" y="69312"/>
                </a:lnTo>
                <a:lnTo>
                  <a:pt x="138714" y="70409"/>
                </a:lnTo>
                <a:lnTo>
                  <a:pt x="138897" y="71506"/>
                </a:lnTo>
                <a:lnTo>
                  <a:pt x="139263" y="72603"/>
                </a:lnTo>
                <a:lnTo>
                  <a:pt x="139629" y="73609"/>
                </a:lnTo>
                <a:lnTo>
                  <a:pt x="140178" y="74615"/>
                </a:lnTo>
                <a:lnTo>
                  <a:pt x="140818" y="75529"/>
                </a:lnTo>
                <a:lnTo>
                  <a:pt x="141549" y="76352"/>
                </a:lnTo>
                <a:lnTo>
                  <a:pt x="142372" y="77084"/>
                </a:lnTo>
                <a:lnTo>
                  <a:pt x="143286" y="77724"/>
                </a:lnTo>
                <a:lnTo>
                  <a:pt x="144292" y="78273"/>
                </a:lnTo>
                <a:lnTo>
                  <a:pt x="145298" y="78730"/>
                </a:lnTo>
                <a:lnTo>
                  <a:pt x="146395" y="79004"/>
                </a:lnTo>
                <a:lnTo>
                  <a:pt x="147493" y="79187"/>
                </a:lnTo>
                <a:lnTo>
                  <a:pt x="148590" y="79278"/>
                </a:lnTo>
                <a:lnTo>
                  <a:pt x="198150" y="79278"/>
                </a:lnTo>
                <a:moveTo>
                  <a:pt x="99030" y="89154"/>
                </a:moveTo>
                <a:lnTo>
                  <a:pt x="79278" y="89154"/>
                </a:lnTo>
                <a:moveTo>
                  <a:pt x="158466" y="128748"/>
                </a:moveTo>
                <a:lnTo>
                  <a:pt x="79278" y="128748"/>
                </a:lnTo>
                <a:moveTo>
                  <a:pt x="158466" y="168432"/>
                </a:moveTo>
                <a:lnTo>
                  <a:pt x="79278" y="168432"/>
                </a:lnTo>
              </a:path>
            </a:pathLst>
          </a:custGeom>
          <a:noFill/>
          <a:ln w="19812">
            <a:solidFill>
              <a:srgbClr val="5B64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76088" y="2724912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brief.txt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目的・読者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946904" y="309981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59436" y="217902"/>
                </a:moveTo>
                <a:lnTo>
                  <a:pt x="57241" y="217810"/>
                </a:lnTo>
                <a:lnTo>
                  <a:pt x="55047" y="217444"/>
                </a:lnTo>
                <a:lnTo>
                  <a:pt x="52852" y="216804"/>
                </a:lnTo>
                <a:lnTo>
                  <a:pt x="50841" y="215981"/>
                </a:lnTo>
                <a:lnTo>
                  <a:pt x="48920" y="214884"/>
                </a:lnTo>
                <a:lnTo>
                  <a:pt x="47092" y="213604"/>
                </a:lnTo>
                <a:lnTo>
                  <a:pt x="45446" y="212141"/>
                </a:lnTo>
                <a:lnTo>
                  <a:pt x="43983" y="210495"/>
                </a:lnTo>
                <a:lnTo>
                  <a:pt x="42702" y="208666"/>
                </a:lnTo>
                <a:lnTo>
                  <a:pt x="41605" y="206746"/>
                </a:lnTo>
                <a:lnTo>
                  <a:pt x="40691" y="204643"/>
                </a:lnTo>
                <a:lnTo>
                  <a:pt x="40142" y="202540"/>
                </a:lnTo>
                <a:lnTo>
                  <a:pt x="39776" y="200345"/>
                </a:lnTo>
                <a:lnTo>
                  <a:pt x="39594" y="198150"/>
                </a:lnTo>
                <a:lnTo>
                  <a:pt x="39594" y="39594"/>
                </a:lnTo>
                <a:lnTo>
                  <a:pt x="39776" y="37399"/>
                </a:lnTo>
                <a:lnTo>
                  <a:pt x="40142" y="35204"/>
                </a:lnTo>
                <a:lnTo>
                  <a:pt x="40691" y="33101"/>
                </a:lnTo>
                <a:lnTo>
                  <a:pt x="41605" y="30998"/>
                </a:lnTo>
                <a:lnTo>
                  <a:pt x="42702" y="29078"/>
                </a:lnTo>
                <a:lnTo>
                  <a:pt x="43983" y="27249"/>
                </a:lnTo>
                <a:lnTo>
                  <a:pt x="45446" y="25603"/>
                </a:lnTo>
                <a:lnTo>
                  <a:pt x="47092" y="24140"/>
                </a:lnTo>
                <a:lnTo>
                  <a:pt x="48920" y="22860"/>
                </a:lnTo>
                <a:lnTo>
                  <a:pt x="50841" y="21763"/>
                </a:lnTo>
                <a:lnTo>
                  <a:pt x="52852" y="20940"/>
                </a:lnTo>
                <a:lnTo>
                  <a:pt x="55047" y="20300"/>
                </a:lnTo>
                <a:lnTo>
                  <a:pt x="57241" y="19934"/>
                </a:lnTo>
                <a:lnTo>
                  <a:pt x="59436" y="19842"/>
                </a:lnTo>
                <a:lnTo>
                  <a:pt x="138714" y="19842"/>
                </a:lnTo>
                <a:lnTo>
                  <a:pt x="139995" y="19842"/>
                </a:lnTo>
                <a:lnTo>
                  <a:pt x="141366" y="19934"/>
                </a:lnTo>
                <a:lnTo>
                  <a:pt x="142646" y="20117"/>
                </a:lnTo>
                <a:lnTo>
                  <a:pt x="144018" y="20391"/>
                </a:lnTo>
                <a:lnTo>
                  <a:pt x="145298" y="20757"/>
                </a:lnTo>
                <a:lnTo>
                  <a:pt x="146578" y="21123"/>
                </a:lnTo>
                <a:lnTo>
                  <a:pt x="147858" y="21580"/>
                </a:lnTo>
                <a:lnTo>
                  <a:pt x="149047" y="22128"/>
                </a:lnTo>
                <a:lnTo>
                  <a:pt x="150236" y="22769"/>
                </a:lnTo>
                <a:lnTo>
                  <a:pt x="151425" y="23500"/>
                </a:lnTo>
                <a:lnTo>
                  <a:pt x="152522" y="24232"/>
                </a:lnTo>
                <a:lnTo>
                  <a:pt x="153528" y="25055"/>
                </a:lnTo>
                <a:lnTo>
                  <a:pt x="154625" y="25878"/>
                </a:lnTo>
                <a:lnTo>
                  <a:pt x="155539" y="26792"/>
                </a:lnTo>
                <a:lnTo>
                  <a:pt x="191110" y="62362"/>
                </a:lnTo>
                <a:lnTo>
                  <a:pt x="192024" y="63276"/>
                </a:lnTo>
                <a:lnTo>
                  <a:pt x="192938" y="64374"/>
                </a:lnTo>
                <a:lnTo>
                  <a:pt x="193670" y="65380"/>
                </a:lnTo>
                <a:lnTo>
                  <a:pt x="194493" y="66568"/>
                </a:lnTo>
                <a:lnTo>
                  <a:pt x="195133" y="67666"/>
                </a:lnTo>
                <a:lnTo>
                  <a:pt x="195773" y="68854"/>
                </a:lnTo>
                <a:lnTo>
                  <a:pt x="196322" y="70134"/>
                </a:lnTo>
                <a:lnTo>
                  <a:pt x="196779" y="71323"/>
                </a:lnTo>
                <a:lnTo>
                  <a:pt x="197236" y="72603"/>
                </a:lnTo>
                <a:lnTo>
                  <a:pt x="197510" y="73884"/>
                </a:lnTo>
                <a:lnTo>
                  <a:pt x="197785" y="75255"/>
                </a:lnTo>
                <a:lnTo>
                  <a:pt x="197968" y="76535"/>
                </a:lnTo>
                <a:lnTo>
                  <a:pt x="198059" y="77907"/>
                </a:lnTo>
                <a:lnTo>
                  <a:pt x="198150" y="79278"/>
                </a:lnTo>
                <a:lnTo>
                  <a:pt x="198150" y="198150"/>
                </a:lnTo>
                <a:lnTo>
                  <a:pt x="197968" y="200345"/>
                </a:lnTo>
                <a:lnTo>
                  <a:pt x="197602" y="202540"/>
                </a:lnTo>
                <a:lnTo>
                  <a:pt x="197053" y="204643"/>
                </a:lnTo>
                <a:lnTo>
                  <a:pt x="196139" y="206746"/>
                </a:lnTo>
                <a:lnTo>
                  <a:pt x="195042" y="208666"/>
                </a:lnTo>
                <a:lnTo>
                  <a:pt x="193761" y="210495"/>
                </a:lnTo>
                <a:lnTo>
                  <a:pt x="192298" y="212141"/>
                </a:lnTo>
                <a:lnTo>
                  <a:pt x="190652" y="213604"/>
                </a:lnTo>
                <a:lnTo>
                  <a:pt x="188824" y="214884"/>
                </a:lnTo>
                <a:lnTo>
                  <a:pt x="186903" y="215981"/>
                </a:lnTo>
                <a:lnTo>
                  <a:pt x="184892" y="216804"/>
                </a:lnTo>
                <a:lnTo>
                  <a:pt x="182697" y="217444"/>
                </a:lnTo>
                <a:lnTo>
                  <a:pt x="180503" y="217810"/>
                </a:lnTo>
                <a:lnTo>
                  <a:pt x="178308" y="217902"/>
                </a:lnTo>
                <a:lnTo>
                  <a:pt x="59436" y="217902"/>
                </a:lnTo>
                <a:close/>
                <a:moveTo>
                  <a:pt x="138714" y="19842"/>
                </a:moveTo>
                <a:lnTo>
                  <a:pt x="138714" y="69312"/>
                </a:lnTo>
                <a:lnTo>
                  <a:pt x="138714" y="70409"/>
                </a:lnTo>
                <a:lnTo>
                  <a:pt x="138897" y="71506"/>
                </a:lnTo>
                <a:lnTo>
                  <a:pt x="139263" y="72603"/>
                </a:lnTo>
                <a:lnTo>
                  <a:pt x="139629" y="73609"/>
                </a:lnTo>
                <a:lnTo>
                  <a:pt x="140178" y="74615"/>
                </a:lnTo>
                <a:lnTo>
                  <a:pt x="140818" y="75529"/>
                </a:lnTo>
                <a:lnTo>
                  <a:pt x="141549" y="76352"/>
                </a:lnTo>
                <a:lnTo>
                  <a:pt x="142372" y="77084"/>
                </a:lnTo>
                <a:lnTo>
                  <a:pt x="143286" y="77724"/>
                </a:lnTo>
                <a:lnTo>
                  <a:pt x="144292" y="78273"/>
                </a:lnTo>
                <a:lnTo>
                  <a:pt x="145298" y="78730"/>
                </a:lnTo>
                <a:lnTo>
                  <a:pt x="146395" y="79004"/>
                </a:lnTo>
                <a:lnTo>
                  <a:pt x="147493" y="79187"/>
                </a:lnTo>
                <a:lnTo>
                  <a:pt x="148590" y="79278"/>
                </a:lnTo>
                <a:lnTo>
                  <a:pt x="198150" y="79278"/>
                </a:lnTo>
                <a:moveTo>
                  <a:pt x="99030" y="89154"/>
                </a:moveTo>
                <a:lnTo>
                  <a:pt x="79278" y="89154"/>
                </a:lnTo>
                <a:moveTo>
                  <a:pt x="158466" y="128748"/>
                </a:moveTo>
                <a:lnTo>
                  <a:pt x="79278" y="128748"/>
                </a:lnTo>
                <a:moveTo>
                  <a:pt x="158466" y="168432"/>
                </a:moveTo>
                <a:lnTo>
                  <a:pt x="79278" y="168432"/>
                </a:lnTo>
              </a:path>
            </a:pathLst>
          </a:custGeom>
          <a:noFill/>
          <a:ln w="19812">
            <a:solidFill>
              <a:srgbClr val="5B647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76088" y="3054096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source-notes.txt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根拠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946904" y="342900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59436" y="217902"/>
                </a:moveTo>
                <a:lnTo>
                  <a:pt x="57241" y="217810"/>
                </a:lnTo>
                <a:lnTo>
                  <a:pt x="55047" y="217444"/>
                </a:lnTo>
                <a:lnTo>
                  <a:pt x="52852" y="216804"/>
                </a:lnTo>
                <a:lnTo>
                  <a:pt x="50841" y="215981"/>
                </a:lnTo>
                <a:lnTo>
                  <a:pt x="48920" y="214884"/>
                </a:lnTo>
                <a:lnTo>
                  <a:pt x="47092" y="213604"/>
                </a:lnTo>
                <a:lnTo>
                  <a:pt x="45446" y="212141"/>
                </a:lnTo>
                <a:lnTo>
                  <a:pt x="43983" y="210495"/>
                </a:lnTo>
                <a:lnTo>
                  <a:pt x="42702" y="208666"/>
                </a:lnTo>
                <a:lnTo>
                  <a:pt x="41605" y="206746"/>
                </a:lnTo>
                <a:lnTo>
                  <a:pt x="40691" y="204643"/>
                </a:lnTo>
                <a:lnTo>
                  <a:pt x="40142" y="202540"/>
                </a:lnTo>
                <a:lnTo>
                  <a:pt x="39776" y="200345"/>
                </a:lnTo>
                <a:lnTo>
                  <a:pt x="39594" y="198150"/>
                </a:lnTo>
                <a:lnTo>
                  <a:pt x="39594" y="39594"/>
                </a:lnTo>
                <a:lnTo>
                  <a:pt x="39776" y="37399"/>
                </a:lnTo>
                <a:lnTo>
                  <a:pt x="40142" y="35204"/>
                </a:lnTo>
                <a:lnTo>
                  <a:pt x="40691" y="33101"/>
                </a:lnTo>
                <a:lnTo>
                  <a:pt x="41605" y="30998"/>
                </a:lnTo>
                <a:lnTo>
                  <a:pt x="42702" y="29078"/>
                </a:lnTo>
                <a:lnTo>
                  <a:pt x="43983" y="27249"/>
                </a:lnTo>
                <a:lnTo>
                  <a:pt x="45446" y="25603"/>
                </a:lnTo>
                <a:lnTo>
                  <a:pt x="47092" y="24140"/>
                </a:lnTo>
                <a:lnTo>
                  <a:pt x="48920" y="22860"/>
                </a:lnTo>
                <a:lnTo>
                  <a:pt x="50841" y="21763"/>
                </a:lnTo>
                <a:lnTo>
                  <a:pt x="52852" y="20940"/>
                </a:lnTo>
                <a:lnTo>
                  <a:pt x="55047" y="20300"/>
                </a:lnTo>
                <a:lnTo>
                  <a:pt x="57241" y="19934"/>
                </a:lnTo>
                <a:lnTo>
                  <a:pt x="59436" y="19842"/>
                </a:lnTo>
                <a:lnTo>
                  <a:pt x="138714" y="19842"/>
                </a:lnTo>
                <a:lnTo>
                  <a:pt x="139995" y="19842"/>
                </a:lnTo>
                <a:lnTo>
                  <a:pt x="141366" y="19934"/>
                </a:lnTo>
                <a:lnTo>
                  <a:pt x="142646" y="20117"/>
                </a:lnTo>
                <a:lnTo>
                  <a:pt x="144018" y="20391"/>
                </a:lnTo>
                <a:lnTo>
                  <a:pt x="145298" y="20757"/>
                </a:lnTo>
                <a:lnTo>
                  <a:pt x="146578" y="21123"/>
                </a:lnTo>
                <a:lnTo>
                  <a:pt x="147858" y="21580"/>
                </a:lnTo>
                <a:lnTo>
                  <a:pt x="149047" y="22128"/>
                </a:lnTo>
                <a:lnTo>
                  <a:pt x="150236" y="22769"/>
                </a:lnTo>
                <a:lnTo>
                  <a:pt x="151425" y="23500"/>
                </a:lnTo>
                <a:lnTo>
                  <a:pt x="152522" y="24232"/>
                </a:lnTo>
                <a:lnTo>
                  <a:pt x="153528" y="25055"/>
                </a:lnTo>
                <a:lnTo>
                  <a:pt x="154625" y="25878"/>
                </a:lnTo>
                <a:lnTo>
                  <a:pt x="155539" y="26792"/>
                </a:lnTo>
                <a:lnTo>
                  <a:pt x="191110" y="62362"/>
                </a:lnTo>
                <a:lnTo>
                  <a:pt x="192024" y="63276"/>
                </a:lnTo>
                <a:lnTo>
                  <a:pt x="192938" y="64374"/>
                </a:lnTo>
                <a:lnTo>
                  <a:pt x="193670" y="65380"/>
                </a:lnTo>
                <a:lnTo>
                  <a:pt x="194493" y="66568"/>
                </a:lnTo>
                <a:lnTo>
                  <a:pt x="195133" y="67666"/>
                </a:lnTo>
                <a:lnTo>
                  <a:pt x="195773" y="68854"/>
                </a:lnTo>
                <a:lnTo>
                  <a:pt x="196322" y="70134"/>
                </a:lnTo>
                <a:lnTo>
                  <a:pt x="196779" y="71323"/>
                </a:lnTo>
                <a:lnTo>
                  <a:pt x="197236" y="72603"/>
                </a:lnTo>
                <a:lnTo>
                  <a:pt x="197510" y="73884"/>
                </a:lnTo>
                <a:lnTo>
                  <a:pt x="197785" y="75255"/>
                </a:lnTo>
                <a:lnTo>
                  <a:pt x="197968" y="76535"/>
                </a:lnTo>
                <a:lnTo>
                  <a:pt x="198059" y="77907"/>
                </a:lnTo>
                <a:lnTo>
                  <a:pt x="198150" y="79278"/>
                </a:lnTo>
                <a:lnTo>
                  <a:pt x="198150" y="198150"/>
                </a:lnTo>
                <a:lnTo>
                  <a:pt x="197968" y="200345"/>
                </a:lnTo>
                <a:lnTo>
                  <a:pt x="197602" y="202540"/>
                </a:lnTo>
                <a:lnTo>
                  <a:pt x="197053" y="204643"/>
                </a:lnTo>
                <a:lnTo>
                  <a:pt x="196139" y="206746"/>
                </a:lnTo>
                <a:lnTo>
                  <a:pt x="195042" y="208666"/>
                </a:lnTo>
                <a:lnTo>
                  <a:pt x="193761" y="210495"/>
                </a:lnTo>
                <a:lnTo>
                  <a:pt x="192298" y="212141"/>
                </a:lnTo>
                <a:lnTo>
                  <a:pt x="190652" y="213604"/>
                </a:lnTo>
                <a:lnTo>
                  <a:pt x="188824" y="214884"/>
                </a:lnTo>
                <a:lnTo>
                  <a:pt x="186903" y="215981"/>
                </a:lnTo>
                <a:lnTo>
                  <a:pt x="184892" y="216804"/>
                </a:lnTo>
                <a:lnTo>
                  <a:pt x="182697" y="217444"/>
                </a:lnTo>
                <a:lnTo>
                  <a:pt x="180503" y="217810"/>
                </a:lnTo>
                <a:lnTo>
                  <a:pt x="178308" y="217902"/>
                </a:lnTo>
                <a:lnTo>
                  <a:pt x="59436" y="217902"/>
                </a:lnTo>
                <a:close/>
                <a:moveTo>
                  <a:pt x="138714" y="19842"/>
                </a:moveTo>
                <a:lnTo>
                  <a:pt x="138714" y="69312"/>
                </a:lnTo>
                <a:lnTo>
                  <a:pt x="138714" y="70409"/>
                </a:lnTo>
                <a:lnTo>
                  <a:pt x="138897" y="71506"/>
                </a:lnTo>
                <a:lnTo>
                  <a:pt x="139263" y="72603"/>
                </a:lnTo>
                <a:lnTo>
                  <a:pt x="139629" y="73609"/>
                </a:lnTo>
                <a:lnTo>
                  <a:pt x="140178" y="74615"/>
                </a:lnTo>
                <a:lnTo>
                  <a:pt x="140818" y="75529"/>
                </a:lnTo>
                <a:lnTo>
                  <a:pt x="141549" y="76352"/>
                </a:lnTo>
                <a:lnTo>
                  <a:pt x="142372" y="77084"/>
                </a:lnTo>
                <a:lnTo>
                  <a:pt x="143286" y="77724"/>
                </a:lnTo>
                <a:lnTo>
                  <a:pt x="144292" y="78273"/>
                </a:lnTo>
                <a:lnTo>
                  <a:pt x="145298" y="78730"/>
                </a:lnTo>
                <a:lnTo>
                  <a:pt x="146395" y="79004"/>
                </a:lnTo>
                <a:lnTo>
                  <a:pt x="147493" y="79187"/>
                </a:lnTo>
                <a:lnTo>
                  <a:pt x="148590" y="79278"/>
                </a:lnTo>
                <a:lnTo>
                  <a:pt x="198150" y="79278"/>
                </a:lnTo>
                <a:moveTo>
                  <a:pt x="99030" y="89154"/>
                </a:moveTo>
                <a:lnTo>
                  <a:pt x="79278" y="89154"/>
                </a:lnTo>
                <a:moveTo>
                  <a:pt x="158466" y="128748"/>
                </a:moveTo>
                <a:lnTo>
                  <a:pt x="79278" y="128748"/>
                </a:lnTo>
                <a:moveTo>
                  <a:pt x="158466" y="168432"/>
                </a:moveTo>
                <a:lnTo>
                  <a:pt x="79278" y="168432"/>
                </a:lnTo>
              </a:path>
            </a:pathLst>
          </a:custGeom>
          <a:noFill/>
          <a:ln w="19812">
            <a:solidFill>
              <a:srgbClr val="5B647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76088" y="3383280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build.ts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生成コード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946904" y="375818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3B82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76088" y="3712464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PPTX・確認結果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361688" y="40873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0EA5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90872" y="4041648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presentations/&lt;deck-id&gt;/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完成版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しくみを知る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4231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もっと詳しく知りたい人へ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p.25–31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868680"/>
            <a:ext cx="0" cy="3383280"/>
          </a:xfrm>
          <a:prstGeom prst="line">
            <a:avLst/>
          </a:prstGeom>
          <a:noFill/>
          <a:ln w="15875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8229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この章のページ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800" y="1234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フォルダの全体像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p.27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6916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Skillは状況で選ぶ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p.28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148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判断と実装でAgentを分ける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p.29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2606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実装とレビューを交互に回す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p.30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30632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資料作成のしくみ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3520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p.31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57800" y="3520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資料は4段階で確かめる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しくみを知る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フォルダの全体像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04672" y="1600200"/>
            <a:ext cx="0" cy="192024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92224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600200"/>
            <a:ext cx="0" cy="50292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103120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600200"/>
            <a:ext cx="0" cy="813816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414016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600200"/>
            <a:ext cx="0" cy="11247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724912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1600200"/>
            <a:ext cx="0" cy="1435608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035808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1600200"/>
            <a:ext cx="0" cy="1746504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346704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1600200"/>
            <a:ext cx="0" cy="205740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657600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1600200"/>
            <a:ext cx="0" cy="2368296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3968496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1600200"/>
            <a:ext cx="0" cy="267919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279392"/>
            <a:ext cx="137160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136245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984" y="1325880"/>
            <a:ext cx="4288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AI-Engine-Dev/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78408" y="167335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59436" y="217902"/>
                </a:moveTo>
                <a:lnTo>
                  <a:pt x="57241" y="217810"/>
                </a:lnTo>
                <a:lnTo>
                  <a:pt x="55047" y="217444"/>
                </a:lnTo>
                <a:lnTo>
                  <a:pt x="52852" y="216804"/>
                </a:lnTo>
                <a:lnTo>
                  <a:pt x="50841" y="215981"/>
                </a:lnTo>
                <a:lnTo>
                  <a:pt x="48920" y="214884"/>
                </a:lnTo>
                <a:lnTo>
                  <a:pt x="47092" y="213604"/>
                </a:lnTo>
                <a:lnTo>
                  <a:pt x="45446" y="212141"/>
                </a:lnTo>
                <a:lnTo>
                  <a:pt x="43983" y="210495"/>
                </a:lnTo>
                <a:lnTo>
                  <a:pt x="42702" y="208666"/>
                </a:lnTo>
                <a:lnTo>
                  <a:pt x="41605" y="206746"/>
                </a:lnTo>
                <a:lnTo>
                  <a:pt x="40691" y="204643"/>
                </a:lnTo>
                <a:lnTo>
                  <a:pt x="40142" y="202540"/>
                </a:lnTo>
                <a:lnTo>
                  <a:pt x="39776" y="200345"/>
                </a:lnTo>
                <a:lnTo>
                  <a:pt x="39594" y="198150"/>
                </a:lnTo>
                <a:lnTo>
                  <a:pt x="39594" y="39594"/>
                </a:lnTo>
                <a:lnTo>
                  <a:pt x="39776" y="37399"/>
                </a:lnTo>
                <a:lnTo>
                  <a:pt x="40142" y="35204"/>
                </a:lnTo>
                <a:lnTo>
                  <a:pt x="40691" y="33101"/>
                </a:lnTo>
                <a:lnTo>
                  <a:pt x="41605" y="30998"/>
                </a:lnTo>
                <a:lnTo>
                  <a:pt x="42702" y="29078"/>
                </a:lnTo>
                <a:lnTo>
                  <a:pt x="43983" y="27249"/>
                </a:lnTo>
                <a:lnTo>
                  <a:pt x="45446" y="25603"/>
                </a:lnTo>
                <a:lnTo>
                  <a:pt x="47092" y="24140"/>
                </a:lnTo>
                <a:lnTo>
                  <a:pt x="48920" y="22860"/>
                </a:lnTo>
                <a:lnTo>
                  <a:pt x="50841" y="21763"/>
                </a:lnTo>
                <a:lnTo>
                  <a:pt x="52852" y="20940"/>
                </a:lnTo>
                <a:lnTo>
                  <a:pt x="55047" y="20300"/>
                </a:lnTo>
                <a:lnTo>
                  <a:pt x="57241" y="19934"/>
                </a:lnTo>
                <a:lnTo>
                  <a:pt x="59436" y="19842"/>
                </a:lnTo>
                <a:lnTo>
                  <a:pt x="138714" y="19842"/>
                </a:lnTo>
                <a:lnTo>
                  <a:pt x="139995" y="19842"/>
                </a:lnTo>
                <a:lnTo>
                  <a:pt x="141366" y="19934"/>
                </a:lnTo>
                <a:lnTo>
                  <a:pt x="142646" y="20117"/>
                </a:lnTo>
                <a:lnTo>
                  <a:pt x="144018" y="20391"/>
                </a:lnTo>
                <a:lnTo>
                  <a:pt x="145298" y="20757"/>
                </a:lnTo>
                <a:lnTo>
                  <a:pt x="146578" y="21123"/>
                </a:lnTo>
                <a:lnTo>
                  <a:pt x="147858" y="21580"/>
                </a:lnTo>
                <a:lnTo>
                  <a:pt x="149047" y="22128"/>
                </a:lnTo>
                <a:lnTo>
                  <a:pt x="150236" y="22769"/>
                </a:lnTo>
                <a:lnTo>
                  <a:pt x="151425" y="23500"/>
                </a:lnTo>
                <a:lnTo>
                  <a:pt x="152522" y="24232"/>
                </a:lnTo>
                <a:lnTo>
                  <a:pt x="153528" y="25055"/>
                </a:lnTo>
                <a:lnTo>
                  <a:pt x="154625" y="25878"/>
                </a:lnTo>
                <a:lnTo>
                  <a:pt x="155539" y="26792"/>
                </a:lnTo>
                <a:lnTo>
                  <a:pt x="191110" y="62362"/>
                </a:lnTo>
                <a:lnTo>
                  <a:pt x="192024" y="63276"/>
                </a:lnTo>
                <a:lnTo>
                  <a:pt x="192938" y="64374"/>
                </a:lnTo>
                <a:lnTo>
                  <a:pt x="193670" y="65380"/>
                </a:lnTo>
                <a:lnTo>
                  <a:pt x="194493" y="66568"/>
                </a:lnTo>
                <a:lnTo>
                  <a:pt x="195133" y="67666"/>
                </a:lnTo>
                <a:lnTo>
                  <a:pt x="195773" y="68854"/>
                </a:lnTo>
                <a:lnTo>
                  <a:pt x="196322" y="70134"/>
                </a:lnTo>
                <a:lnTo>
                  <a:pt x="196779" y="71323"/>
                </a:lnTo>
                <a:lnTo>
                  <a:pt x="197236" y="72603"/>
                </a:lnTo>
                <a:lnTo>
                  <a:pt x="197510" y="73884"/>
                </a:lnTo>
                <a:lnTo>
                  <a:pt x="197785" y="75255"/>
                </a:lnTo>
                <a:lnTo>
                  <a:pt x="197968" y="76535"/>
                </a:lnTo>
                <a:lnTo>
                  <a:pt x="198059" y="77907"/>
                </a:lnTo>
                <a:lnTo>
                  <a:pt x="198150" y="79278"/>
                </a:lnTo>
                <a:lnTo>
                  <a:pt x="198150" y="198150"/>
                </a:lnTo>
                <a:lnTo>
                  <a:pt x="197968" y="200345"/>
                </a:lnTo>
                <a:lnTo>
                  <a:pt x="197602" y="202540"/>
                </a:lnTo>
                <a:lnTo>
                  <a:pt x="197053" y="204643"/>
                </a:lnTo>
                <a:lnTo>
                  <a:pt x="196139" y="206746"/>
                </a:lnTo>
                <a:lnTo>
                  <a:pt x="195042" y="208666"/>
                </a:lnTo>
                <a:lnTo>
                  <a:pt x="193761" y="210495"/>
                </a:lnTo>
                <a:lnTo>
                  <a:pt x="192298" y="212141"/>
                </a:lnTo>
                <a:lnTo>
                  <a:pt x="190652" y="213604"/>
                </a:lnTo>
                <a:lnTo>
                  <a:pt x="188824" y="214884"/>
                </a:lnTo>
                <a:lnTo>
                  <a:pt x="186903" y="215981"/>
                </a:lnTo>
                <a:lnTo>
                  <a:pt x="184892" y="216804"/>
                </a:lnTo>
                <a:lnTo>
                  <a:pt x="182697" y="217444"/>
                </a:lnTo>
                <a:lnTo>
                  <a:pt x="180503" y="217810"/>
                </a:lnTo>
                <a:lnTo>
                  <a:pt x="178308" y="217902"/>
                </a:lnTo>
                <a:lnTo>
                  <a:pt x="59436" y="217902"/>
                </a:lnTo>
                <a:close/>
                <a:moveTo>
                  <a:pt x="138714" y="19842"/>
                </a:moveTo>
                <a:lnTo>
                  <a:pt x="138714" y="69312"/>
                </a:lnTo>
                <a:lnTo>
                  <a:pt x="138714" y="70409"/>
                </a:lnTo>
                <a:lnTo>
                  <a:pt x="138897" y="71506"/>
                </a:lnTo>
                <a:lnTo>
                  <a:pt x="139263" y="72603"/>
                </a:lnTo>
                <a:lnTo>
                  <a:pt x="139629" y="73609"/>
                </a:lnTo>
                <a:lnTo>
                  <a:pt x="140178" y="74615"/>
                </a:lnTo>
                <a:lnTo>
                  <a:pt x="140818" y="75529"/>
                </a:lnTo>
                <a:lnTo>
                  <a:pt x="141549" y="76352"/>
                </a:lnTo>
                <a:lnTo>
                  <a:pt x="142372" y="77084"/>
                </a:lnTo>
                <a:lnTo>
                  <a:pt x="143286" y="77724"/>
                </a:lnTo>
                <a:lnTo>
                  <a:pt x="144292" y="78273"/>
                </a:lnTo>
                <a:lnTo>
                  <a:pt x="145298" y="78730"/>
                </a:lnTo>
                <a:lnTo>
                  <a:pt x="146395" y="79004"/>
                </a:lnTo>
                <a:lnTo>
                  <a:pt x="147493" y="79187"/>
                </a:lnTo>
                <a:lnTo>
                  <a:pt x="148590" y="79278"/>
                </a:lnTo>
                <a:lnTo>
                  <a:pt x="198150" y="79278"/>
                </a:lnTo>
                <a:moveTo>
                  <a:pt x="99030" y="89154"/>
                </a:moveTo>
                <a:lnTo>
                  <a:pt x="79278" y="89154"/>
                </a:lnTo>
                <a:moveTo>
                  <a:pt x="158466" y="128748"/>
                </a:moveTo>
                <a:lnTo>
                  <a:pt x="79278" y="128748"/>
                </a:lnTo>
                <a:moveTo>
                  <a:pt x="158466" y="168432"/>
                </a:moveTo>
                <a:lnTo>
                  <a:pt x="79278" y="168432"/>
                </a:lnTo>
              </a:path>
            </a:pathLst>
          </a:custGeom>
          <a:noFill/>
          <a:ln w="19812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07592" y="1636776"/>
            <a:ext cx="3995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AGENTS.md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AIが守る共通の規則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78408" y="198424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59436" y="217902"/>
                </a:moveTo>
                <a:lnTo>
                  <a:pt x="57241" y="217810"/>
                </a:lnTo>
                <a:lnTo>
                  <a:pt x="55047" y="217444"/>
                </a:lnTo>
                <a:lnTo>
                  <a:pt x="52852" y="216804"/>
                </a:lnTo>
                <a:lnTo>
                  <a:pt x="50841" y="215981"/>
                </a:lnTo>
                <a:lnTo>
                  <a:pt x="48920" y="214884"/>
                </a:lnTo>
                <a:lnTo>
                  <a:pt x="47092" y="213604"/>
                </a:lnTo>
                <a:lnTo>
                  <a:pt x="45446" y="212141"/>
                </a:lnTo>
                <a:lnTo>
                  <a:pt x="43983" y="210495"/>
                </a:lnTo>
                <a:lnTo>
                  <a:pt x="42702" y="208666"/>
                </a:lnTo>
                <a:lnTo>
                  <a:pt x="41605" y="206746"/>
                </a:lnTo>
                <a:lnTo>
                  <a:pt x="40691" y="204643"/>
                </a:lnTo>
                <a:lnTo>
                  <a:pt x="40142" y="202540"/>
                </a:lnTo>
                <a:lnTo>
                  <a:pt x="39776" y="200345"/>
                </a:lnTo>
                <a:lnTo>
                  <a:pt x="39594" y="198150"/>
                </a:lnTo>
                <a:lnTo>
                  <a:pt x="39594" y="39594"/>
                </a:lnTo>
                <a:lnTo>
                  <a:pt x="39776" y="37399"/>
                </a:lnTo>
                <a:lnTo>
                  <a:pt x="40142" y="35204"/>
                </a:lnTo>
                <a:lnTo>
                  <a:pt x="40691" y="33101"/>
                </a:lnTo>
                <a:lnTo>
                  <a:pt x="41605" y="30998"/>
                </a:lnTo>
                <a:lnTo>
                  <a:pt x="42702" y="29078"/>
                </a:lnTo>
                <a:lnTo>
                  <a:pt x="43983" y="27249"/>
                </a:lnTo>
                <a:lnTo>
                  <a:pt x="45446" y="25603"/>
                </a:lnTo>
                <a:lnTo>
                  <a:pt x="47092" y="24140"/>
                </a:lnTo>
                <a:lnTo>
                  <a:pt x="48920" y="22860"/>
                </a:lnTo>
                <a:lnTo>
                  <a:pt x="50841" y="21763"/>
                </a:lnTo>
                <a:lnTo>
                  <a:pt x="52852" y="20940"/>
                </a:lnTo>
                <a:lnTo>
                  <a:pt x="55047" y="20300"/>
                </a:lnTo>
                <a:lnTo>
                  <a:pt x="57241" y="19934"/>
                </a:lnTo>
                <a:lnTo>
                  <a:pt x="59436" y="19842"/>
                </a:lnTo>
                <a:lnTo>
                  <a:pt x="138714" y="19842"/>
                </a:lnTo>
                <a:lnTo>
                  <a:pt x="139995" y="19842"/>
                </a:lnTo>
                <a:lnTo>
                  <a:pt x="141366" y="19934"/>
                </a:lnTo>
                <a:lnTo>
                  <a:pt x="142646" y="20117"/>
                </a:lnTo>
                <a:lnTo>
                  <a:pt x="144018" y="20391"/>
                </a:lnTo>
                <a:lnTo>
                  <a:pt x="145298" y="20757"/>
                </a:lnTo>
                <a:lnTo>
                  <a:pt x="146578" y="21123"/>
                </a:lnTo>
                <a:lnTo>
                  <a:pt x="147858" y="21580"/>
                </a:lnTo>
                <a:lnTo>
                  <a:pt x="149047" y="22128"/>
                </a:lnTo>
                <a:lnTo>
                  <a:pt x="150236" y="22769"/>
                </a:lnTo>
                <a:lnTo>
                  <a:pt x="151425" y="23500"/>
                </a:lnTo>
                <a:lnTo>
                  <a:pt x="152522" y="24232"/>
                </a:lnTo>
                <a:lnTo>
                  <a:pt x="153528" y="25055"/>
                </a:lnTo>
                <a:lnTo>
                  <a:pt x="154625" y="25878"/>
                </a:lnTo>
                <a:lnTo>
                  <a:pt x="155539" y="26792"/>
                </a:lnTo>
                <a:lnTo>
                  <a:pt x="191110" y="62362"/>
                </a:lnTo>
                <a:lnTo>
                  <a:pt x="192024" y="63276"/>
                </a:lnTo>
                <a:lnTo>
                  <a:pt x="192938" y="64374"/>
                </a:lnTo>
                <a:lnTo>
                  <a:pt x="193670" y="65380"/>
                </a:lnTo>
                <a:lnTo>
                  <a:pt x="194493" y="66568"/>
                </a:lnTo>
                <a:lnTo>
                  <a:pt x="195133" y="67666"/>
                </a:lnTo>
                <a:lnTo>
                  <a:pt x="195773" y="68854"/>
                </a:lnTo>
                <a:lnTo>
                  <a:pt x="196322" y="70134"/>
                </a:lnTo>
                <a:lnTo>
                  <a:pt x="196779" y="71323"/>
                </a:lnTo>
                <a:lnTo>
                  <a:pt x="197236" y="72603"/>
                </a:lnTo>
                <a:lnTo>
                  <a:pt x="197510" y="73884"/>
                </a:lnTo>
                <a:lnTo>
                  <a:pt x="197785" y="75255"/>
                </a:lnTo>
                <a:lnTo>
                  <a:pt x="197968" y="76535"/>
                </a:lnTo>
                <a:lnTo>
                  <a:pt x="198059" y="77907"/>
                </a:lnTo>
                <a:lnTo>
                  <a:pt x="198150" y="79278"/>
                </a:lnTo>
                <a:lnTo>
                  <a:pt x="198150" y="198150"/>
                </a:lnTo>
                <a:lnTo>
                  <a:pt x="197968" y="200345"/>
                </a:lnTo>
                <a:lnTo>
                  <a:pt x="197602" y="202540"/>
                </a:lnTo>
                <a:lnTo>
                  <a:pt x="197053" y="204643"/>
                </a:lnTo>
                <a:lnTo>
                  <a:pt x="196139" y="206746"/>
                </a:lnTo>
                <a:lnTo>
                  <a:pt x="195042" y="208666"/>
                </a:lnTo>
                <a:lnTo>
                  <a:pt x="193761" y="210495"/>
                </a:lnTo>
                <a:lnTo>
                  <a:pt x="192298" y="212141"/>
                </a:lnTo>
                <a:lnTo>
                  <a:pt x="190652" y="213604"/>
                </a:lnTo>
                <a:lnTo>
                  <a:pt x="188824" y="214884"/>
                </a:lnTo>
                <a:lnTo>
                  <a:pt x="186903" y="215981"/>
                </a:lnTo>
                <a:lnTo>
                  <a:pt x="184892" y="216804"/>
                </a:lnTo>
                <a:lnTo>
                  <a:pt x="182697" y="217444"/>
                </a:lnTo>
                <a:lnTo>
                  <a:pt x="180503" y="217810"/>
                </a:lnTo>
                <a:lnTo>
                  <a:pt x="178308" y="217902"/>
                </a:lnTo>
                <a:lnTo>
                  <a:pt x="59436" y="217902"/>
                </a:lnTo>
                <a:close/>
                <a:moveTo>
                  <a:pt x="138714" y="19842"/>
                </a:moveTo>
                <a:lnTo>
                  <a:pt x="138714" y="69312"/>
                </a:lnTo>
                <a:lnTo>
                  <a:pt x="138714" y="70409"/>
                </a:lnTo>
                <a:lnTo>
                  <a:pt x="138897" y="71506"/>
                </a:lnTo>
                <a:lnTo>
                  <a:pt x="139263" y="72603"/>
                </a:lnTo>
                <a:lnTo>
                  <a:pt x="139629" y="73609"/>
                </a:lnTo>
                <a:lnTo>
                  <a:pt x="140178" y="74615"/>
                </a:lnTo>
                <a:lnTo>
                  <a:pt x="140818" y="75529"/>
                </a:lnTo>
                <a:lnTo>
                  <a:pt x="141549" y="76352"/>
                </a:lnTo>
                <a:lnTo>
                  <a:pt x="142372" y="77084"/>
                </a:lnTo>
                <a:lnTo>
                  <a:pt x="143286" y="77724"/>
                </a:lnTo>
                <a:lnTo>
                  <a:pt x="144292" y="78273"/>
                </a:lnTo>
                <a:lnTo>
                  <a:pt x="145298" y="78730"/>
                </a:lnTo>
                <a:lnTo>
                  <a:pt x="146395" y="79004"/>
                </a:lnTo>
                <a:lnTo>
                  <a:pt x="147493" y="79187"/>
                </a:lnTo>
                <a:lnTo>
                  <a:pt x="148590" y="79278"/>
                </a:lnTo>
                <a:lnTo>
                  <a:pt x="198150" y="79278"/>
                </a:lnTo>
                <a:moveTo>
                  <a:pt x="99030" y="89154"/>
                </a:moveTo>
                <a:lnTo>
                  <a:pt x="79278" y="89154"/>
                </a:lnTo>
                <a:moveTo>
                  <a:pt x="158466" y="128748"/>
                </a:moveTo>
                <a:lnTo>
                  <a:pt x="79278" y="128748"/>
                </a:lnTo>
                <a:moveTo>
                  <a:pt x="158466" y="168432"/>
                </a:moveTo>
                <a:lnTo>
                  <a:pt x="79278" y="168432"/>
                </a:lnTo>
              </a:path>
            </a:pathLst>
          </a:custGeom>
          <a:noFill/>
          <a:ln w="19812">
            <a:solidFill>
              <a:srgbClr val="5B64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7592" y="1947672"/>
            <a:ext cx="3995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Claude Codeの入口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78408" y="229514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59436" y="217902"/>
                </a:moveTo>
                <a:lnTo>
                  <a:pt x="57241" y="217810"/>
                </a:lnTo>
                <a:lnTo>
                  <a:pt x="55047" y="217444"/>
                </a:lnTo>
                <a:lnTo>
                  <a:pt x="52852" y="216804"/>
                </a:lnTo>
                <a:lnTo>
                  <a:pt x="50841" y="215981"/>
                </a:lnTo>
                <a:lnTo>
                  <a:pt x="48920" y="214884"/>
                </a:lnTo>
                <a:lnTo>
                  <a:pt x="47092" y="213604"/>
                </a:lnTo>
                <a:lnTo>
                  <a:pt x="45446" y="212141"/>
                </a:lnTo>
                <a:lnTo>
                  <a:pt x="43983" y="210495"/>
                </a:lnTo>
                <a:lnTo>
                  <a:pt x="42702" y="208666"/>
                </a:lnTo>
                <a:lnTo>
                  <a:pt x="41605" y="206746"/>
                </a:lnTo>
                <a:lnTo>
                  <a:pt x="40691" y="204643"/>
                </a:lnTo>
                <a:lnTo>
                  <a:pt x="40142" y="202540"/>
                </a:lnTo>
                <a:lnTo>
                  <a:pt x="39776" y="200345"/>
                </a:lnTo>
                <a:lnTo>
                  <a:pt x="39594" y="198150"/>
                </a:lnTo>
                <a:lnTo>
                  <a:pt x="39594" y="39594"/>
                </a:lnTo>
                <a:lnTo>
                  <a:pt x="39776" y="37399"/>
                </a:lnTo>
                <a:lnTo>
                  <a:pt x="40142" y="35204"/>
                </a:lnTo>
                <a:lnTo>
                  <a:pt x="40691" y="33101"/>
                </a:lnTo>
                <a:lnTo>
                  <a:pt x="41605" y="30998"/>
                </a:lnTo>
                <a:lnTo>
                  <a:pt x="42702" y="29078"/>
                </a:lnTo>
                <a:lnTo>
                  <a:pt x="43983" y="27249"/>
                </a:lnTo>
                <a:lnTo>
                  <a:pt x="45446" y="25603"/>
                </a:lnTo>
                <a:lnTo>
                  <a:pt x="47092" y="24140"/>
                </a:lnTo>
                <a:lnTo>
                  <a:pt x="48920" y="22860"/>
                </a:lnTo>
                <a:lnTo>
                  <a:pt x="50841" y="21763"/>
                </a:lnTo>
                <a:lnTo>
                  <a:pt x="52852" y="20940"/>
                </a:lnTo>
                <a:lnTo>
                  <a:pt x="55047" y="20300"/>
                </a:lnTo>
                <a:lnTo>
                  <a:pt x="57241" y="19934"/>
                </a:lnTo>
                <a:lnTo>
                  <a:pt x="59436" y="19842"/>
                </a:lnTo>
                <a:lnTo>
                  <a:pt x="138714" y="19842"/>
                </a:lnTo>
                <a:lnTo>
                  <a:pt x="139995" y="19842"/>
                </a:lnTo>
                <a:lnTo>
                  <a:pt x="141366" y="19934"/>
                </a:lnTo>
                <a:lnTo>
                  <a:pt x="142646" y="20117"/>
                </a:lnTo>
                <a:lnTo>
                  <a:pt x="144018" y="20391"/>
                </a:lnTo>
                <a:lnTo>
                  <a:pt x="145298" y="20757"/>
                </a:lnTo>
                <a:lnTo>
                  <a:pt x="146578" y="21123"/>
                </a:lnTo>
                <a:lnTo>
                  <a:pt x="147858" y="21580"/>
                </a:lnTo>
                <a:lnTo>
                  <a:pt x="149047" y="22128"/>
                </a:lnTo>
                <a:lnTo>
                  <a:pt x="150236" y="22769"/>
                </a:lnTo>
                <a:lnTo>
                  <a:pt x="151425" y="23500"/>
                </a:lnTo>
                <a:lnTo>
                  <a:pt x="152522" y="24232"/>
                </a:lnTo>
                <a:lnTo>
                  <a:pt x="153528" y="25055"/>
                </a:lnTo>
                <a:lnTo>
                  <a:pt x="154625" y="25878"/>
                </a:lnTo>
                <a:lnTo>
                  <a:pt x="155539" y="26792"/>
                </a:lnTo>
                <a:lnTo>
                  <a:pt x="191110" y="62362"/>
                </a:lnTo>
                <a:lnTo>
                  <a:pt x="192024" y="63276"/>
                </a:lnTo>
                <a:lnTo>
                  <a:pt x="192938" y="64374"/>
                </a:lnTo>
                <a:lnTo>
                  <a:pt x="193670" y="65380"/>
                </a:lnTo>
                <a:lnTo>
                  <a:pt x="194493" y="66568"/>
                </a:lnTo>
                <a:lnTo>
                  <a:pt x="195133" y="67666"/>
                </a:lnTo>
                <a:lnTo>
                  <a:pt x="195773" y="68854"/>
                </a:lnTo>
                <a:lnTo>
                  <a:pt x="196322" y="70134"/>
                </a:lnTo>
                <a:lnTo>
                  <a:pt x="196779" y="71323"/>
                </a:lnTo>
                <a:lnTo>
                  <a:pt x="197236" y="72603"/>
                </a:lnTo>
                <a:lnTo>
                  <a:pt x="197510" y="73884"/>
                </a:lnTo>
                <a:lnTo>
                  <a:pt x="197785" y="75255"/>
                </a:lnTo>
                <a:lnTo>
                  <a:pt x="197968" y="76535"/>
                </a:lnTo>
                <a:lnTo>
                  <a:pt x="198059" y="77907"/>
                </a:lnTo>
                <a:lnTo>
                  <a:pt x="198150" y="79278"/>
                </a:lnTo>
                <a:lnTo>
                  <a:pt x="198150" y="198150"/>
                </a:lnTo>
                <a:lnTo>
                  <a:pt x="197968" y="200345"/>
                </a:lnTo>
                <a:lnTo>
                  <a:pt x="197602" y="202540"/>
                </a:lnTo>
                <a:lnTo>
                  <a:pt x="197053" y="204643"/>
                </a:lnTo>
                <a:lnTo>
                  <a:pt x="196139" y="206746"/>
                </a:lnTo>
                <a:lnTo>
                  <a:pt x="195042" y="208666"/>
                </a:lnTo>
                <a:lnTo>
                  <a:pt x="193761" y="210495"/>
                </a:lnTo>
                <a:lnTo>
                  <a:pt x="192298" y="212141"/>
                </a:lnTo>
                <a:lnTo>
                  <a:pt x="190652" y="213604"/>
                </a:lnTo>
                <a:lnTo>
                  <a:pt x="188824" y="214884"/>
                </a:lnTo>
                <a:lnTo>
                  <a:pt x="186903" y="215981"/>
                </a:lnTo>
                <a:lnTo>
                  <a:pt x="184892" y="216804"/>
                </a:lnTo>
                <a:lnTo>
                  <a:pt x="182697" y="217444"/>
                </a:lnTo>
                <a:lnTo>
                  <a:pt x="180503" y="217810"/>
                </a:lnTo>
                <a:lnTo>
                  <a:pt x="178308" y="217902"/>
                </a:lnTo>
                <a:lnTo>
                  <a:pt x="59436" y="217902"/>
                </a:lnTo>
                <a:close/>
                <a:moveTo>
                  <a:pt x="138714" y="19842"/>
                </a:moveTo>
                <a:lnTo>
                  <a:pt x="138714" y="69312"/>
                </a:lnTo>
                <a:lnTo>
                  <a:pt x="138714" y="70409"/>
                </a:lnTo>
                <a:lnTo>
                  <a:pt x="138897" y="71506"/>
                </a:lnTo>
                <a:lnTo>
                  <a:pt x="139263" y="72603"/>
                </a:lnTo>
                <a:lnTo>
                  <a:pt x="139629" y="73609"/>
                </a:lnTo>
                <a:lnTo>
                  <a:pt x="140178" y="74615"/>
                </a:lnTo>
                <a:lnTo>
                  <a:pt x="140818" y="75529"/>
                </a:lnTo>
                <a:lnTo>
                  <a:pt x="141549" y="76352"/>
                </a:lnTo>
                <a:lnTo>
                  <a:pt x="142372" y="77084"/>
                </a:lnTo>
                <a:lnTo>
                  <a:pt x="143286" y="77724"/>
                </a:lnTo>
                <a:lnTo>
                  <a:pt x="144292" y="78273"/>
                </a:lnTo>
                <a:lnTo>
                  <a:pt x="145298" y="78730"/>
                </a:lnTo>
                <a:lnTo>
                  <a:pt x="146395" y="79004"/>
                </a:lnTo>
                <a:lnTo>
                  <a:pt x="147493" y="79187"/>
                </a:lnTo>
                <a:lnTo>
                  <a:pt x="148590" y="79278"/>
                </a:lnTo>
                <a:lnTo>
                  <a:pt x="198150" y="79278"/>
                </a:lnTo>
                <a:moveTo>
                  <a:pt x="99030" y="89154"/>
                </a:moveTo>
                <a:lnTo>
                  <a:pt x="79278" y="89154"/>
                </a:lnTo>
                <a:moveTo>
                  <a:pt x="158466" y="128748"/>
                </a:moveTo>
                <a:lnTo>
                  <a:pt x="79278" y="128748"/>
                </a:lnTo>
                <a:moveTo>
                  <a:pt x="158466" y="168432"/>
                </a:moveTo>
                <a:lnTo>
                  <a:pt x="79278" y="168432"/>
                </a:lnTo>
              </a:path>
            </a:pathLst>
          </a:custGeom>
          <a:noFill/>
          <a:ln w="19812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07592" y="2258568"/>
            <a:ext cx="3995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README.md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利用者向けの入口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78408" y="260604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07592" y="2569464"/>
            <a:ext cx="3995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Lerning/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初めての人の学習資料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78408" y="291693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07592" y="2880360"/>
            <a:ext cx="3995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development/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システム開発の環境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78408" y="322783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07592" y="3191256"/>
            <a:ext cx="3995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presentation/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資料作成の環境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78408" y="353872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07592" y="3502152"/>
            <a:ext cx="3995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作業の記録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78408" y="384962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07592" y="3813048"/>
            <a:ext cx="3995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.agents/skills/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Codexが読むSkill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78408" y="416052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37744" h="237744">
                <a:moveTo>
                  <a:pt x="198150" y="198150"/>
                </a:moveTo>
                <a:lnTo>
                  <a:pt x="200345" y="197968"/>
                </a:lnTo>
                <a:lnTo>
                  <a:pt x="202540" y="197602"/>
                </a:lnTo>
                <a:lnTo>
                  <a:pt x="204643" y="197053"/>
                </a:lnTo>
                <a:lnTo>
                  <a:pt x="206746" y="196139"/>
                </a:lnTo>
                <a:lnTo>
                  <a:pt x="208666" y="195042"/>
                </a:lnTo>
                <a:lnTo>
                  <a:pt x="210495" y="193761"/>
                </a:lnTo>
                <a:lnTo>
                  <a:pt x="212141" y="192298"/>
                </a:lnTo>
                <a:lnTo>
                  <a:pt x="213604" y="190652"/>
                </a:lnTo>
                <a:lnTo>
                  <a:pt x="214884" y="188824"/>
                </a:lnTo>
                <a:lnTo>
                  <a:pt x="215981" y="186903"/>
                </a:lnTo>
                <a:lnTo>
                  <a:pt x="216804" y="184892"/>
                </a:lnTo>
                <a:lnTo>
                  <a:pt x="217444" y="182697"/>
                </a:lnTo>
                <a:lnTo>
                  <a:pt x="217810" y="180503"/>
                </a:lnTo>
                <a:lnTo>
                  <a:pt x="217902" y="178308"/>
                </a:lnTo>
                <a:lnTo>
                  <a:pt x="217902" y="79278"/>
                </a:lnTo>
                <a:lnTo>
                  <a:pt x="217810" y="76992"/>
                </a:lnTo>
                <a:lnTo>
                  <a:pt x="217444" y="74798"/>
                </a:lnTo>
                <a:lnTo>
                  <a:pt x="216804" y="72695"/>
                </a:lnTo>
                <a:lnTo>
                  <a:pt x="215981" y="70683"/>
                </a:lnTo>
                <a:lnTo>
                  <a:pt x="214884" y="68671"/>
                </a:lnTo>
                <a:lnTo>
                  <a:pt x="213604" y="66934"/>
                </a:lnTo>
                <a:lnTo>
                  <a:pt x="212141" y="65197"/>
                </a:lnTo>
                <a:lnTo>
                  <a:pt x="210495" y="63734"/>
                </a:lnTo>
                <a:lnTo>
                  <a:pt x="208666" y="62454"/>
                </a:lnTo>
                <a:lnTo>
                  <a:pt x="206746" y="61356"/>
                </a:lnTo>
                <a:lnTo>
                  <a:pt x="204643" y="60533"/>
                </a:lnTo>
                <a:lnTo>
                  <a:pt x="202540" y="59893"/>
                </a:lnTo>
                <a:lnTo>
                  <a:pt x="200345" y="59527"/>
                </a:lnTo>
                <a:lnTo>
                  <a:pt x="198150" y="59436"/>
                </a:lnTo>
                <a:lnTo>
                  <a:pt x="119878" y="59436"/>
                </a:lnTo>
                <a:lnTo>
                  <a:pt x="118415" y="59436"/>
                </a:lnTo>
                <a:lnTo>
                  <a:pt x="117043" y="59253"/>
                </a:lnTo>
                <a:lnTo>
                  <a:pt x="115672" y="59070"/>
                </a:lnTo>
                <a:lnTo>
                  <a:pt x="114300" y="58704"/>
                </a:lnTo>
                <a:lnTo>
                  <a:pt x="112928" y="58247"/>
                </a:lnTo>
                <a:lnTo>
                  <a:pt x="111648" y="57699"/>
                </a:lnTo>
                <a:lnTo>
                  <a:pt x="110368" y="57150"/>
                </a:lnTo>
                <a:lnTo>
                  <a:pt x="109088" y="56418"/>
                </a:lnTo>
                <a:lnTo>
                  <a:pt x="107991" y="55596"/>
                </a:lnTo>
                <a:lnTo>
                  <a:pt x="106893" y="54773"/>
                </a:lnTo>
                <a:lnTo>
                  <a:pt x="105796" y="53767"/>
                </a:lnTo>
                <a:lnTo>
                  <a:pt x="104882" y="52761"/>
                </a:lnTo>
                <a:lnTo>
                  <a:pt x="103967" y="51664"/>
                </a:lnTo>
                <a:lnTo>
                  <a:pt x="103144" y="50566"/>
                </a:lnTo>
                <a:lnTo>
                  <a:pt x="95098" y="38679"/>
                </a:lnTo>
                <a:lnTo>
                  <a:pt x="94275" y="37490"/>
                </a:lnTo>
                <a:lnTo>
                  <a:pt x="93360" y="36393"/>
                </a:lnTo>
                <a:lnTo>
                  <a:pt x="92446" y="35387"/>
                </a:lnTo>
                <a:lnTo>
                  <a:pt x="91440" y="34473"/>
                </a:lnTo>
                <a:lnTo>
                  <a:pt x="90343" y="33558"/>
                </a:lnTo>
                <a:lnTo>
                  <a:pt x="89154" y="32827"/>
                </a:lnTo>
                <a:lnTo>
                  <a:pt x="87965" y="32095"/>
                </a:lnTo>
                <a:lnTo>
                  <a:pt x="86685" y="31455"/>
                </a:lnTo>
                <a:lnTo>
                  <a:pt x="85405" y="30907"/>
                </a:lnTo>
                <a:lnTo>
                  <a:pt x="84033" y="30541"/>
                </a:lnTo>
                <a:lnTo>
                  <a:pt x="82753" y="30175"/>
                </a:lnTo>
                <a:lnTo>
                  <a:pt x="81382" y="29901"/>
                </a:lnTo>
                <a:lnTo>
                  <a:pt x="79919" y="29809"/>
                </a:lnTo>
                <a:lnTo>
                  <a:pt x="78547" y="29718"/>
                </a:lnTo>
                <a:lnTo>
                  <a:pt x="39594" y="29718"/>
                </a:lnTo>
                <a:lnTo>
                  <a:pt x="37399" y="29809"/>
                </a:lnTo>
                <a:lnTo>
                  <a:pt x="35204" y="30175"/>
                </a:lnTo>
                <a:lnTo>
                  <a:pt x="33101" y="30815"/>
                </a:lnTo>
                <a:lnTo>
                  <a:pt x="30998" y="31638"/>
                </a:lnTo>
                <a:lnTo>
                  <a:pt x="29078" y="32736"/>
                </a:lnTo>
                <a:lnTo>
                  <a:pt x="27249" y="34016"/>
                </a:lnTo>
                <a:lnTo>
                  <a:pt x="25603" y="35479"/>
                </a:lnTo>
                <a:lnTo>
                  <a:pt x="24140" y="37216"/>
                </a:lnTo>
                <a:lnTo>
                  <a:pt x="22860" y="38953"/>
                </a:lnTo>
                <a:lnTo>
                  <a:pt x="21763" y="40965"/>
                </a:lnTo>
                <a:lnTo>
                  <a:pt x="20940" y="42977"/>
                </a:lnTo>
                <a:lnTo>
                  <a:pt x="20300" y="45080"/>
                </a:lnTo>
                <a:lnTo>
                  <a:pt x="19934" y="47274"/>
                </a:lnTo>
                <a:lnTo>
                  <a:pt x="19842" y="49560"/>
                </a:lnTo>
                <a:lnTo>
                  <a:pt x="19842" y="178308"/>
                </a:lnTo>
                <a:lnTo>
                  <a:pt x="19934" y="180503"/>
                </a:lnTo>
                <a:lnTo>
                  <a:pt x="20300" y="182697"/>
                </a:lnTo>
                <a:lnTo>
                  <a:pt x="20940" y="184892"/>
                </a:lnTo>
                <a:lnTo>
                  <a:pt x="21763" y="186903"/>
                </a:lnTo>
                <a:lnTo>
                  <a:pt x="22860" y="188824"/>
                </a:lnTo>
                <a:lnTo>
                  <a:pt x="24140" y="190652"/>
                </a:lnTo>
                <a:lnTo>
                  <a:pt x="25603" y="192298"/>
                </a:lnTo>
                <a:lnTo>
                  <a:pt x="27249" y="193761"/>
                </a:lnTo>
                <a:lnTo>
                  <a:pt x="29078" y="195042"/>
                </a:lnTo>
                <a:lnTo>
                  <a:pt x="30998" y="196139"/>
                </a:lnTo>
                <a:lnTo>
                  <a:pt x="33101" y="197053"/>
                </a:lnTo>
                <a:lnTo>
                  <a:pt x="35204" y="197602"/>
                </a:lnTo>
                <a:lnTo>
                  <a:pt x="37399" y="197968"/>
                </a:lnTo>
                <a:lnTo>
                  <a:pt x="39594" y="198150"/>
                </a:lnTo>
                <a:lnTo>
                  <a:pt x="198150" y="198150"/>
                </a:lnTo>
                <a:close/>
              </a:path>
            </a:pathLst>
          </a:custGeom>
          <a:noFill/>
          <a:ln w="19812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07592" y="4123944"/>
            <a:ext cx="3995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Claude CodeのSkillとAgent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577840" y="1325880"/>
            <a:ext cx="3108960" cy="2176272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77840" y="1325880"/>
            <a:ext cx="73152" cy="21762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14356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最初に読む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5806440" y="1929384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06440" y="1929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172200" y="1892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README.md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806440" y="231343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06440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172200" y="22768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AGENTS.md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806440" y="269748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064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172200" y="26609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各領域の README.md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806440" y="3081528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0644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172200" y="3044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skills/README.md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しくみを知る｜DEVELOPMENT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Skillは状況で選ぶ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624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要望があいまい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367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requirements-analysis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00600" y="1325880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325880"/>
            <a:ext cx="73152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3624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振る舞いを決めたい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367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specification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020824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020824"/>
            <a:ext cx="73152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057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設計を決めたい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331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architecture-design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00600" y="2020824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020824"/>
            <a:ext cx="73152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057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作業を分けたい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2331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implementation-planning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2715768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715768"/>
            <a:ext cx="73152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7523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テストから作りたい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0266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 → implementation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00600" y="2715768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715768"/>
            <a:ext cx="73152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7523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不具合を調べたい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0" y="30266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3410712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3410712"/>
            <a:ext cx="73152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447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変更を確かめたい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3721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code-review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00600" y="3410712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410712"/>
            <a:ext cx="73152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447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PRやリリースをしたい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29200" y="3721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delivery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" y="4123944"/>
            <a:ext cx="800100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123944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通常は統合Skill（13件）から選ぶ。使う前にSKILL.mdを最後まで読む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しくみを知る｜orchestrated-development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判断と実装でAgentを分ける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84048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2606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904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288036"/>
                </a:moveTo>
                <a:lnTo>
                  <a:pt x="192024" y="80010"/>
                </a:lnTo>
                <a:moveTo>
                  <a:pt x="240030" y="208026"/>
                </a:moveTo>
                <a:lnTo>
                  <a:pt x="234269" y="206014"/>
                </a:lnTo>
                <a:lnTo>
                  <a:pt x="228691" y="203545"/>
                </a:lnTo>
                <a:lnTo>
                  <a:pt x="223296" y="200528"/>
                </a:lnTo>
                <a:lnTo>
                  <a:pt x="218267" y="197053"/>
                </a:lnTo>
                <a:lnTo>
                  <a:pt x="213604" y="193121"/>
                </a:lnTo>
                <a:lnTo>
                  <a:pt x="209306" y="188732"/>
                </a:lnTo>
                <a:lnTo>
                  <a:pt x="205374" y="183977"/>
                </a:lnTo>
                <a:lnTo>
                  <a:pt x="201900" y="178948"/>
                </a:lnTo>
                <a:lnTo>
                  <a:pt x="198973" y="173553"/>
                </a:lnTo>
                <a:lnTo>
                  <a:pt x="196505" y="167975"/>
                </a:lnTo>
                <a:lnTo>
                  <a:pt x="194584" y="162215"/>
                </a:lnTo>
                <a:lnTo>
                  <a:pt x="193121" y="156180"/>
                </a:lnTo>
                <a:lnTo>
                  <a:pt x="192298" y="150144"/>
                </a:lnTo>
                <a:lnTo>
                  <a:pt x="192024" y="144018"/>
                </a:lnTo>
                <a:lnTo>
                  <a:pt x="191750" y="150144"/>
                </a:lnTo>
                <a:lnTo>
                  <a:pt x="190927" y="156180"/>
                </a:lnTo>
                <a:lnTo>
                  <a:pt x="189464" y="162215"/>
                </a:lnTo>
                <a:lnTo>
                  <a:pt x="187543" y="167975"/>
                </a:lnTo>
                <a:lnTo>
                  <a:pt x="185075" y="173553"/>
                </a:lnTo>
                <a:lnTo>
                  <a:pt x="182148" y="178948"/>
                </a:lnTo>
                <a:lnTo>
                  <a:pt x="178674" y="183977"/>
                </a:lnTo>
                <a:lnTo>
                  <a:pt x="174742" y="188732"/>
                </a:lnTo>
                <a:lnTo>
                  <a:pt x="170444" y="193121"/>
                </a:lnTo>
                <a:lnTo>
                  <a:pt x="165781" y="197053"/>
                </a:lnTo>
                <a:lnTo>
                  <a:pt x="160752" y="200528"/>
                </a:lnTo>
                <a:lnTo>
                  <a:pt x="155357" y="203545"/>
                </a:lnTo>
                <a:lnTo>
                  <a:pt x="149779" y="206014"/>
                </a:lnTo>
                <a:lnTo>
                  <a:pt x="144018" y="208026"/>
                </a:lnTo>
                <a:moveTo>
                  <a:pt x="281635" y="104059"/>
                </a:moveTo>
                <a:lnTo>
                  <a:pt x="286390" y="92446"/>
                </a:lnTo>
                <a:lnTo>
                  <a:pt x="288036" y="80010"/>
                </a:lnTo>
                <a:lnTo>
                  <a:pt x="286390" y="67574"/>
                </a:lnTo>
                <a:lnTo>
                  <a:pt x="281635" y="55961"/>
                </a:lnTo>
                <a:lnTo>
                  <a:pt x="273954" y="46086"/>
                </a:lnTo>
                <a:lnTo>
                  <a:pt x="264079" y="38405"/>
                </a:lnTo>
                <a:lnTo>
                  <a:pt x="252466" y="33650"/>
                </a:lnTo>
                <a:lnTo>
                  <a:pt x="240030" y="32004"/>
                </a:lnTo>
                <a:lnTo>
                  <a:pt x="227594" y="33650"/>
                </a:lnTo>
                <a:lnTo>
                  <a:pt x="215981" y="38405"/>
                </a:lnTo>
                <a:lnTo>
                  <a:pt x="206106" y="46086"/>
                </a:lnTo>
                <a:lnTo>
                  <a:pt x="198425" y="55961"/>
                </a:lnTo>
                <a:lnTo>
                  <a:pt x="193670" y="67574"/>
                </a:lnTo>
                <a:lnTo>
                  <a:pt x="192024" y="80010"/>
                </a:lnTo>
                <a:lnTo>
                  <a:pt x="190378" y="67574"/>
                </a:lnTo>
                <a:lnTo>
                  <a:pt x="185623" y="55961"/>
                </a:lnTo>
                <a:lnTo>
                  <a:pt x="177942" y="46086"/>
                </a:lnTo>
                <a:lnTo>
                  <a:pt x="168067" y="38405"/>
                </a:lnTo>
                <a:lnTo>
                  <a:pt x="156454" y="33650"/>
                </a:lnTo>
                <a:lnTo>
                  <a:pt x="144018" y="32004"/>
                </a:lnTo>
                <a:lnTo>
                  <a:pt x="131582" y="33650"/>
                </a:lnTo>
                <a:lnTo>
                  <a:pt x="119969" y="38405"/>
                </a:lnTo>
                <a:lnTo>
                  <a:pt x="110094" y="46086"/>
                </a:lnTo>
                <a:lnTo>
                  <a:pt x="102413" y="55961"/>
                </a:lnTo>
                <a:lnTo>
                  <a:pt x="97658" y="67574"/>
                </a:lnTo>
                <a:lnTo>
                  <a:pt x="96012" y="80010"/>
                </a:lnTo>
                <a:lnTo>
                  <a:pt x="97658" y="92446"/>
                </a:lnTo>
                <a:lnTo>
                  <a:pt x="102413" y="104059"/>
                </a:lnTo>
                <a:moveTo>
                  <a:pt x="287945" y="82022"/>
                </a:moveTo>
                <a:lnTo>
                  <a:pt x="295900" y="84582"/>
                </a:lnTo>
                <a:lnTo>
                  <a:pt x="303306" y="88148"/>
                </a:lnTo>
                <a:lnTo>
                  <a:pt x="310256" y="92629"/>
                </a:lnTo>
                <a:lnTo>
                  <a:pt x="316565" y="98024"/>
                </a:lnTo>
                <a:lnTo>
                  <a:pt x="322143" y="104150"/>
                </a:lnTo>
                <a:lnTo>
                  <a:pt x="326898" y="111008"/>
                </a:lnTo>
                <a:lnTo>
                  <a:pt x="330647" y="118323"/>
                </a:lnTo>
                <a:lnTo>
                  <a:pt x="333482" y="126096"/>
                </a:lnTo>
                <a:lnTo>
                  <a:pt x="335310" y="134234"/>
                </a:lnTo>
                <a:lnTo>
                  <a:pt x="336042" y="142464"/>
                </a:lnTo>
                <a:lnTo>
                  <a:pt x="335676" y="150693"/>
                </a:lnTo>
                <a:lnTo>
                  <a:pt x="334305" y="158923"/>
                </a:lnTo>
                <a:lnTo>
                  <a:pt x="331836" y="166787"/>
                </a:lnTo>
                <a:lnTo>
                  <a:pt x="328452" y="174376"/>
                </a:lnTo>
                <a:moveTo>
                  <a:pt x="288036" y="288036"/>
                </a:moveTo>
                <a:lnTo>
                  <a:pt x="299923" y="286939"/>
                </a:lnTo>
                <a:lnTo>
                  <a:pt x="311445" y="283647"/>
                </a:lnTo>
                <a:lnTo>
                  <a:pt x="322052" y="278252"/>
                </a:lnTo>
                <a:lnTo>
                  <a:pt x="331561" y="270937"/>
                </a:lnTo>
                <a:lnTo>
                  <a:pt x="339517" y="262067"/>
                </a:lnTo>
                <a:lnTo>
                  <a:pt x="345735" y="251826"/>
                </a:lnTo>
                <a:lnTo>
                  <a:pt x="349849" y="240579"/>
                </a:lnTo>
                <a:lnTo>
                  <a:pt x="351861" y="228783"/>
                </a:lnTo>
                <a:lnTo>
                  <a:pt x="351678" y="216896"/>
                </a:lnTo>
                <a:lnTo>
                  <a:pt x="349209" y="205191"/>
                </a:lnTo>
                <a:lnTo>
                  <a:pt x="344637" y="194127"/>
                </a:lnTo>
                <a:lnTo>
                  <a:pt x="338054" y="184160"/>
                </a:lnTo>
                <a:lnTo>
                  <a:pt x="329824" y="175473"/>
                </a:lnTo>
                <a:lnTo>
                  <a:pt x="320040" y="168615"/>
                </a:lnTo>
                <a:moveTo>
                  <a:pt x="319491" y="279806"/>
                </a:moveTo>
                <a:lnTo>
                  <a:pt x="319674" y="294711"/>
                </a:lnTo>
                <a:lnTo>
                  <a:pt x="316382" y="309250"/>
                </a:lnTo>
                <a:lnTo>
                  <a:pt x="309890" y="322600"/>
                </a:lnTo>
                <a:lnTo>
                  <a:pt x="300380" y="334122"/>
                </a:lnTo>
                <a:lnTo>
                  <a:pt x="288493" y="343174"/>
                </a:lnTo>
                <a:lnTo>
                  <a:pt x="274869" y="349118"/>
                </a:lnTo>
                <a:lnTo>
                  <a:pt x="260147" y="351861"/>
                </a:lnTo>
                <a:lnTo>
                  <a:pt x="245242" y="351038"/>
                </a:lnTo>
                <a:lnTo>
                  <a:pt x="230977" y="346832"/>
                </a:lnTo>
                <a:lnTo>
                  <a:pt x="217993" y="339517"/>
                </a:lnTo>
                <a:lnTo>
                  <a:pt x="207112" y="329275"/>
                </a:lnTo>
                <a:lnTo>
                  <a:pt x="198882" y="316840"/>
                </a:lnTo>
                <a:lnTo>
                  <a:pt x="193761" y="302849"/>
                </a:lnTo>
                <a:lnTo>
                  <a:pt x="192024" y="288036"/>
                </a:lnTo>
                <a:lnTo>
                  <a:pt x="190287" y="302849"/>
                </a:lnTo>
                <a:lnTo>
                  <a:pt x="185166" y="316840"/>
                </a:lnTo>
                <a:lnTo>
                  <a:pt x="176936" y="329275"/>
                </a:lnTo>
                <a:lnTo>
                  <a:pt x="166055" y="339517"/>
                </a:lnTo>
                <a:lnTo>
                  <a:pt x="153071" y="346832"/>
                </a:lnTo>
                <a:lnTo>
                  <a:pt x="138806" y="351038"/>
                </a:lnTo>
                <a:lnTo>
                  <a:pt x="123901" y="351861"/>
                </a:lnTo>
                <a:lnTo>
                  <a:pt x="109179" y="349118"/>
                </a:lnTo>
                <a:lnTo>
                  <a:pt x="95555" y="343174"/>
                </a:lnTo>
                <a:lnTo>
                  <a:pt x="83668" y="334122"/>
                </a:lnTo>
                <a:lnTo>
                  <a:pt x="74158" y="322600"/>
                </a:lnTo>
                <a:lnTo>
                  <a:pt x="67666" y="309250"/>
                </a:lnTo>
                <a:lnTo>
                  <a:pt x="64374" y="294711"/>
                </a:lnTo>
                <a:lnTo>
                  <a:pt x="64557" y="279806"/>
                </a:lnTo>
                <a:moveTo>
                  <a:pt x="96012" y="288036"/>
                </a:moveTo>
                <a:lnTo>
                  <a:pt x="84125" y="286939"/>
                </a:lnTo>
                <a:lnTo>
                  <a:pt x="72603" y="283647"/>
                </a:lnTo>
                <a:lnTo>
                  <a:pt x="61996" y="278252"/>
                </a:lnTo>
                <a:lnTo>
                  <a:pt x="52487" y="270937"/>
                </a:lnTo>
                <a:lnTo>
                  <a:pt x="44531" y="262067"/>
                </a:lnTo>
                <a:lnTo>
                  <a:pt x="38313" y="251826"/>
                </a:lnTo>
                <a:lnTo>
                  <a:pt x="34199" y="240579"/>
                </a:lnTo>
                <a:lnTo>
                  <a:pt x="32187" y="228783"/>
                </a:lnTo>
                <a:lnTo>
                  <a:pt x="32370" y="216896"/>
                </a:lnTo>
                <a:lnTo>
                  <a:pt x="34839" y="205191"/>
                </a:lnTo>
                <a:lnTo>
                  <a:pt x="39411" y="194127"/>
                </a:lnTo>
                <a:lnTo>
                  <a:pt x="45994" y="184160"/>
                </a:lnTo>
                <a:lnTo>
                  <a:pt x="54224" y="175473"/>
                </a:lnTo>
                <a:lnTo>
                  <a:pt x="64008" y="168615"/>
                </a:lnTo>
                <a:moveTo>
                  <a:pt x="96103" y="82022"/>
                </a:moveTo>
                <a:lnTo>
                  <a:pt x="88148" y="84582"/>
                </a:lnTo>
                <a:lnTo>
                  <a:pt x="80742" y="88148"/>
                </a:lnTo>
                <a:lnTo>
                  <a:pt x="73792" y="92629"/>
                </a:lnTo>
                <a:lnTo>
                  <a:pt x="67483" y="98024"/>
                </a:lnTo>
                <a:lnTo>
                  <a:pt x="61905" y="104150"/>
                </a:lnTo>
                <a:lnTo>
                  <a:pt x="57150" y="111008"/>
                </a:lnTo>
                <a:lnTo>
                  <a:pt x="53401" y="118323"/>
                </a:lnTo>
                <a:lnTo>
                  <a:pt x="50566" y="126096"/>
                </a:lnTo>
                <a:lnTo>
                  <a:pt x="48738" y="134234"/>
                </a:lnTo>
                <a:lnTo>
                  <a:pt x="48006" y="142464"/>
                </a:lnTo>
                <a:lnTo>
                  <a:pt x="48372" y="150693"/>
                </a:lnTo>
                <a:lnTo>
                  <a:pt x="49743" y="158923"/>
                </a:lnTo>
                <a:lnTo>
                  <a:pt x="52212" y="166787"/>
                </a:lnTo>
                <a:lnTo>
                  <a:pt x="55596" y="174376"/>
                </a:lnTo>
              </a:path>
            </a:pathLst>
          </a:custGeom>
          <a:noFill/>
          <a:ln w="32004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435608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判断する役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139440" y="1508760"/>
            <a:ext cx="1203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Planner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984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2316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2768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2276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Opus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2624328"/>
            <a:ext cx="3337560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" y="2834640"/>
            <a:ext cx="82296" cy="822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設計と実装計画を立てる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8408" y="3108960"/>
            <a:ext cx="82296" cy="822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作業指示（Brief）を固める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8408" y="3383280"/>
            <a:ext cx="82296" cy="822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1288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タスクごとにレビューして判定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78408" y="3657600"/>
            <a:ext cx="82296" cy="822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128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全部終わったら全体をレビュー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1325880"/>
            <a:ext cx="384048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325880"/>
            <a:ext cx="73152" cy="2606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14904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240030" y="192024"/>
                </a:moveTo>
                <a:lnTo>
                  <a:pt x="90068" y="341986"/>
                </a:lnTo>
                <a:lnTo>
                  <a:pt x="84125" y="346740"/>
                </a:lnTo>
                <a:lnTo>
                  <a:pt x="77267" y="350032"/>
                </a:lnTo>
                <a:lnTo>
                  <a:pt x="69860" y="351770"/>
                </a:lnTo>
                <a:lnTo>
                  <a:pt x="62271" y="351770"/>
                </a:lnTo>
                <a:lnTo>
                  <a:pt x="54864" y="350032"/>
                </a:lnTo>
                <a:lnTo>
                  <a:pt x="48006" y="346740"/>
                </a:lnTo>
                <a:lnTo>
                  <a:pt x="42062" y="341986"/>
                </a:lnTo>
                <a:lnTo>
                  <a:pt x="37308" y="336042"/>
                </a:lnTo>
                <a:lnTo>
                  <a:pt x="34016" y="329184"/>
                </a:lnTo>
                <a:lnTo>
                  <a:pt x="32278" y="321777"/>
                </a:lnTo>
                <a:lnTo>
                  <a:pt x="32278" y="314188"/>
                </a:lnTo>
                <a:lnTo>
                  <a:pt x="34016" y="306781"/>
                </a:lnTo>
                <a:lnTo>
                  <a:pt x="37308" y="299923"/>
                </a:lnTo>
                <a:lnTo>
                  <a:pt x="42062" y="293980"/>
                </a:lnTo>
                <a:lnTo>
                  <a:pt x="192024" y="144018"/>
                </a:lnTo>
                <a:moveTo>
                  <a:pt x="288036" y="240030"/>
                </a:moveTo>
                <a:lnTo>
                  <a:pt x="352044" y="176022"/>
                </a:lnTo>
                <a:moveTo>
                  <a:pt x="343997" y="183977"/>
                </a:moveTo>
                <a:lnTo>
                  <a:pt x="313456" y="153436"/>
                </a:lnTo>
                <a:lnTo>
                  <a:pt x="312176" y="152065"/>
                </a:lnTo>
                <a:lnTo>
                  <a:pt x="310987" y="150693"/>
                </a:lnTo>
                <a:lnTo>
                  <a:pt x="309982" y="149322"/>
                </a:lnTo>
                <a:lnTo>
                  <a:pt x="308976" y="147767"/>
                </a:lnTo>
                <a:lnTo>
                  <a:pt x="308061" y="146213"/>
                </a:lnTo>
                <a:lnTo>
                  <a:pt x="307238" y="144658"/>
                </a:lnTo>
                <a:lnTo>
                  <a:pt x="306507" y="143012"/>
                </a:lnTo>
                <a:lnTo>
                  <a:pt x="305867" y="141366"/>
                </a:lnTo>
                <a:lnTo>
                  <a:pt x="305318" y="139629"/>
                </a:lnTo>
                <a:lnTo>
                  <a:pt x="304861" y="137892"/>
                </a:lnTo>
                <a:lnTo>
                  <a:pt x="304495" y="136154"/>
                </a:lnTo>
                <a:lnTo>
                  <a:pt x="304221" y="134325"/>
                </a:lnTo>
                <a:lnTo>
                  <a:pt x="304129" y="132588"/>
                </a:lnTo>
                <a:lnTo>
                  <a:pt x="304038" y="130759"/>
                </a:lnTo>
                <a:lnTo>
                  <a:pt x="304038" y="125273"/>
                </a:lnTo>
                <a:lnTo>
                  <a:pt x="303947" y="123444"/>
                </a:lnTo>
                <a:lnTo>
                  <a:pt x="303855" y="121707"/>
                </a:lnTo>
                <a:lnTo>
                  <a:pt x="303581" y="119878"/>
                </a:lnTo>
                <a:lnTo>
                  <a:pt x="303215" y="118140"/>
                </a:lnTo>
                <a:lnTo>
                  <a:pt x="302758" y="116403"/>
                </a:lnTo>
                <a:lnTo>
                  <a:pt x="302209" y="114666"/>
                </a:lnTo>
                <a:lnTo>
                  <a:pt x="301569" y="113020"/>
                </a:lnTo>
                <a:lnTo>
                  <a:pt x="300838" y="111374"/>
                </a:lnTo>
                <a:lnTo>
                  <a:pt x="300015" y="109819"/>
                </a:lnTo>
                <a:lnTo>
                  <a:pt x="299100" y="108265"/>
                </a:lnTo>
                <a:lnTo>
                  <a:pt x="298094" y="106710"/>
                </a:lnTo>
                <a:lnTo>
                  <a:pt x="297089" y="105339"/>
                </a:lnTo>
                <a:lnTo>
                  <a:pt x="295900" y="103967"/>
                </a:lnTo>
                <a:lnTo>
                  <a:pt x="294620" y="102596"/>
                </a:lnTo>
                <a:lnTo>
                  <a:pt x="268102" y="76078"/>
                </a:lnTo>
                <a:lnTo>
                  <a:pt x="264262" y="72420"/>
                </a:lnTo>
                <a:lnTo>
                  <a:pt x="260147" y="68946"/>
                </a:lnTo>
                <a:lnTo>
                  <a:pt x="255849" y="65745"/>
                </a:lnTo>
                <a:lnTo>
                  <a:pt x="251369" y="62728"/>
                </a:lnTo>
                <a:lnTo>
                  <a:pt x="246705" y="59985"/>
                </a:lnTo>
                <a:lnTo>
                  <a:pt x="241950" y="57516"/>
                </a:lnTo>
                <a:lnTo>
                  <a:pt x="237012" y="55321"/>
                </a:lnTo>
                <a:lnTo>
                  <a:pt x="231983" y="53401"/>
                </a:lnTo>
                <a:lnTo>
                  <a:pt x="226863" y="51755"/>
                </a:lnTo>
                <a:lnTo>
                  <a:pt x="221651" y="50383"/>
                </a:lnTo>
                <a:lnTo>
                  <a:pt x="216347" y="49378"/>
                </a:lnTo>
                <a:lnTo>
                  <a:pt x="211044" y="48646"/>
                </a:lnTo>
                <a:lnTo>
                  <a:pt x="205649" y="48189"/>
                </a:lnTo>
                <a:lnTo>
                  <a:pt x="200254" y="48006"/>
                </a:lnTo>
                <a:lnTo>
                  <a:pt x="144018" y="48006"/>
                </a:lnTo>
                <a:lnTo>
                  <a:pt x="163952" y="67940"/>
                </a:lnTo>
                <a:lnTo>
                  <a:pt x="167610" y="71780"/>
                </a:lnTo>
                <a:lnTo>
                  <a:pt x="171084" y="75895"/>
                </a:lnTo>
                <a:lnTo>
                  <a:pt x="174285" y="80193"/>
                </a:lnTo>
                <a:lnTo>
                  <a:pt x="177302" y="84673"/>
                </a:lnTo>
                <a:lnTo>
                  <a:pt x="180045" y="89337"/>
                </a:lnTo>
                <a:lnTo>
                  <a:pt x="182514" y="94092"/>
                </a:lnTo>
                <a:lnTo>
                  <a:pt x="184709" y="99030"/>
                </a:lnTo>
                <a:lnTo>
                  <a:pt x="186629" y="104059"/>
                </a:lnTo>
                <a:lnTo>
                  <a:pt x="188275" y="109179"/>
                </a:lnTo>
                <a:lnTo>
                  <a:pt x="189647" y="114391"/>
                </a:lnTo>
                <a:lnTo>
                  <a:pt x="190652" y="119695"/>
                </a:lnTo>
                <a:lnTo>
                  <a:pt x="191384" y="124998"/>
                </a:lnTo>
                <a:lnTo>
                  <a:pt x="191841" y="130393"/>
                </a:lnTo>
                <a:lnTo>
                  <a:pt x="192024" y="135788"/>
                </a:lnTo>
                <a:lnTo>
                  <a:pt x="192024" y="160020"/>
                </a:lnTo>
                <a:lnTo>
                  <a:pt x="224028" y="192024"/>
                </a:lnTo>
                <a:lnTo>
                  <a:pt x="242773" y="192024"/>
                </a:lnTo>
                <a:lnTo>
                  <a:pt x="244602" y="192115"/>
                </a:lnTo>
                <a:lnTo>
                  <a:pt x="246339" y="192207"/>
                </a:lnTo>
                <a:lnTo>
                  <a:pt x="248168" y="192481"/>
                </a:lnTo>
                <a:lnTo>
                  <a:pt x="249906" y="192847"/>
                </a:lnTo>
                <a:lnTo>
                  <a:pt x="251643" y="193304"/>
                </a:lnTo>
                <a:lnTo>
                  <a:pt x="253380" y="193853"/>
                </a:lnTo>
                <a:lnTo>
                  <a:pt x="255026" y="194493"/>
                </a:lnTo>
                <a:lnTo>
                  <a:pt x="256672" y="195224"/>
                </a:lnTo>
                <a:lnTo>
                  <a:pt x="258227" y="196047"/>
                </a:lnTo>
                <a:lnTo>
                  <a:pt x="259781" y="196962"/>
                </a:lnTo>
                <a:lnTo>
                  <a:pt x="261336" y="197968"/>
                </a:lnTo>
                <a:lnTo>
                  <a:pt x="262707" y="198973"/>
                </a:lnTo>
                <a:lnTo>
                  <a:pt x="264079" y="200162"/>
                </a:lnTo>
                <a:lnTo>
                  <a:pt x="265450" y="201442"/>
                </a:lnTo>
                <a:lnTo>
                  <a:pt x="296083" y="231983"/>
                </a:lnTo>
              </a:path>
            </a:pathLst>
          </a:custGeom>
          <a:noFill/>
          <a:ln w="32004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435608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実装する役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99960" y="1508760"/>
            <a:ext cx="1203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1984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Codex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Luna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20640" y="22768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3680" y="2276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Sonnet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20640" y="2624328"/>
            <a:ext cx="3337560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38928" y="283464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21808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作業指示どおりに実装する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38928" y="310896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テストと検証コマンドを実行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38928" y="338328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21808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自己レビューして報告する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38928" y="365760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2180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判断が要るときは差し戻す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" y="4078224"/>
            <a:ext cx="800100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078224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モデルは既定に任せず、役割ごとに指定して割り当てる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しくみを知る｜orchestrated-development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実装とレビューを交互に回す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453896"/>
            <a:ext cx="1077366" cy="310896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453896"/>
            <a:ext cx="10773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Planner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828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6968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設計・指示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32304" y="1943100"/>
            <a:ext cx="301752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88920" y="132588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325880"/>
            <a:ext cx="73152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0088" y="1453896"/>
            <a:ext cx="1045667" cy="310896"/>
          </a:xfrm>
          <a:prstGeom prst="roundRect">
            <a:avLst>
              <a:gd name="adj" fmla="val 235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1453896"/>
            <a:ext cx="1045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90088" y="1828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990088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実装と検証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35424" y="1943100"/>
            <a:ext cx="301752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92040" y="132588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1325880"/>
            <a:ext cx="73152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93208" y="1453896"/>
            <a:ext cx="1077366" cy="310896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1453896"/>
            <a:ext cx="10773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Planner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93208" y="1828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93208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仕様と品質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38544" y="1943100"/>
            <a:ext cx="301752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95160" y="132588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1325880"/>
            <a:ext cx="73152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96328" y="1453896"/>
            <a:ext cx="1077366" cy="310896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96328" y="1453896"/>
            <a:ext cx="10773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Planner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96328" y="1828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全体確認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196328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最後に全体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92040" y="301752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017520"/>
            <a:ext cx="73152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93208" y="3145536"/>
            <a:ext cx="1045667" cy="310896"/>
          </a:xfrm>
          <a:prstGeom prst="roundRect">
            <a:avLst>
              <a:gd name="adj" fmla="val 235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93208" y="3145536"/>
            <a:ext cx="1045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93208" y="35204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修正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093208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指摘を直す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99532" y="2606040"/>
            <a:ext cx="0" cy="36576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076188" y="2606040"/>
            <a:ext cx="0" cy="36576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headEnd type="triangl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3383280" y="2651760"/>
            <a:ext cx="18790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指摘あり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85916" y="26517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再レビュー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5800" y="31089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PlannerとWorkerは別のAgentで、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別の会話（Context）として動く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しくみを知る｜PRESENTATION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資料作成のしくみ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90088" y="13258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00016" y="1325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output/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29984" y="132588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91640"/>
            <a:ext cx="73152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150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brief.txt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1259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目的・読者・結論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63240"/>
            <a:ext cx="73152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866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source-notes.txt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4975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根拠と出典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90088" y="230886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250088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build.ts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72968" y="28117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生成コード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0016" y="1691640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691640"/>
            <a:ext cx="73152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17373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deck.pptx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82896" y="2048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00016" y="2455164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0016" y="2455164"/>
            <a:ext cx="73152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25008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screenshots/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82896" y="28117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全ページ画像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00016" y="3218688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0016" y="3218688"/>
            <a:ext cx="73152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32644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qa-report.md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82896" y="3575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確認結果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29984" y="2308860"/>
            <a:ext cx="19568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9984" y="2308860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250088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presentations/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12864" y="281178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完成版を置く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734056" y="2125980"/>
            <a:ext cx="105156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2839212" y="2125980"/>
            <a:ext cx="0" cy="68580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839212" y="2811780"/>
            <a:ext cx="105156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734056" y="3497580"/>
            <a:ext cx="105156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2839212" y="2811780"/>
            <a:ext cx="0" cy="68580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2839212" y="2811780"/>
            <a:ext cx="105156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443984" y="2811780"/>
            <a:ext cx="105156" cy="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4549140" y="2048256"/>
            <a:ext cx="0" cy="763524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4549140" y="2048256"/>
            <a:ext cx="105156" cy="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443984" y="2811780"/>
            <a:ext cx="210312" cy="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443984" y="2811780"/>
            <a:ext cx="105156" cy="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4549140" y="2811780"/>
            <a:ext cx="0" cy="763524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4549140" y="3575304"/>
            <a:ext cx="105156" cy="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492240" y="2811780"/>
            <a:ext cx="182880" cy="0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85800" y="4096512"/>
            <a:ext cx="800100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4096512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build.tsを実行し直せば、同じ内容のPPTXを作り直せる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しくみを知る｜PRESENTATION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資料は4段階で確かめる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739646" cy="2377440"/>
          </a:xfrm>
          <a:prstGeom prst="roundRect">
            <a:avLst>
              <a:gd name="adj" fmla="val 315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508760"/>
            <a:ext cx="365760" cy="36576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58518" y="150876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76170" y="76170"/>
                </a:moveTo>
                <a:lnTo>
                  <a:pt x="76535" y="71689"/>
                </a:lnTo>
                <a:lnTo>
                  <a:pt x="77541" y="67208"/>
                </a:lnTo>
                <a:lnTo>
                  <a:pt x="79187" y="62911"/>
                </a:lnTo>
                <a:lnTo>
                  <a:pt x="81473" y="58979"/>
                </a:lnTo>
                <a:lnTo>
                  <a:pt x="84399" y="55413"/>
                </a:lnTo>
                <a:lnTo>
                  <a:pt x="87691" y="52304"/>
                </a:lnTo>
                <a:lnTo>
                  <a:pt x="91531" y="49743"/>
                </a:lnTo>
                <a:lnTo>
                  <a:pt x="95646" y="47823"/>
                </a:lnTo>
                <a:lnTo>
                  <a:pt x="99944" y="46452"/>
                </a:lnTo>
                <a:lnTo>
                  <a:pt x="104516" y="45811"/>
                </a:lnTo>
                <a:lnTo>
                  <a:pt x="109088" y="45811"/>
                </a:lnTo>
                <a:lnTo>
                  <a:pt x="113568" y="46543"/>
                </a:lnTo>
                <a:lnTo>
                  <a:pt x="117958" y="47823"/>
                </a:lnTo>
                <a:lnTo>
                  <a:pt x="122072" y="49835"/>
                </a:lnTo>
                <a:lnTo>
                  <a:pt x="304861" y="156545"/>
                </a:lnTo>
                <a:lnTo>
                  <a:pt x="308610" y="159106"/>
                </a:lnTo>
                <a:lnTo>
                  <a:pt x="311993" y="162215"/>
                </a:lnTo>
                <a:lnTo>
                  <a:pt x="314736" y="165689"/>
                </a:lnTo>
                <a:lnTo>
                  <a:pt x="317022" y="169621"/>
                </a:lnTo>
                <a:lnTo>
                  <a:pt x="318668" y="173919"/>
                </a:lnTo>
                <a:lnTo>
                  <a:pt x="319674" y="178308"/>
                </a:lnTo>
                <a:lnTo>
                  <a:pt x="320040" y="182880"/>
                </a:lnTo>
                <a:lnTo>
                  <a:pt x="319766" y="187361"/>
                </a:lnTo>
                <a:lnTo>
                  <a:pt x="318760" y="191841"/>
                </a:lnTo>
                <a:lnTo>
                  <a:pt x="317114" y="196047"/>
                </a:lnTo>
                <a:lnTo>
                  <a:pt x="314828" y="199979"/>
                </a:lnTo>
                <a:lnTo>
                  <a:pt x="311993" y="203545"/>
                </a:lnTo>
                <a:lnTo>
                  <a:pt x="308701" y="206654"/>
                </a:lnTo>
                <a:lnTo>
                  <a:pt x="304952" y="209215"/>
                </a:lnTo>
                <a:lnTo>
                  <a:pt x="122072" y="315925"/>
                </a:lnTo>
                <a:lnTo>
                  <a:pt x="117958" y="317937"/>
                </a:lnTo>
                <a:lnTo>
                  <a:pt x="113568" y="319217"/>
                </a:lnTo>
                <a:lnTo>
                  <a:pt x="109088" y="319949"/>
                </a:lnTo>
                <a:lnTo>
                  <a:pt x="104516" y="319949"/>
                </a:lnTo>
                <a:lnTo>
                  <a:pt x="99944" y="319308"/>
                </a:lnTo>
                <a:lnTo>
                  <a:pt x="95646" y="317937"/>
                </a:lnTo>
                <a:lnTo>
                  <a:pt x="91531" y="316017"/>
                </a:lnTo>
                <a:lnTo>
                  <a:pt x="87691" y="313456"/>
                </a:lnTo>
                <a:lnTo>
                  <a:pt x="84399" y="310347"/>
                </a:lnTo>
                <a:lnTo>
                  <a:pt x="81473" y="306781"/>
                </a:lnTo>
                <a:lnTo>
                  <a:pt x="79187" y="302849"/>
                </a:lnTo>
                <a:lnTo>
                  <a:pt x="77541" y="298552"/>
                </a:lnTo>
                <a:lnTo>
                  <a:pt x="76535" y="294071"/>
                </a:lnTo>
                <a:lnTo>
                  <a:pt x="76170" y="289590"/>
                </a:lnTo>
                <a:lnTo>
                  <a:pt x="76170" y="76170"/>
                </a:lnTo>
                <a:close/>
              </a:path>
            </a:pathLst>
          </a:custGeom>
          <a:noFill/>
          <a:ln w="3048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020824"/>
            <a:ext cx="14196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86968" y="2514600"/>
            <a:ext cx="14196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build.tsで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PPTXを作る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71166" y="2514600"/>
            <a:ext cx="256032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72918" y="1325880"/>
            <a:ext cx="1739646" cy="2377440"/>
          </a:xfrm>
          <a:prstGeom prst="roundRect">
            <a:avLst>
              <a:gd name="adj" fmla="val 315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2918" y="1325880"/>
            <a:ext cx="73152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4086" y="1508760"/>
            <a:ext cx="365760" cy="36576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4086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45636" y="150876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91440" y="335310"/>
                </a:moveTo>
                <a:lnTo>
                  <a:pt x="88057" y="335128"/>
                </a:lnTo>
                <a:lnTo>
                  <a:pt x="84673" y="334488"/>
                </a:lnTo>
                <a:lnTo>
                  <a:pt x="81382" y="333573"/>
                </a:lnTo>
                <a:lnTo>
                  <a:pt x="78181" y="332293"/>
                </a:lnTo>
                <a:lnTo>
                  <a:pt x="75255" y="330647"/>
                </a:lnTo>
                <a:lnTo>
                  <a:pt x="72420" y="328635"/>
                </a:lnTo>
                <a:lnTo>
                  <a:pt x="69860" y="326349"/>
                </a:lnTo>
                <a:lnTo>
                  <a:pt x="67574" y="323789"/>
                </a:lnTo>
                <a:lnTo>
                  <a:pt x="65654" y="321046"/>
                </a:lnTo>
                <a:lnTo>
                  <a:pt x="64008" y="318028"/>
                </a:lnTo>
                <a:lnTo>
                  <a:pt x="62636" y="314828"/>
                </a:lnTo>
                <a:lnTo>
                  <a:pt x="61722" y="311628"/>
                </a:lnTo>
                <a:lnTo>
                  <a:pt x="61173" y="308244"/>
                </a:lnTo>
                <a:lnTo>
                  <a:pt x="60990" y="304770"/>
                </a:lnTo>
                <a:lnTo>
                  <a:pt x="60990" y="60990"/>
                </a:lnTo>
                <a:lnTo>
                  <a:pt x="61173" y="57516"/>
                </a:lnTo>
                <a:lnTo>
                  <a:pt x="61722" y="54132"/>
                </a:lnTo>
                <a:lnTo>
                  <a:pt x="62636" y="50932"/>
                </a:lnTo>
                <a:lnTo>
                  <a:pt x="64008" y="47732"/>
                </a:lnTo>
                <a:lnTo>
                  <a:pt x="65654" y="44714"/>
                </a:lnTo>
                <a:lnTo>
                  <a:pt x="67574" y="41971"/>
                </a:lnTo>
                <a:lnTo>
                  <a:pt x="69860" y="39411"/>
                </a:lnTo>
                <a:lnTo>
                  <a:pt x="72420" y="37125"/>
                </a:lnTo>
                <a:lnTo>
                  <a:pt x="75255" y="35113"/>
                </a:lnTo>
                <a:lnTo>
                  <a:pt x="78181" y="33467"/>
                </a:lnTo>
                <a:lnTo>
                  <a:pt x="81382" y="32187"/>
                </a:lnTo>
                <a:lnTo>
                  <a:pt x="84673" y="31272"/>
                </a:lnTo>
                <a:lnTo>
                  <a:pt x="88057" y="30632"/>
                </a:lnTo>
                <a:lnTo>
                  <a:pt x="91440" y="30450"/>
                </a:lnTo>
                <a:lnTo>
                  <a:pt x="213330" y="30450"/>
                </a:lnTo>
                <a:lnTo>
                  <a:pt x="215433" y="30541"/>
                </a:lnTo>
                <a:lnTo>
                  <a:pt x="217444" y="30724"/>
                </a:lnTo>
                <a:lnTo>
                  <a:pt x="219547" y="30998"/>
                </a:lnTo>
                <a:lnTo>
                  <a:pt x="221559" y="31364"/>
                </a:lnTo>
                <a:lnTo>
                  <a:pt x="223571" y="31913"/>
                </a:lnTo>
                <a:lnTo>
                  <a:pt x="225491" y="32553"/>
                </a:lnTo>
                <a:lnTo>
                  <a:pt x="227411" y="33284"/>
                </a:lnTo>
                <a:lnTo>
                  <a:pt x="229332" y="34107"/>
                </a:lnTo>
                <a:lnTo>
                  <a:pt x="231160" y="35022"/>
                </a:lnTo>
                <a:lnTo>
                  <a:pt x="232898" y="36119"/>
                </a:lnTo>
                <a:lnTo>
                  <a:pt x="234635" y="37216"/>
                </a:lnTo>
                <a:lnTo>
                  <a:pt x="236281" y="38496"/>
                </a:lnTo>
                <a:lnTo>
                  <a:pt x="237835" y="39776"/>
                </a:lnTo>
                <a:lnTo>
                  <a:pt x="239298" y="41239"/>
                </a:lnTo>
                <a:lnTo>
                  <a:pt x="293980" y="95921"/>
                </a:lnTo>
                <a:lnTo>
                  <a:pt x="295443" y="97384"/>
                </a:lnTo>
                <a:lnTo>
                  <a:pt x="296723" y="99030"/>
                </a:lnTo>
                <a:lnTo>
                  <a:pt x="298003" y="100675"/>
                </a:lnTo>
                <a:lnTo>
                  <a:pt x="299192" y="102321"/>
                </a:lnTo>
                <a:lnTo>
                  <a:pt x="300198" y="104150"/>
                </a:lnTo>
                <a:lnTo>
                  <a:pt x="301203" y="105979"/>
                </a:lnTo>
                <a:lnTo>
                  <a:pt x="302026" y="107808"/>
                </a:lnTo>
                <a:lnTo>
                  <a:pt x="302758" y="109728"/>
                </a:lnTo>
                <a:lnTo>
                  <a:pt x="303398" y="111740"/>
                </a:lnTo>
                <a:lnTo>
                  <a:pt x="303855" y="113751"/>
                </a:lnTo>
                <a:lnTo>
                  <a:pt x="304312" y="115763"/>
                </a:lnTo>
                <a:lnTo>
                  <a:pt x="304587" y="117775"/>
                </a:lnTo>
                <a:lnTo>
                  <a:pt x="304770" y="119878"/>
                </a:lnTo>
                <a:lnTo>
                  <a:pt x="304770" y="121890"/>
                </a:lnTo>
                <a:lnTo>
                  <a:pt x="304770" y="304770"/>
                </a:lnTo>
                <a:lnTo>
                  <a:pt x="304587" y="308244"/>
                </a:lnTo>
                <a:lnTo>
                  <a:pt x="304038" y="311628"/>
                </a:lnTo>
                <a:lnTo>
                  <a:pt x="303124" y="314828"/>
                </a:lnTo>
                <a:lnTo>
                  <a:pt x="301752" y="318028"/>
                </a:lnTo>
                <a:lnTo>
                  <a:pt x="300106" y="321046"/>
                </a:lnTo>
                <a:lnTo>
                  <a:pt x="298186" y="323789"/>
                </a:lnTo>
                <a:lnTo>
                  <a:pt x="295900" y="326349"/>
                </a:lnTo>
                <a:lnTo>
                  <a:pt x="293340" y="328635"/>
                </a:lnTo>
                <a:lnTo>
                  <a:pt x="290505" y="330647"/>
                </a:lnTo>
                <a:lnTo>
                  <a:pt x="287579" y="332293"/>
                </a:lnTo>
                <a:lnTo>
                  <a:pt x="284378" y="333573"/>
                </a:lnTo>
                <a:lnTo>
                  <a:pt x="281087" y="334488"/>
                </a:lnTo>
                <a:lnTo>
                  <a:pt x="277703" y="335128"/>
                </a:lnTo>
                <a:lnTo>
                  <a:pt x="274320" y="335310"/>
                </a:lnTo>
                <a:lnTo>
                  <a:pt x="91440" y="335310"/>
                </a:lnTo>
                <a:close/>
                <a:moveTo>
                  <a:pt x="213330" y="30450"/>
                </a:moveTo>
                <a:lnTo>
                  <a:pt x="213330" y="106710"/>
                </a:lnTo>
                <a:lnTo>
                  <a:pt x="213421" y="108356"/>
                </a:lnTo>
                <a:lnTo>
                  <a:pt x="213787" y="110094"/>
                </a:lnTo>
                <a:lnTo>
                  <a:pt x="214244" y="111740"/>
                </a:lnTo>
                <a:lnTo>
                  <a:pt x="214884" y="113294"/>
                </a:lnTo>
                <a:lnTo>
                  <a:pt x="215707" y="114757"/>
                </a:lnTo>
                <a:lnTo>
                  <a:pt x="216713" y="116220"/>
                </a:lnTo>
                <a:lnTo>
                  <a:pt x="217810" y="117500"/>
                </a:lnTo>
                <a:lnTo>
                  <a:pt x="219090" y="118598"/>
                </a:lnTo>
                <a:lnTo>
                  <a:pt x="220462" y="119604"/>
                </a:lnTo>
                <a:lnTo>
                  <a:pt x="222016" y="120426"/>
                </a:lnTo>
                <a:lnTo>
                  <a:pt x="223571" y="121067"/>
                </a:lnTo>
                <a:lnTo>
                  <a:pt x="225217" y="121524"/>
                </a:lnTo>
                <a:lnTo>
                  <a:pt x="226863" y="121798"/>
                </a:lnTo>
                <a:lnTo>
                  <a:pt x="228600" y="121890"/>
                </a:lnTo>
                <a:lnTo>
                  <a:pt x="304770" y="121890"/>
                </a:lnTo>
                <a:moveTo>
                  <a:pt x="137160" y="228600"/>
                </a:moveTo>
                <a:lnTo>
                  <a:pt x="167610" y="259050"/>
                </a:lnTo>
                <a:lnTo>
                  <a:pt x="228600" y="198150"/>
                </a:lnTo>
              </a:path>
            </a:pathLst>
          </a:custGeom>
          <a:noFill/>
          <a:ln w="3048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4086" y="2020824"/>
            <a:ext cx="14196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構造検査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974086" y="2514600"/>
            <a:ext cx="14196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壊れと枚数を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調べる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58284" y="2514600"/>
            <a:ext cx="256032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60036" y="1325880"/>
            <a:ext cx="1739646" cy="2377440"/>
          </a:xfrm>
          <a:prstGeom prst="roundRect">
            <a:avLst>
              <a:gd name="adj" fmla="val 315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0036" y="1325880"/>
            <a:ext cx="73152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61204" y="1508760"/>
            <a:ext cx="365760" cy="36576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61204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32754" y="150876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310" y="167610"/>
                </a:moveTo>
                <a:lnTo>
                  <a:pt x="315559" y="147858"/>
                </a:lnTo>
                <a:lnTo>
                  <a:pt x="312450" y="145115"/>
                </a:lnTo>
                <a:lnTo>
                  <a:pt x="309067" y="142738"/>
                </a:lnTo>
                <a:lnTo>
                  <a:pt x="305501" y="140726"/>
                </a:lnTo>
                <a:lnTo>
                  <a:pt x="301661" y="139172"/>
                </a:lnTo>
                <a:lnTo>
                  <a:pt x="297729" y="137983"/>
                </a:lnTo>
                <a:lnTo>
                  <a:pt x="293705" y="137343"/>
                </a:lnTo>
                <a:lnTo>
                  <a:pt x="289590" y="137069"/>
                </a:lnTo>
                <a:lnTo>
                  <a:pt x="285476" y="137343"/>
                </a:lnTo>
                <a:lnTo>
                  <a:pt x="281361" y="137983"/>
                </a:lnTo>
                <a:lnTo>
                  <a:pt x="277429" y="139172"/>
                </a:lnTo>
                <a:lnTo>
                  <a:pt x="273588" y="140726"/>
                </a:lnTo>
                <a:lnTo>
                  <a:pt x="270022" y="142738"/>
                </a:lnTo>
                <a:lnTo>
                  <a:pt x="266639" y="145115"/>
                </a:lnTo>
                <a:lnTo>
                  <a:pt x="263622" y="147858"/>
                </a:lnTo>
                <a:lnTo>
                  <a:pt x="167610" y="243870"/>
                </a:lnTo>
                <a:moveTo>
                  <a:pt x="60990" y="121890"/>
                </a:moveTo>
                <a:lnTo>
                  <a:pt x="57516" y="122072"/>
                </a:lnTo>
                <a:lnTo>
                  <a:pt x="54132" y="122712"/>
                </a:lnTo>
                <a:lnTo>
                  <a:pt x="50932" y="123627"/>
                </a:lnTo>
                <a:lnTo>
                  <a:pt x="47732" y="124907"/>
                </a:lnTo>
                <a:lnTo>
                  <a:pt x="44714" y="126553"/>
                </a:lnTo>
                <a:lnTo>
                  <a:pt x="41971" y="128565"/>
                </a:lnTo>
                <a:lnTo>
                  <a:pt x="39411" y="130851"/>
                </a:lnTo>
                <a:lnTo>
                  <a:pt x="37125" y="133411"/>
                </a:lnTo>
                <a:lnTo>
                  <a:pt x="35113" y="136154"/>
                </a:lnTo>
                <a:lnTo>
                  <a:pt x="33467" y="139172"/>
                </a:lnTo>
                <a:lnTo>
                  <a:pt x="32187" y="142372"/>
                </a:lnTo>
                <a:lnTo>
                  <a:pt x="31272" y="145572"/>
                </a:lnTo>
                <a:lnTo>
                  <a:pt x="30632" y="148956"/>
                </a:lnTo>
                <a:lnTo>
                  <a:pt x="30450" y="152430"/>
                </a:lnTo>
                <a:lnTo>
                  <a:pt x="30450" y="304770"/>
                </a:lnTo>
                <a:lnTo>
                  <a:pt x="30632" y="308244"/>
                </a:lnTo>
                <a:lnTo>
                  <a:pt x="31272" y="311628"/>
                </a:lnTo>
                <a:lnTo>
                  <a:pt x="32187" y="314828"/>
                </a:lnTo>
                <a:lnTo>
                  <a:pt x="33467" y="318028"/>
                </a:lnTo>
                <a:lnTo>
                  <a:pt x="35113" y="321046"/>
                </a:lnTo>
                <a:lnTo>
                  <a:pt x="37125" y="323789"/>
                </a:lnTo>
                <a:lnTo>
                  <a:pt x="39411" y="326349"/>
                </a:lnTo>
                <a:lnTo>
                  <a:pt x="41971" y="328635"/>
                </a:lnTo>
                <a:lnTo>
                  <a:pt x="44714" y="330647"/>
                </a:lnTo>
                <a:lnTo>
                  <a:pt x="47732" y="332293"/>
                </a:lnTo>
                <a:lnTo>
                  <a:pt x="50932" y="333573"/>
                </a:lnTo>
                <a:lnTo>
                  <a:pt x="54132" y="334488"/>
                </a:lnTo>
                <a:lnTo>
                  <a:pt x="57516" y="335128"/>
                </a:lnTo>
                <a:lnTo>
                  <a:pt x="60990" y="335310"/>
                </a:lnTo>
                <a:lnTo>
                  <a:pt x="213330" y="335310"/>
                </a:lnTo>
                <a:lnTo>
                  <a:pt x="216804" y="335128"/>
                </a:lnTo>
                <a:lnTo>
                  <a:pt x="220188" y="334488"/>
                </a:lnTo>
                <a:lnTo>
                  <a:pt x="223388" y="333573"/>
                </a:lnTo>
                <a:lnTo>
                  <a:pt x="226588" y="332293"/>
                </a:lnTo>
                <a:lnTo>
                  <a:pt x="229606" y="330647"/>
                </a:lnTo>
                <a:lnTo>
                  <a:pt x="232349" y="328635"/>
                </a:lnTo>
                <a:lnTo>
                  <a:pt x="234909" y="326349"/>
                </a:lnTo>
                <a:lnTo>
                  <a:pt x="237195" y="323789"/>
                </a:lnTo>
                <a:lnTo>
                  <a:pt x="239207" y="321046"/>
                </a:lnTo>
                <a:lnTo>
                  <a:pt x="240853" y="318028"/>
                </a:lnTo>
                <a:lnTo>
                  <a:pt x="242133" y="314828"/>
                </a:lnTo>
                <a:lnTo>
                  <a:pt x="243048" y="311628"/>
                </a:lnTo>
                <a:lnTo>
                  <a:pt x="243688" y="308244"/>
                </a:lnTo>
                <a:lnTo>
                  <a:pt x="243870" y="304770"/>
                </a:lnTo>
                <a:moveTo>
                  <a:pt x="213330" y="106710"/>
                </a:moveTo>
                <a:lnTo>
                  <a:pt x="212964" y="110094"/>
                </a:lnTo>
                <a:lnTo>
                  <a:pt x="211866" y="113294"/>
                </a:lnTo>
                <a:lnTo>
                  <a:pt x="210038" y="116220"/>
                </a:lnTo>
                <a:lnTo>
                  <a:pt x="207660" y="118598"/>
                </a:lnTo>
                <a:lnTo>
                  <a:pt x="204734" y="120426"/>
                </a:lnTo>
                <a:lnTo>
                  <a:pt x="201534" y="121524"/>
                </a:lnTo>
                <a:lnTo>
                  <a:pt x="198150" y="121890"/>
                </a:lnTo>
                <a:lnTo>
                  <a:pt x="194767" y="121524"/>
                </a:lnTo>
                <a:lnTo>
                  <a:pt x="191475" y="120426"/>
                </a:lnTo>
                <a:lnTo>
                  <a:pt x="188641" y="118598"/>
                </a:lnTo>
                <a:lnTo>
                  <a:pt x="186172" y="116220"/>
                </a:lnTo>
                <a:lnTo>
                  <a:pt x="184434" y="113294"/>
                </a:lnTo>
                <a:lnTo>
                  <a:pt x="183246" y="110094"/>
                </a:lnTo>
                <a:lnTo>
                  <a:pt x="182880" y="106710"/>
                </a:lnTo>
                <a:lnTo>
                  <a:pt x="183246" y="103327"/>
                </a:lnTo>
                <a:lnTo>
                  <a:pt x="184434" y="100035"/>
                </a:lnTo>
                <a:lnTo>
                  <a:pt x="186172" y="97201"/>
                </a:lnTo>
                <a:lnTo>
                  <a:pt x="188641" y="94732"/>
                </a:lnTo>
                <a:lnTo>
                  <a:pt x="191475" y="92994"/>
                </a:lnTo>
                <a:lnTo>
                  <a:pt x="194767" y="91806"/>
                </a:lnTo>
                <a:lnTo>
                  <a:pt x="198150" y="91440"/>
                </a:lnTo>
                <a:lnTo>
                  <a:pt x="201534" y="91806"/>
                </a:lnTo>
                <a:lnTo>
                  <a:pt x="204734" y="92994"/>
                </a:lnTo>
                <a:lnTo>
                  <a:pt x="207660" y="94732"/>
                </a:lnTo>
                <a:lnTo>
                  <a:pt x="210038" y="97201"/>
                </a:lnTo>
                <a:lnTo>
                  <a:pt x="211866" y="100035"/>
                </a:lnTo>
                <a:lnTo>
                  <a:pt x="212964" y="103327"/>
                </a:lnTo>
                <a:lnTo>
                  <a:pt x="213330" y="106710"/>
                </a:lnTo>
                <a:close/>
                <a:moveTo>
                  <a:pt x="121890" y="30450"/>
                </a:moveTo>
                <a:lnTo>
                  <a:pt x="335310" y="30450"/>
                </a:lnTo>
                <a:lnTo>
                  <a:pt x="335310" y="243870"/>
                </a:lnTo>
                <a:lnTo>
                  <a:pt x="121890" y="243870"/>
                </a:lnTo>
                <a:lnTo>
                  <a:pt x="121890" y="30450"/>
                </a:lnTo>
                <a:close/>
              </a:path>
            </a:pathLst>
          </a:custGeom>
          <a:noFill/>
          <a:ln w="3048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61204" y="2020824"/>
            <a:ext cx="14196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画像化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061204" y="2514600"/>
            <a:ext cx="14196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全ページを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画像にする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45402" y="2514600"/>
            <a:ext cx="256032" cy="0"/>
          </a:xfrm>
          <a:prstGeom prst="line">
            <a:avLst/>
          </a:prstGeom>
          <a:noFill/>
          <a:ln w="22225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47154" y="1325880"/>
            <a:ext cx="1739646" cy="2377440"/>
          </a:xfrm>
          <a:prstGeom prst="roundRect">
            <a:avLst>
              <a:gd name="adj" fmla="val 315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7154" y="1325880"/>
            <a:ext cx="73152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48322" y="1508760"/>
            <a:ext cx="365760" cy="36576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48322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19872" y="150876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45720" y="106710"/>
                </a:moveTo>
                <a:lnTo>
                  <a:pt x="45720" y="76170"/>
                </a:lnTo>
                <a:lnTo>
                  <a:pt x="45903" y="72786"/>
                </a:lnTo>
                <a:lnTo>
                  <a:pt x="46452" y="69403"/>
                </a:lnTo>
                <a:lnTo>
                  <a:pt x="47457" y="66111"/>
                </a:lnTo>
                <a:lnTo>
                  <a:pt x="48738" y="63002"/>
                </a:lnTo>
                <a:lnTo>
                  <a:pt x="50383" y="59985"/>
                </a:lnTo>
                <a:lnTo>
                  <a:pt x="52395" y="57241"/>
                </a:lnTo>
                <a:lnTo>
                  <a:pt x="54681" y="54681"/>
                </a:lnTo>
                <a:lnTo>
                  <a:pt x="57241" y="52395"/>
                </a:lnTo>
                <a:lnTo>
                  <a:pt x="59985" y="50383"/>
                </a:lnTo>
                <a:lnTo>
                  <a:pt x="63002" y="48738"/>
                </a:lnTo>
                <a:lnTo>
                  <a:pt x="66111" y="47457"/>
                </a:lnTo>
                <a:lnTo>
                  <a:pt x="69403" y="46452"/>
                </a:lnTo>
                <a:lnTo>
                  <a:pt x="72786" y="45903"/>
                </a:lnTo>
                <a:lnTo>
                  <a:pt x="76170" y="45720"/>
                </a:lnTo>
                <a:lnTo>
                  <a:pt x="106710" y="45720"/>
                </a:lnTo>
                <a:moveTo>
                  <a:pt x="259050" y="45720"/>
                </a:moveTo>
                <a:lnTo>
                  <a:pt x="289590" y="45720"/>
                </a:lnTo>
                <a:lnTo>
                  <a:pt x="292974" y="45903"/>
                </a:lnTo>
                <a:lnTo>
                  <a:pt x="296357" y="46452"/>
                </a:lnTo>
                <a:lnTo>
                  <a:pt x="299649" y="47457"/>
                </a:lnTo>
                <a:lnTo>
                  <a:pt x="302758" y="48738"/>
                </a:lnTo>
                <a:lnTo>
                  <a:pt x="305775" y="50383"/>
                </a:lnTo>
                <a:lnTo>
                  <a:pt x="308519" y="52395"/>
                </a:lnTo>
                <a:lnTo>
                  <a:pt x="311079" y="54681"/>
                </a:lnTo>
                <a:lnTo>
                  <a:pt x="313365" y="57241"/>
                </a:lnTo>
                <a:lnTo>
                  <a:pt x="315377" y="59985"/>
                </a:lnTo>
                <a:lnTo>
                  <a:pt x="317022" y="63002"/>
                </a:lnTo>
                <a:lnTo>
                  <a:pt x="318303" y="66111"/>
                </a:lnTo>
                <a:lnTo>
                  <a:pt x="319308" y="69403"/>
                </a:lnTo>
                <a:lnTo>
                  <a:pt x="319857" y="72786"/>
                </a:lnTo>
                <a:lnTo>
                  <a:pt x="320040" y="76170"/>
                </a:lnTo>
                <a:lnTo>
                  <a:pt x="320040" y="106710"/>
                </a:lnTo>
                <a:moveTo>
                  <a:pt x="320040" y="259050"/>
                </a:moveTo>
                <a:lnTo>
                  <a:pt x="320040" y="289590"/>
                </a:lnTo>
                <a:lnTo>
                  <a:pt x="319857" y="292974"/>
                </a:lnTo>
                <a:lnTo>
                  <a:pt x="319308" y="296357"/>
                </a:lnTo>
                <a:lnTo>
                  <a:pt x="318303" y="299649"/>
                </a:lnTo>
                <a:lnTo>
                  <a:pt x="317022" y="302758"/>
                </a:lnTo>
                <a:lnTo>
                  <a:pt x="315377" y="305775"/>
                </a:lnTo>
                <a:lnTo>
                  <a:pt x="313365" y="308519"/>
                </a:lnTo>
                <a:lnTo>
                  <a:pt x="311079" y="311079"/>
                </a:lnTo>
                <a:lnTo>
                  <a:pt x="308519" y="313365"/>
                </a:lnTo>
                <a:lnTo>
                  <a:pt x="305775" y="315377"/>
                </a:lnTo>
                <a:lnTo>
                  <a:pt x="302758" y="317022"/>
                </a:lnTo>
                <a:lnTo>
                  <a:pt x="299649" y="318303"/>
                </a:lnTo>
                <a:lnTo>
                  <a:pt x="296357" y="319308"/>
                </a:lnTo>
                <a:lnTo>
                  <a:pt x="292974" y="319857"/>
                </a:lnTo>
                <a:lnTo>
                  <a:pt x="289590" y="320040"/>
                </a:lnTo>
                <a:lnTo>
                  <a:pt x="259050" y="320040"/>
                </a:lnTo>
                <a:moveTo>
                  <a:pt x="106710" y="320040"/>
                </a:moveTo>
                <a:lnTo>
                  <a:pt x="76170" y="320040"/>
                </a:lnTo>
                <a:lnTo>
                  <a:pt x="72786" y="319857"/>
                </a:lnTo>
                <a:lnTo>
                  <a:pt x="69403" y="319308"/>
                </a:lnTo>
                <a:lnTo>
                  <a:pt x="66111" y="318303"/>
                </a:lnTo>
                <a:lnTo>
                  <a:pt x="63002" y="317022"/>
                </a:lnTo>
                <a:lnTo>
                  <a:pt x="59985" y="315377"/>
                </a:lnTo>
                <a:lnTo>
                  <a:pt x="57241" y="313365"/>
                </a:lnTo>
                <a:lnTo>
                  <a:pt x="54681" y="311079"/>
                </a:lnTo>
                <a:lnTo>
                  <a:pt x="52395" y="308519"/>
                </a:lnTo>
                <a:lnTo>
                  <a:pt x="50383" y="305775"/>
                </a:lnTo>
                <a:lnTo>
                  <a:pt x="48738" y="302758"/>
                </a:lnTo>
                <a:lnTo>
                  <a:pt x="47457" y="299649"/>
                </a:lnTo>
                <a:lnTo>
                  <a:pt x="46452" y="296357"/>
                </a:lnTo>
                <a:lnTo>
                  <a:pt x="45903" y="292974"/>
                </a:lnTo>
                <a:lnTo>
                  <a:pt x="45720" y="289590"/>
                </a:lnTo>
                <a:lnTo>
                  <a:pt x="45720" y="259050"/>
                </a:lnTo>
                <a:moveTo>
                  <a:pt x="288676" y="187909"/>
                </a:moveTo>
                <a:lnTo>
                  <a:pt x="288950" y="187178"/>
                </a:lnTo>
                <a:lnTo>
                  <a:pt x="289133" y="186538"/>
                </a:lnTo>
                <a:lnTo>
                  <a:pt x="289316" y="185806"/>
                </a:lnTo>
                <a:lnTo>
                  <a:pt x="289408" y="185075"/>
                </a:lnTo>
                <a:lnTo>
                  <a:pt x="289499" y="184343"/>
                </a:lnTo>
                <a:lnTo>
                  <a:pt x="289499" y="183612"/>
                </a:lnTo>
                <a:lnTo>
                  <a:pt x="289590" y="182880"/>
                </a:lnTo>
                <a:lnTo>
                  <a:pt x="289499" y="182148"/>
                </a:lnTo>
                <a:lnTo>
                  <a:pt x="289499" y="181417"/>
                </a:lnTo>
                <a:lnTo>
                  <a:pt x="289408" y="180685"/>
                </a:lnTo>
                <a:lnTo>
                  <a:pt x="289316" y="179954"/>
                </a:lnTo>
                <a:lnTo>
                  <a:pt x="289133" y="179222"/>
                </a:lnTo>
                <a:lnTo>
                  <a:pt x="288950" y="178582"/>
                </a:lnTo>
                <a:lnTo>
                  <a:pt x="288676" y="177851"/>
                </a:lnTo>
                <a:lnTo>
                  <a:pt x="279898" y="160660"/>
                </a:lnTo>
                <a:lnTo>
                  <a:pt x="268376" y="145207"/>
                </a:lnTo>
                <a:lnTo>
                  <a:pt x="254386" y="131856"/>
                </a:lnTo>
                <a:lnTo>
                  <a:pt x="238384" y="121158"/>
                </a:lnTo>
                <a:lnTo>
                  <a:pt x="220828" y="113203"/>
                </a:lnTo>
                <a:lnTo>
                  <a:pt x="202082" y="108356"/>
                </a:lnTo>
                <a:lnTo>
                  <a:pt x="182880" y="106710"/>
                </a:lnTo>
                <a:lnTo>
                  <a:pt x="163678" y="108356"/>
                </a:lnTo>
                <a:lnTo>
                  <a:pt x="144932" y="113203"/>
                </a:lnTo>
                <a:lnTo>
                  <a:pt x="127376" y="121158"/>
                </a:lnTo>
                <a:lnTo>
                  <a:pt x="111374" y="131856"/>
                </a:lnTo>
                <a:lnTo>
                  <a:pt x="97384" y="145207"/>
                </a:lnTo>
                <a:lnTo>
                  <a:pt x="85862" y="160660"/>
                </a:lnTo>
                <a:lnTo>
                  <a:pt x="77084" y="177851"/>
                </a:lnTo>
                <a:lnTo>
                  <a:pt x="76810" y="178582"/>
                </a:lnTo>
                <a:lnTo>
                  <a:pt x="76627" y="179222"/>
                </a:lnTo>
                <a:lnTo>
                  <a:pt x="76444" y="179954"/>
                </a:lnTo>
                <a:lnTo>
                  <a:pt x="76352" y="180685"/>
                </a:lnTo>
                <a:lnTo>
                  <a:pt x="76261" y="181417"/>
                </a:lnTo>
                <a:lnTo>
                  <a:pt x="76261" y="182148"/>
                </a:lnTo>
                <a:lnTo>
                  <a:pt x="76170" y="182880"/>
                </a:lnTo>
                <a:lnTo>
                  <a:pt x="76261" y="183612"/>
                </a:lnTo>
                <a:lnTo>
                  <a:pt x="76261" y="184343"/>
                </a:lnTo>
                <a:lnTo>
                  <a:pt x="76352" y="185075"/>
                </a:lnTo>
                <a:lnTo>
                  <a:pt x="76444" y="185806"/>
                </a:lnTo>
                <a:lnTo>
                  <a:pt x="76627" y="186538"/>
                </a:lnTo>
                <a:lnTo>
                  <a:pt x="76810" y="187178"/>
                </a:lnTo>
                <a:lnTo>
                  <a:pt x="77084" y="187909"/>
                </a:lnTo>
                <a:lnTo>
                  <a:pt x="85862" y="205100"/>
                </a:lnTo>
                <a:lnTo>
                  <a:pt x="97384" y="220553"/>
                </a:lnTo>
                <a:lnTo>
                  <a:pt x="111374" y="233904"/>
                </a:lnTo>
                <a:lnTo>
                  <a:pt x="127376" y="244602"/>
                </a:lnTo>
                <a:lnTo>
                  <a:pt x="144932" y="252557"/>
                </a:lnTo>
                <a:lnTo>
                  <a:pt x="163678" y="257404"/>
                </a:lnTo>
                <a:lnTo>
                  <a:pt x="182880" y="259050"/>
                </a:lnTo>
                <a:lnTo>
                  <a:pt x="202082" y="257404"/>
                </a:lnTo>
                <a:lnTo>
                  <a:pt x="220828" y="252557"/>
                </a:lnTo>
                <a:lnTo>
                  <a:pt x="238384" y="244602"/>
                </a:lnTo>
                <a:lnTo>
                  <a:pt x="254386" y="233904"/>
                </a:lnTo>
                <a:lnTo>
                  <a:pt x="268376" y="220553"/>
                </a:lnTo>
                <a:lnTo>
                  <a:pt x="279898" y="205100"/>
                </a:lnTo>
                <a:lnTo>
                  <a:pt x="288676" y="187909"/>
                </a:lnTo>
                <a:moveTo>
                  <a:pt x="198150" y="182880"/>
                </a:moveTo>
                <a:lnTo>
                  <a:pt x="197693" y="186263"/>
                </a:lnTo>
                <a:lnTo>
                  <a:pt x="196596" y="189464"/>
                </a:lnTo>
                <a:lnTo>
                  <a:pt x="194767" y="192390"/>
                </a:lnTo>
                <a:lnTo>
                  <a:pt x="192390" y="194767"/>
                </a:lnTo>
                <a:lnTo>
                  <a:pt x="189464" y="196596"/>
                </a:lnTo>
                <a:lnTo>
                  <a:pt x="186263" y="197693"/>
                </a:lnTo>
                <a:lnTo>
                  <a:pt x="182880" y="198150"/>
                </a:lnTo>
                <a:lnTo>
                  <a:pt x="179497" y="197693"/>
                </a:lnTo>
                <a:lnTo>
                  <a:pt x="176296" y="196596"/>
                </a:lnTo>
                <a:lnTo>
                  <a:pt x="173370" y="194767"/>
                </a:lnTo>
                <a:lnTo>
                  <a:pt x="170993" y="192390"/>
                </a:lnTo>
                <a:lnTo>
                  <a:pt x="169164" y="189464"/>
                </a:lnTo>
                <a:lnTo>
                  <a:pt x="168067" y="186263"/>
                </a:lnTo>
                <a:lnTo>
                  <a:pt x="167610" y="182880"/>
                </a:lnTo>
                <a:lnTo>
                  <a:pt x="168067" y="179497"/>
                </a:lnTo>
                <a:lnTo>
                  <a:pt x="169164" y="176296"/>
                </a:lnTo>
                <a:lnTo>
                  <a:pt x="170993" y="173370"/>
                </a:lnTo>
                <a:lnTo>
                  <a:pt x="173370" y="170993"/>
                </a:lnTo>
                <a:lnTo>
                  <a:pt x="176296" y="169164"/>
                </a:lnTo>
                <a:lnTo>
                  <a:pt x="179497" y="168067"/>
                </a:lnTo>
                <a:lnTo>
                  <a:pt x="182880" y="167610"/>
                </a:lnTo>
                <a:lnTo>
                  <a:pt x="186263" y="168067"/>
                </a:lnTo>
                <a:lnTo>
                  <a:pt x="189464" y="169164"/>
                </a:lnTo>
                <a:lnTo>
                  <a:pt x="192390" y="170993"/>
                </a:lnTo>
                <a:lnTo>
                  <a:pt x="194767" y="173370"/>
                </a:lnTo>
                <a:lnTo>
                  <a:pt x="196596" y="176296"/>
                </a:lnTo>
                <a:lnTo>
                  <a:pt x="197693" y="179497"/>
                </a:lnTo>
                <a:lnTo>
                  <a:pt x="198150" y="182880"/>
                </a:lnTo>
                <a:close/>
              </a:path>
            </a:pathLst>
          </a:custGeom>
          <a:noFill/>
          <a:ln w="3048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48322" y="2020824"/>
            <a:ext cx="14196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目視確認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148322" y="2514600"/>
            <a:ext cx="14196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1枚ずつ、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切れ・重なり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余白を見る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5800" y="3977640"/>
            <a:ext cx="800100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977640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生成できても完成ではない。目視まで終え、未確認は分けて報告する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Skillと用語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4231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名前から探したい人へ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p.32–42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868680"/>
            <a:ext cx="0" cy="3383280"/>
          </a:xfrm>
          <a:prstGeom prst="line">
            <a:avLst/>
          </a:prstGeom>
          <a:noFill/>
          <a:ln w="15875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8229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この章のページ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p.33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800" y="1234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Skillは系統ごとに探す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1691640"/>
            <a:ext cx="9909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p.34–40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08645" y="1691640"/>
            <a:ext cx="30781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開発Skillの一覧（52件）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p.41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148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資料作成の5つのSkill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p.42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2606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この資料の用語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Skillは系統ごとに探す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8001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731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13件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開発の統合Skill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1399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development/skills/README.md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6080" y="1709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通常はここから選ぶ（一覧 p.34–35）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139696"/>
            <a:ext cx="8001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139696"/>
            <a:ext cx="73152" cy="731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854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37件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25511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開発の原文Skill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22128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development/skills/matt-pocock/SKILL_GUIDE.md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25237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明示・自動・Productivityなど（一覧 p.36–40）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2953512"/>
            <a:ext cx="8001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953512"/>
            <a:ext cx="73152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9992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2件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3364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開発の補助Skill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26080" y="3026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development/skills/README.md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926080" y="3337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archify・ui-ux-pro-max（一覧 p.40）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767328"/>
            <a:ext cx="8001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767328"/>
            <a:ext cx="73152" cy="731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813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5件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4400" y="41788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資料作成のSkill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926080" y="3840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presentation/skills/README.md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926080" y="41513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build-presentationなど（一覧 p.41）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付録｜開発Skill一覧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開発の統合Skill（1/2）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34840" y="1325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636776"/>
            <a:ext cx="80010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7335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73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bootstrap-development-harness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16733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既存Projectへ初めて導入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requirements-analysis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要望を要求に整理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31343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134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specification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振る舞い・異常系を決める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architecture-design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4840" y="2633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責務・境界・APIを設計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95351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53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implementation-planning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34840" y="2953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依存付きの作業に分ける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2735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research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34840" y="3273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外部の一次情報が必要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59359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93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tdd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4840" y="3593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テストを先に書いて変更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付録｜開発Skill一覧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開発の統合Skill（2/2）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34840" y="1325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636776"/>
            <a:ext cx="80010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7335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73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16733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承認済み仕様を小さく実装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不具合・失敗・性能劣化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31343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134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code-review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差分を2つの観点で確認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4840" y="2633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利用・設計の知識を同期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95351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53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delivery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34840" y="2953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Git・CI・リリース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2735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orchestrated-development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34840" y="3273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役割別Agentで連続実行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付録｜開発Skill一覧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原文Skill：明示して使う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34840" y="1325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636776"/>
            <a:ext cx="80010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7335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73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ask-matt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16733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使うSkillが分からない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grill-with-docs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要望を質問で深掘り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31343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134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triage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未整理のIssueやPRを分類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improve-codebase-architecture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4840" y="2633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Deep module化の候補を調査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95351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53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setup-matt-pocock-skills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34840" y="2953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原文Skillを初期設定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2735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to-spec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34840" y="3273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会話を実装できる仕様に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59359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93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to-tickets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4840" y="3593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仕様を依存付きTicketに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3913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implement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34840" y="3913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仕様・Ticketを実装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423367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233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wayfinder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34840" y="4233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巨大で不確実な計画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付録｜開発Skill一覧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原文Skill：自動で選ばれる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34840" y="1325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636776"/>
            <a:ext cx="80010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7335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73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16733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試作で設計の疑問を検証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diagnosing-bugs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難しい不具合を再現から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31343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134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research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一次資料を引用付きで調査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tdd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4840" y="2633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縦に薄く切ってテスト先行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95351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53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domain-modeling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34840" y="2953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Domain用語を明確にする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2735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codebase-design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34840" y="3273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Deep module・Interface設計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59359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93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code-review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4840" y="3593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標準と仕様の2軸でレビュー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3913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resolving-merge-conflicts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34840" y="3913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Merge・Rebaseの衝突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423367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233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wizard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34840" y="4233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人が行う設定を手順化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付録｜開発Skill一覧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原文Skill：Productivity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34840" y="1325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636776"/>
            <a:ext cx="80010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7335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73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grill-me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16733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計画や設計を質問で深掘り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handoff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別のAgentやSessionへ渡す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31343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134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複数Sessionで教える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to-questionnaire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4840" y="2633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担当者への質問を整理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95351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53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wait-what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34840" y="2953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直前の説明を言い直す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2735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grilling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34840" y="3273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判断を質問で検証（自動）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59359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93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writing-for-agents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4840" y="3593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Agent向け文書を書く（自動）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付録｜開発Skill一覧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原文Skill：開発途中（ベータ）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34840" y="1325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636776"/>
            <a:ext cx="80010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7335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73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loop-me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16733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Workflow仕様を自己Interview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writing-beats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記事をBeat単位で組み立て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31343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134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writing-fragments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記事の材料をInterview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writing-shape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4840" y="2633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Markdown素材を記事に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95351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53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claude-handoff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34840" y="2953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背景Agentへ引き継ぐ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2735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setup-ts-deep-modules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34840" y="3273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TSのモジュール境界を強制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59359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93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implement-spec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4840" y="3593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仕様を複数Agentで並行実装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3913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retro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34840" y="3913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Session後の環境改善（現状はStub）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付録｜開発Skill一覧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原文Skill：Miscと補助Skill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34840" y="1325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使う場面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636776"/>
            <a:ext cx="8001000" cy="0"/>
          </a:xfrm>
          <a:prstGeom prst="line">
            <a:avLst/>
          </a:prstGeom>
          <a:noFill/>
          <a:ln w="19050">
            <a:solidFill>
              <a:srgbClr val="1218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7335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73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git-guardrails-claude-code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16733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危険なGit操作をHookで阻止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migrate-to-shoehorn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テストの型Assertionを移行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31343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134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scaffold-exercises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演習の構造を作る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setup-pre-commit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4840" y="2633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Commit前の検査を追加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953512"/>
            <a:ext cx="80010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53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archify（補助）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34840" y="2953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設計やFlowを図にする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2735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ui-ux-pro-max（補助）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34840" y="3273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UI/UXの設計知識を検索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資料作成の5つのSkill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132588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83480" y="13258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使うとき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673352"/>
            <a:ext cx="8001000" cy="420624"/>
          </a:xfrm>
          <a:prstGeom prst="roundRect">
            <a:avLst>
              <a:gd name="adj" fmla="val 10870"/>
            </a:avLst>
          </a:prstGeom>
          <a:solidFill>
            <a:srgbClr val="F5F7FA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3736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4414" y="36576"/>
                </a:moveTo>
                <a:lnTo>
                  <a:pt x="268194" y="36576"/>
                </a:lnTo>
                <a:moveTo>
                  <a:pt x="256032" y="36576"/>
                </a:moveTo>
                <a:lnTo>
                  <a:pt x="256032" y="170718"/>
                </a:lnTo>
                <a:lnTo>
                  <a:pt x="255849" y="173462"/>
                </a:lnTo>
                <a:lnTo>
                  <a:pt x="255392" y="176113"/>
                </a:lnTo>
                <a:lnTo>
                  <a:pt x="254660" y="178765"/>
                </a:lnTo>
                <a:lnTo>
                  <a:pt x="253655" y="181234"/>
                </a:lnTo>
                <a:lnTo>
                  <a:pt x="252283" y="183703"/>
                </a:lnTo>
                <a:lnTo>
                  <a:pt x="250728" y="185898"/>
                </a:lnTo>
                <a:lnTo>
                  <a:pt x="248900" y="187909"/>
                </a:lnTo>
                <a:lnTo>
                  <a:pt x="246888" y="189738"/>
                </a:lnTo>
                <a:lnTo>
                  <a:pt x="244602" y="191292"/>
                </a:lnTo>
                <a:lnTo>
                  <a:pt x="242225" y="192664"/>
                </a:lnTo>
                <a:lnTo>
                  <a:pt x="239664" y="193670"/>
                </a:lnTo>
                <a:lnTo>
                  <a:pt x="237104" y="194493"/>
                </a:lnTo>
                <a:lnTo>
                  <a:pt x="234361" y="194950"/>
                </a:lnTo>
                <a:lnTo>
                  <a:pt x="231618" y="195042"/>
                </a:lnTo>
                <a:lnTo>
                  <a:pt x="60990" y="195042"/>
                </a:lnTo>
                <a:lnTo>
                  <a:pt x="58247" y="194950"/>
                </a:lnTo>
                <a:lnTo>
                  <a:pt x="55504" y="194493"/>
                </a:lnTo>
                <a:lnTo>
                  <a:pt x="52944" y="193670"/>
                </a:lnTo>
                <a:lnTo>
                  <a:pt x="50383" y="192664"/>
                </a:lnTo>
                <a:lnTo>
                  <a:pt x="48006" y="191292"/>
                </a:lnTo>
                <a:lnTo>
                  <a:pt x="45720" y="189738"/>
                </a:lnTo>
                <a:lnTo>
                  <a:pt x="43708" y="187909"/>
                </a:lnTo>
                <a:lnTo>
                  <a:pt x="41880" y="185898"/>
                </a:lnTo>
                <a:lnTo>
                  <a:pt x="40325" y="183703"/>
                </a:lnTo>
                <a:lnTo>
                  <a:pt x="38953" y="181234"/>
                </a:lnTo>
                <a:lnTo>
                  <a:pt x="37948" y="178765"/>
                </a:lnTo>
                <a:lnTo>
                  <a:pt x="37216" y="176113"/>
                </a:lnTo>
                <a:lnTo>
                  <a:pt x="36759" y="173462"/>
                </a:lnTo>
                <a:lnTo>
                  <a:pt x="36576" y="170718"/>
                </a:lnTo>
                <a:lnTo>
                  <a:pt x="36576" y="36576"/>
                </a:lnTo>
                <a:moveTo>
                  <a:pt x="85314" y="256032"/>
                </a:moveTo>
                <a:lnTo>
                  <a:pt x="146304" y="195042"/>
                </a:lnTo>
                <a:lnTo>
                  <a:pt x="207294" y="256032"/>
                </a:lnTo>
              </a:path>
            </a:pathLst>
          </a:custGeom>
          <a:noFill/>
          <a:ln w="24384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67335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build-presentation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67335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PPTXを新しく作る・直す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148840"/>
            <a:ext cx="80010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212848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48738" y="195042"/>
                </a:moveTo>
                <a:lnTo>
                  <a:pt x="45446" y="194859"/>
                </a:lnTo>
                <a:lnTo>
                  <a:pt x="42337" y="194219"/>
                </a:lnTo>
                <a:lnTo>
                  <a:pt x="39319" y="193121"/>
                </a:lnTo>
                <a:lnTo>
                  <a:pt x="36485" y="191750"/>
                </a:lnTo>
                <a:lnTo>
                  <a:pt x="33924" y="190012"/>
                </a:lnTo>
                <a:lnTo>
                  <a:pt x="31547" y="187909"/>
                </a:lnTo>
                <a:lnTo>
                  <a:pt x="29444" y="185532"/>
                </a:lnTo>
                <a:lnTo>
                  <a:pt x="27706" y="182971"/>
                </a:lnTo>
                <a:lnTo>
                  <a:pt x="26335" y="180137"/>
                </a:lnTo>
                <a:lnTo>
                  <a:pt x="25237" y="177119"/>
                </a:lnTo>
                <a:lnTo>
                  <a:pt x="24597" y="174010"/>
                </a:lnTo>
                <a:lnTo>
                  <a:pt x="24414" y="170718"/>
                </a:lnTo>
                <a:lnTo>
                  <a:pt x="24414" y="48738"/>
                </a:lnTo>
                <a:lnTo>
                  <a:pt x="24597" y="45446"/>
                </a:lnTo>
                <a:lnTo>
                  <a:pt x="25237" y="42337"/>
                </a:lnTo>
                <a:lnTo>
                  <a:pt x="26335" y="39319"/>
                </a:lnTo>
                <a:lnTo>
                  <a:pt x="27706" y="36485"/>
                </a:lnTo>
                <a:lnTo>
                  <a:pt x="29444" y="33924"/>
                </a:lnTo>
                <a:lnTo>
                  <a:pt x="31547" y="31547"/>
                </a:lnTo>
                <a:lnTo>
                  <a:pt x="33924" y="29444"/>
                </a:lnTo>
                <a:lnTo>
                  <a:pt x="36485" y="27706"/>
                </a:lnTo>
                <a:lnTo>
                  <a:pt x="39319" y="26335"/>
                </a:lnTo>
                <a:lnTo>
                  <a:pt x="42337" y="25237"/>
                </a:lnTo>
                <a:lnTo>
                  <a:pt x="45446" y="24597"/>
                </a:lnTo>
                <a:lnTo>
                  <a:pt x="48738" y="24414"/>
                </a:lnTo>
                <a:lnTo>
                  <a:pt x="170718" y="24414"/>
                </a:lnTo>
                <a:lnTo>
                  <a:pt x="174010" y="24597"/>
                </a:lnTo>
                <a:lnTo>
                  <a:pt x="177119" y="25237"/>
                </a:lnTo>
                <a:lnTo>
                  <a:pt x="180137" y="26335"/>
                </a:lnTo>
                <a:lnTo>
                  <a:pt x="182971" y="27706"/>
                </a:lnTo>
                <a:lnTo>
                  <a:pt x="185532" y="29444"/>
                </a:lnTo>
                <a:lnTo>
                  <a:pt x="187909" y="31547"/>
                </a:lnTo>
                <a:lnTo>
                  <a:pt x="190012" y="33924"/>
                </a:lnTo>
                <a:lnTo>
                  <a:pt x="191750" y="36485"/>
                </a:lnTo>
                <a:lnTo>
                  <a:pt x="193121" y="39319"/>
                </a:lnTo>
                <a:lnTo>
                  <a:pt x="194219" y="42337"/>
                </a:lnTo>
                <a:lnTo>
                  <a:pt x="194859" y="45446"/>
                </a:lnTo>
                <a:lnTo>
                  <a:pt x="195042" y="48738"/>
                </a:lnTo>
                <a:moveTo>
                  <a:pt x="97566" y="97566"/>
                </a:moveTo>
                <a:lnTo>
                  <a:pt x="268194" y="97566"/>
                </a:lnTo>
                <a:lnTo>
                  <a:pt x="268194" y="268194"/>
                </a:lnTo>
                <a:lnTo>
                  <a:pt x="97566" y="268194"/>
                </a:lnTo>
                <a:lnTo>
                  <a:pt x="97566" y="97566"/>
                </a:lnTo>
                <a:close/>
              </a:path>
            </a:pathLst>
          </a:custGeom>
          <a:noFill/>
          <a:ln w="24384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1488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ingest-slide-templates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14884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既存スライドを部品にする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624328"/>
            <a:ext cx="8001000" cy="420624"/>
          </a:xfrm>
          <a:prstGeom prst="roundRect">
            <a:avLst>
              <a:gd name="adj" fmla="val 10870"/>
            </a:avLst>
          </a:prstGeom>
          <a:solidFill>
            <a:srgbClr val="F5F7FA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68833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73152" y="268194"/>
                </a:moveTo>
                <a:lnTo>
                  <a:pt x="70409" y="268102"/>
                </a:lnTo>
                <a:lnTo>
                  <a:pt x="67757" y="267645"/>
                </a:lnTo>
                <a:lnTo>
                  <a:pt x="65105" y="266822"/>
                </a:lnTo>
                <a:lnTo>
                  <a:pt x="62545" y="265816"/>
                </a:lnTo>
                <a:lnTo>
                  <a:pt x="60168" y="264444"/>
                </a:lnTo>
                <a:lnTo>
                  <a:pt x="57973" y="262890"/>
                </a:lnTo>
                <a:lnTo>
                  <a:pt x="55870" y="261061"/>
                </a:lnTo>
                <a:lnTo>
                  <a:pt x="54132" y="259050"/>
                </a:lnTo>
                <a:lnTo>
                  <a:pt x="52487" y="256855"/>
                </a:lnTo>
                <a:lnTo>
                  <a:pt x="51206" y="254386"/>
                </a:lnTo>
                <a:lnTo>
                  <a:pt x="50109" y="251917"/>
                </a:lnTo>
                <a:lnTo>
                  <a:pt x="49378" y="249265"/>
                </a:lnTo>
                <a:lnTo>
                  <a:pt x="48920" y="246614"/>
                </a:lnTo>
                <a:lnTo>
                  <a:pt x="48738" y="243870"/>
                </a:lnTo>
                <a:lnTo>
                  <a:pt x="48738" y="48738"/>
                </a:lnTo>
                <a:lnTo>
                  <a:pt x="48920" y="45994"/>
                </a:lnTo>
                <a:lnTo>
                  <a:pt x="49378" y="43343"/>
                </a:lnTo>
                <a:lnTo>
                  <a:pt x="50109" y="40691"/>
                </a:lnTo>
                <a:lnTo>
                  <a:pt x="51206" y="38222"/>
                </a:lnTo>
                <a:lnTo>
                  <a:pt x="52487" y="35753"/>
                </a:lnTo>
                <a:lnTo>
                  <a:pt x="54132" y="33558"/>
                </a:lnTo>
                <a:lnTo>
                  <a:pt x="55870" y="31547"/>
                </a:lnTo>
                <a:lnTo>
                  <a:pt x="57973" y="29718"/>
                </a:lnTo>
                <a:lnTo>
                  <a:pt x="60168" y="28164"/>
                </a:lnTo>
                <a:lnTo>
                  <a:pt x="62545" y="26792"/>
                </a:lnTo>
                <a:lnTo>
                  <a:pt x="65105" y="25786"/>
                </a:lnTo>
                <a:lnTo>
                  <a:pt x="67757" y="24963"/>
                </a:lnTo>
                <a:lnTo>
                  <a:pt x="70409" y="24506"/>
                </a:lnTo>
                <a:lnTo>
                  <a:pt x="73152" y="24414"/>
                </a:lnTo>
                <a:lnTo>
                  <a:pt x="170718" y="24414"/>
                </a:lnTo>
                <a:lnTo>
                  <a:pt x="172364" y="24414"/>
                </a:lnTo>
                <a:lnTo>
                  <a:pt x="174010" y="24597"/>
                </a:lnTo>
                <a:lnTo>
                  <a:pt x="175656" y="24780"/>
                </a:lnTo>
                <a:lnTo>
                  <a:pt x="177211" y="25146"/>
                </a:lnTo>
                <a:lnTo>
                  <a:pt x="178857" y="25512"/>
                </a:lnTo>
                <a:lnTo>
                  <a:pt x="180411" y="26060"/>
                </a:lnTo>
                <a:lnTo>
                  <a:pt x="181966" y="26609"/>
                </a:lnTo>
                <a:lnTo>
                  <a:pt x="183429" y="27249"/>
                </a:lnTo>
                <a:lnTo>
                  <a:pt x="184892" y="28072"/>
                </a:lnTo>
                <a:lnTo>
                  <a:pt x="186355" y="28895"/>
                </a:lnTo>
                <a:lnTo>
                  <a:pt x="187726" y="29809"/>
                </a:lnTo>
                <a:lnTo>
                  <a:pt x="189006" y="30815"/>
                </a:lnTo>
                <a:lnTo>
                  <a:pt x="190287" y="31821"/>
                </a:lnTo>
                <a:lnTo>
                  <a:pt x="191475" y="33010"/>
                </a:lnTo>
                <a:lnTo>
                  <a:pt x="235184" y="76718"/>
                </a:lnTo>
                <a:lnTo>
                  <a:pt x="236372" y="77907"/>
                </a:lnTo>
                <a:lnTo>
                  <a:pt x="237378" y="79187"/>
                </a:lnTo>
                <a:lnTo>
                  <a:pt x="238384" y="80467"/>
                </a:lnTo>
                <a:lnTo>
                  <a:pt x="239298" y="81839"/>
                </a:lnTo>
                <a:lnTo>
                  <a:pt x="240213" y="83302"/>
                </a:lnTo>
                <a:lnTo>
                  <a:pt x="240944" y="84765"/>
                </a:lnTo>
                <a:lnTo>
                  <a:pt x="241584" y="86228"/>
                </a:lnTo>
                <a:lnTo>
                  <a:pt x="242225" y="87782"/>
                </a:lnTo>
                <a:lnTo>
                  <a:pt x="242682" y="89428"/>
                </a:lnTo>
                <a:lnTo>
                  <a:pt x="243139" y="90983"/>
                </a:lnTo>
                <a:lnTo>
                  <a:pt x="243413" y="92629"/>
                </a:lnTo>
                <a:lnTo>
                  <a:pt x="243688" y="94275"/>
                </a:lnTo>
                <a:lnTo>
                  <a:pt x="243779" y="95921"/>
                </a:lnTo>
                <a:lnTo>
                  <a:pt x="243870" y="97566"/>
                </a:lnTo>
                <a:lnTo>
                  <a:pt x="243870" y="243870"/>
                </a:lnTo>
                <a:lnTo>
                  <a:pt x="243688" y="246614"/>
                </a:lnTo>
                <a:lnTo>
                  <a:pt x="243230" y="249265"/>
                </a:lnTo>
                <a:lnTo>
                  <a:pt x="242499" y="251917"/>
                </a:lnTo>
                <a:lnTo>
                  <a:pt x="241402" y="254386"/>
                </a:lnTo>
                <a:lnTo>
                  <a:pt x="240121" y="256855"/>
                </a:lnTo>
                <a:lnTo>
                  <a:pt x="238476" y="259050"/>
                </a:lnTo>
                <a:lnTo>
                  <a:pt x="236738" y="261061"/>
                </a:lnTo>
                <a:lnTo>
                  <a:pt x="234635" y="262890"/>
                </a:lnTo>
                <a:lnTo>
                  <a:pt x="232440" y="264444"/>
                </a:lnTo>
                <a:lnTo>
                  <a:pt x="230063" y="265816"/>
                </a:lnTo>
                <a:lnTo>
                  <a:pt x="227503" y="266822"/>
                </a:lnTo>
                <a:lnTo>
                  <a:pt x="224851" y="267645"/>
                </a:lnTo>
                <a:lnTo>
                  <a:pt x="222199" y="268102"/>
                </a:lnTo>
                <a:lnTo>
                  <a:pt x="219456" y="268194"/>
                </a:lnTo>
                <a:lnTo>
                  <a:pt x="73152" y="268194"/>
                </a:lnTo>
                <a:close/>
                <a:moveTo>
                  <a:pt x="170718" y="24414"/>
                </a:moveTo>
                <a:lnTo>
                  <a:pt x="170718" y="85314"/>
                </a:lnTo>
                <a:lnTo>
                  <a:pt x="170810" y="86685"/>
                </a:lnTo>
                <a:lnTo>
                  <a:pt x="170993" y="88057"/>
                </a:lnTo>
                <a:lnTo>
                  <a:pt x="171359" y="89337"/>
                </a:lnTo>
                <a:lnTo>
                  <a:pt x="171907" y="90617"/>
                </a:lnTo>
                <a:lnTo>
                  <a:pt x="172547" y="91806"/>
                </a:lnTo>
                <a:lnTo>
                  <a:pt x="173370" y="92903"/>
                </a:lnTo>
                <a:lnTo>
                  <a:pt x="174285" y="94000"/>
                </a:lnTo>
                <a:lnTo>
                  <a:pt x="175290" y="94915"/>
                </a:lnTo>
                <a:lnTo>
                  <a:pt x="176388" y="95646"/>
                </a:lnTo>
                <a:lnTo>
                  <a:pt x="177576" y="96286"/>
                </a:lnTo>
                <a:lnTo>
                  <a:pt x="178857" y="96835"/>
                </a:lnTo>
                <a:lnTo>
                  <a:pt x="180137" y="97201"/>
                </a:lnTo>
                <a:lnTo>
                  <a:pt x="181508" y="97475"/>
                </a:lnTo>
                <a:lnTo>
                  <a:pt x="182880" y="97566"/>
                </a:lnTo>
                <a:lnTo>
                  <a:pt x="243870" y="97566"/>
                </a:lnTo>
                <a:moveTo>
                  <a:pt x="121890" y="109728"/>
                </a:moveTo>
                <a:lnTo>
                  <a:pt x="97566" y="109728"/>
                </a:lnTo>
                <a:moveTo>
                  <a:pt x="195042" y="158466"/>
                </a:moveTo>
                <a:lnTo>
                  <a:pt x="97566" y="158466"/>
                </a:lnTo>
                <a:moveTo>
                  <a:pt x="195042" y="207294"/>
                </a:moveTo>
                <a:lnTo>
                  <a:pt x="97566" y="207294"/>
                </a:lnTo>
              </a:path>
            </a:pathLst>
          </a:custGeom>
          <a:noFill/>
          <a:ln w="24384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262432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describe-slide-template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83480" y="262432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部品の使い方を書く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3099816"/>
            <a:ext cx="80010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16382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46304" y="268194"/>
                </a:moveTo>
                <a:lnTo>
                  <a:pt x="119146" y="265176"/>
                </a:lnTo>
                <a:lnTo>
                  <a:pt x="93360" y="256123"/>
                </a:lnTo>
                <a:lnTo>
                  <a:pt x="70317" y="241584"/>
                </a:lnTo>
                <a:lnTo>
                  <a:pt x="51024" y="222291"/>
                </a:lnTo>
                <a:lnTo>
                  <a:pt x="36485" y="199248"/>
                </a:lnTo>
                <a:lnTo>
                  <a:pt x="27432" y="173462"/>
                </a:lnTo>
                <a:lnTo>
                  <a:pt x="24414" y="146304"/>
                </a:lnTo>
                <a:lnTo>
                  <a:pt x="27432" y="119146"/>
                </a:lnTo>
                <a:lnTo>
                  <a:pt x="36485" y="93360"/>
                </a:lnTo>
                <a:lnTo>
                  <a:pt x="51024" y="70317"/>
                </a:lnTo>
                <a:lnTo>
                  <a:pt x="70317" y="51024"/>
                </a:lnTo>
                <a:lnTo>
                  <a:pt x="93360" y="36485"/>
                </a:lnTo>
                <a:lnTo>
                  <a:pt x="119146" y="27432"/>
                </a:lnTo>
                <a:lnTo>
                  <a:pt x="146304" y="24414"/>
                </a:lnTo>
                <a:lnTo>
                  <a:pt x="159929" y="25055"/>
                </a:lnTo>
                <a:lnTo>
                  <a:pt x="173462" y="27158"/>
                </a:lnTo>
                <a:lnTo>
                  <a:pt x="186538" y="30541"/>
                </a:lnTo>
                <a:lnTo>
                  <a:pt x="199248" y="35296"/>
                </a:lnTo>
                <a:lnTo>
                  <a:pt x="211135" y="41239"/>
                </a:lnTo>
                <a:lnTo>
                  <a:pt x="222291" y="48280"/>
                </a:lnTo>
                <a:lnTo>
                  <a:pt x="232532" y="56510"/>
                </a:lnTo>
                <a:lnTo>
                  <a:pt x="241584" y="65654"/>
                </a:lnTo>
                <a:lnTo>
                  <a:pt x="249540" y="75712"/>
                </a:lnTo>
                <a:lnTo>
                  <a:pt x="256123" y="86502"/>
                </a:lnTo>
                <a:lnTo>
                  <a:pt x="261427" y="97841"/>
                </a:lnTo>
                <a:lnTo>
                  <a:pt x="265176" y="109728"/>
                </a:lnTo>
                <a:lnTo>
                  <a:pt x="267462" y="121798"/>
                </a:lnTo>
                <a:lnTo>
                  <a:pt x="268194" y="134142"/>
                </a:lnTo>
                <a:lnTo>
                  <a:pt x="267828" y="140909"/>
                </a:lnTo>
                <a:lnTo>
                  <a:pt x="266730" y="147676"/>
                </a:lnTo>
                <a:lnTo>
                  <a:pt x="264810" y="154259"/>
                </a:lnTo>
                <a:lnTo>
                  <a:pt x="262158" y="160569"/>
                </a:lnTo>
                <a:lnTo>
                  <a:pt x="258867" y="166512"/>
                </a:lnTo>
                <a:lnTo>
                  <a:pt x="254935" y="172090"/>
                </a:lnTo>
                <a:lnTo>
                  <a:pt x="250363" y="177211"/>
                </a:lnTo>
                <a:lnTo>
                  <a:pt x="245242" y="181783"/>
                </a:lnTo>
                <a:lnTo>
                  <a:pt x="239664" y="185715"/>
                </a:lnTo>
                <a:lnTo>
                  <a:pt x="233721" y="189006"/>
                </a:lnTo>
                <a:lnTo>
                  <a:pt x="227411" y="191658"/>
                </a:lnTo>
                <a:lnTo>
                  <a:pt x="220828" y="193578"/>
                </a:lnTo>
                <a:lnTo>
                  <a:pt x="214061" y="194676"/>
                </a:lnTo>
                <a:lnTo>
                  <a:pt x="207294" y="195042"/>
                </a:lnTo>
                <a:lnTo>
                  <a:pt x="179862" y="195042"/>
                </a:lnTo>
                <a:lnTo>
                  <a:pt x="176479" y="195316"/>
                </a:lnTo>
                <a:lnTo>
                  <a:pt x="173187" y="196139"/>
                </a:lnTo>
                <a:lnTo>
                  <a:pt x="170078" y="197419"/>
                </a:lnTo>
                <a:lnTo>
                  <a:pt x="167244" y="199156"/>
                </a:lnTo>
                <a:lnTo>
                  <a:pt x="164683" y="201442"/>
                </a:lnTo>
                <a:lnTo>
                  <a:pt x="162489" y="204003"/>
                </a:lnTo>
                <a:lnTo>
                  <a:pt x="160752" y="206837"/>
                </a:lnTo>
                <a:lnTo>
                  <a:pt x="159471" y="209946"/>
                </a:lnTo>
                <a:lnTo>
                  <a:pt x="158740" y="213238"/>
                </a:lnTo>
                <a:lnTo>
                  <a:pt x="158466" y="216621"/>
                </a:lnTo>
                <a:lnTo>
                  <a:pt x="158831" y="220005"/>
                </a:lnTo>
                <a:lnTo>
                  <a:pt x="159654" y="223296"/>
                </a:lnTo>
                <a:lnTo>
                  <a:pt x="160934" y="226405"/>
                </a:lnTo>
                <a:lnTo>
                  <a:pt x="162763" y="229240"/>
                </a:lnTo>
                <a:lnTo>
                  <a:pt x="166421" y="234086"/>
                </a:lnTo>
                <a:lnTo>
                  <a:pt x="168250" y="236921"/>
                </a:lnTo>
                <a:lnTo>
                  <a:pt x="169530" y="240030"/>
                </a:lnTo>
                <a:lnTo>
                  <a:pt x="170353" y="243322"/>
                </a:lnTo>
                <a:lnTo>
                  <a:pt x="170718" y="246614"/>
                </a:lnTo>
                <a:lnTo>
                  <a:pt x="170444" y="249997"/>
                </a:lnTo>
                <a:lnTo>
                  <a:pt x="169713" y="253289"/>
                </a:lnTo>
                <a:lnTo>
                  <a:pt x="168432" y="256398"/>
                </a:lnTo>
                <a:lnTo>
                  <a:pt x="166695" y="259324"/>
                </a:lnTo>
                <a:lnTo>
                  <a:pt x="164501" y="261884"/>
                </a:lnTo>
                <a:lnTo>
                  <a:pt x="161940" y="264079"/>
                </a:lnTo>
                <a:lnTo>
                  <a:pt x="159106" y="265908"/>
                </a:lnTo>
                <a:lnTo>
                  <a:pt x="155997" y="267188"/>
                </a:lnTo>
                <a:lnTo>
                  <a:pt x="152705" y="267919"/>
                </a:lnTo>
                <a:lnTo>
                  <a:pt x="149322" y="268194"/>
                </a:lnTo>
                <a:lnTo>
                  <a:pt x="146304" y="268194"/>
                </a:lnTo>
                <a:close/>
                <a:moveTo>
                  <a:pt x="170718" y="79278"/>
                </a:moveTo>
                <a:lnTo>
                  <a:pt x="170536" y="80650"/>
                </a:lnTo>
                <a:lnTo>
                  <a:pt x="170078" y="81930"/>
                </a:lnTo>
                <a:lnTo>
                  <a:pt x="169347" y="83028"/>
                </a:lnTo>
                <a:lnTo>
                  <a:pt x="168432" y="84033"/>
                </a:lnTo>
                <a:lnTo>
                  <a:pt x="167244" y="84765"/>
                </a:lnTo>
                <a:lnTo>
                  <a:pt x="165964" y="85222"/>
                </a:lnTo>
                <a:lnTo>
                  <a:pt x="164592" y="85314"/>
                </a:lnTo>
                <a:lnTo>
                  <a:pt x="163220" y="85222"/>
                </a:lnTo>
                <a:lnTo>
                  <a:pt x="161940" y="84765"/>
                </a:lnTo>
                <a:lnTo>
                  <a:pt x="160752" y="84033"/>
                </a:lnTo>
                <a:lnTo>
                  <a:pt x="159837" y="83028"/>
                </a:lnTo>
                <a:lnTo>
                  <a:pt x="159106" y="81930"/>
                </a:lnTo>
                <a:lnTo>
                  <a:pt x="158648" y="80650"/>
                </a:lnTo>
                <a:lnTo>
                  <a:pt x="158466" y="79278"/>
                </a:lnTo>
                <a:lnTo>
                  <a:pt x="158648" y="77907"/>
                </a:lnTo>
                <a:lnTo>
                  <a:pt x="159106" y="76627"/>
                </a:lnTo>
                <a:lnTo>
                  <a:pt x="159837" y="75438"/>
                </a:lnTo>
                <a:lnTo>
                  <a:pt x="160752" y="74524"/>
                </a:lnTo>
                <a:lnTo>
                  <a:pt x="161940" y="73792"/>
                </a:lnTo>
                <a:lnTo>
                  <a:pt x="163220" y="73335"/>
                </a:lnTo>
                <a:lnTo>
                  <a:pt x="164592" y="73152"/>
                </a:lnTo>
                <a:lnTo>
                  <a:pt x="165964" y="73335"/>
                </a:lnTo>
                <a:lnTo>
                  <a:pt x="167244" y="73792"/>
                </a:lnTo>
                <a:lnTo>
                  <a:pt x="168432" y="74524"/>
                </a:lnTo>
                <a:lnTo>
                  <a:pt x="169347" y="75438"/>
                </a:lnTo>
                <a:lnTo>
                  <a:pt x="170078" y="76627"/>
                </a:lnTo>
                <a:lnTo>
                  <a:pt x="170536" y="77907"/>
                </a:lnTo>
                <a:lnTo>
                  <a:pt x="170718" y="79278"/>
                </a:lnTo>
                <a:close/>
                <a:moveTo>
                  <a:pt x="219456" y="128016"/>
                </a:moveTo>
                <a:lnTo>
                  <a:pt x="219273" y="129388"/>
                </a:lnTo>
                <a:lnTo>
                  <a:pt x="218816" y="130668"/>
                </a:lnTo>
                <a:lnTo>
                  <a:pt x="218084" y="131856"/>
                </a:lnTo>
                <a:lnTo>
                  <a:pt x="217170" y="132771"/>
                </a:lnTo>
                <a:lnTo>
                  <a:pt x="215981" y="133502"/>
                </a:lnTo>
                <a:lnTo>
                  <a:pt x="214701" y="133960"/>
                </a:lnTo>
                <a:lnTo>
                  <a:pt x="213330" y="134142"/>
                </a:lnTo>
                <a:lnTo>
                  <a:pt x="211958" y="133960"/>
                </a:lnTo>
                <a:lnTo>
                  <a:pt x="210678" y="133502"/>
                </a:lnTo>
                <a:lnTo>
                  <a:pt x="209580" y="132771"/>
                </a:lnTo>
                <a:lnTo>
                  <a:pt x="208575" y="131856"/>
                </a:lnTo>
                <a:lnTo>
                  <a:pt x="207843" y="130668"/>
                </a:lnTo>
                <a:lnTo>
                  <a:pt x="207386" y="129388"/>
                </a:lnTo>
                <a:lnTo>
                  <a:pt x="207294" y="128016"/>
                </a:lnTo>
                <a:lnTo>
                  <a:pt x="207386" y="126644"/>
                </a:lnTo>
                <a:lnTo>
                  <a:pt x="207843" y="125364"/>
                </a:lnTo>
                <a:lnTo>
                  <a:pt x="208575" y="124176"/>
                </a:lnTo>
                <a:lnTo>
                  <a:pt x="209580" y="123261"/>
                </a:lnTo>
                <a:lnTo>
                  <a:pt x="210678" y="122530"/>
                </a:lnTo>
                <a:lnTo>
                  <a:pt x="211958" y="122072"/>
                </a:lnTo>
                <a:lnTo>
                  <a:pt x="213330" y="121890"/>
                </a:lnTo>
                <a:lnTo>
                  <a:pt x="214701" y="122072"/>
                </a:lnTo>
                <a:lnTo>
                  <a:pt x="215981" y="122530"/>
                </a:lnTo>
                <a:lnTo>
                  <a:pt x="217170" y="123261"/>
                </a:lnTo>
                <a:lnTo>
                  <a:pt x="218084" y="124176"/>
                </a:lnTo>
                <a:lnTo>
                  <a:pt x="218816" y="125364"/>
                </a:lnTo>
                <a:lnTo>
                  <a:pt x="219273" y="126644"/>
                </a:lnTo>
                <a:lnTo>
                  <a:pt x="219456" y="128016"/>
                </a:lnTo>
                <a:close/>
                <a:moveTo>
                  <a:pt x="85314" y="152430"/>
                </a:moveTo>
                <a:lnTo>
                  <a:pt x="85222" y="153802"/>
                </a:lnTo>
                <a:lnTo>
                  <a:pt x="84765" y="155082"/>
                </a:lnTo>
                <a:lnTo>
                  <a:pt x="84033" y="156180"/>
                </a:lnTo>
                <a:lnTo>
                  <a:pt x="83028" y="157185"/>
                </a:lnTo>
                <a:lnTo>
                  <a:pt x="81930" y="157917"/>
                </a:lnTo>
                <a:lnTo>
                  <a:pt x="80650" y="158374"/>
                </a:lnTo>
                <a:lnTo>
                  <a:pt x="79278" y="158466"/>
                </a:lnTo>
                <a:lnTo>
                  <a:pt x="77907" y="158374"/>
                </a:lnTo>
                <a:lnTo>
                  <a:pt x="76627" y="157917"/>
                </a:lnTo>
                <a:lnTo>
                  <a:pt x="75438" y="157185"/>
                </a:lnTo>
                <a:lnTo>
                  <a:pt x="74524" y="156180"/>
                </a:lnTo>
                <a:lnTo>
                  <a:pt x="73792" y="155082"/>
                </a:lnTo>
                <a:lnTo>
                  <a:pt x="73335" y="153802"/>
                </a:lnTo>
                <a:lnTo>
                  <a:pt x="73152" y="152430"/>
                </a:lnTo>
                <a:lnTo>
                  <a:pt x="73335" y="151059"/>
                </a:lnTo>
                <a:lnTo>
                  <a:pt x="73792" y="149779"/>
                </a:lnTo>
                <a:lnTo>
                  <a:pt x="74524" y="148590"/>
                </a:lnTo>
                <a:lnTo>
                  <a:pt x="75438" y="147676"/>
                </a:lnTo>
                <a:lnTo>
                  <a:pt x="76627" y="146944"/>
                </a:lnTo>
                <a:lnTo>
                  <a:pt x="77907" y="146487"/>
                </a:lnTo>
                <a:lnTo>
                  <a:pt x="79278" y="146304"/>
                </a:lnTo>
                <a:lnTo>
                  <a:pt x="80650" y="146487"/>
                </a:lnTo>
                <a:lnTo>
                  <a:pt x="81930" y="146944"/>
                </a:lnTo>
                <a:lnTo>
                  <a:pt x="83028" y="147676"/>
                </a:lnTo>
                <a:lnTo>
                  <a:pt x="84033" y="148590"/>
                </a:lnTo>
                <a:lnTo>
                  <a:pt x="84765" y="149779"/>
                </a:lnTo>
                <a:lnTo>
                  <a:pt x="85222" y="151059"/>
                </a:lnTo>
                <a:lnTo>
                  <a:pt x="85314" y="152430"/>
                </a:lnTo>
                <a:close/>
                <a:moveTo>
                  <a:pt x="109728" y="91440"/>
                </a:moveTo>
                <a:lnTo>
                  <a:pt x="109545" y="92812"/>
                </a:lnTo>
                <a:lnTo>
                  <a:pt x="109088" y="94092"/>
                </a:lnTo>
                <a:lnTo>
                  <a:pt x="108356" y="95280"/>
                </a:lnTo>
                <a:lnTo>
                  <a:pt x="107442" y="96195"/>
                </a:lnTo>
                <a:lnTo>
                  <a:pt x="106253" y="96926"/>
                </a:lnTo>
                <a:lnTo>
                  <a:pt x="104973" y="97384"/>
                </a:lnTo>
                <a:lnTo>
                  <a:pt x="103602" y="97566"/>
                </a:lnTo>
                <a:lnTo>
                  <a:pt x="102230" y="97384"/>
                </a:lnTo>
                <a:lnTo>
                  <a:pt x="100950" y="96926"/>
                </a:lnTo>
                <a:lnTo>
                  <a:pt x="99852" y="96195"/>
                </a:lnTo>
                <a:lnTo>
                  <a:pt x="98847" y="95280"/>
                </a:lnTo>
                <a:lnTo>
                  <a:pt x="98115" y="94092"/>
                </a:lnTo>
                <a:lnTo>
                  <a:pt x="97658" y="92812"/>
                </a:lnTo>
                <a:lnTo>
                  <a:pt x="97566" y="91440"/>
                </a:lnTo>
                <a:lnTo>
                  <a:pt x="97658" y="90068"/>
                </a:lnTo>
                <a:lnTo>
                  <a:pt x="98115" y="88788"/>
                </a:lnTo>
                <a:lnTo>
                  <a:pt x="98847" y="87600"/>
                </a:lnTo>
                <a:lnTo>
                  <a:pt x="99852" y="86685"/>
                </a:lnTo>
                <a:lnTo>
                  <a:pt x="100950" y="85954"/>
                </a:lnTo>
                <a:lnTo>
                  <a:pt x="102230" y="85496"/>
                </a:lnTo>
                <a:lnTo>
                  <a:pt x="103602" y="85314"/>
                </a:lnTo>
                <a:lnTo>
                  <a:pt x="104973" y="85496"/>
                </a:lnTo>
                <a:lnTo>
                  <a:pt x="106253" y="85954"/>
                </a:lnTo>
                <a:lnTo>
                  <a:pt x="107442" y="86685"/>
                </a:lnTo>
                <a:lnTo>
                  <a:pt x="108356" y="87600"/>
                </a:lnTo>
                <a:lnTo>
                  <a:pt x="109088" y="88788"/>
                </a:lnTo>
                <a:lnTo>
                  <a:pt x="109545" y="90068"/>
                </a:lnTo>
                <a:lnTo>
                  <a:pt x="109728" y="91440"/>
                </a:lnTo>
                <a:close/>
              </a:path>
            </a:pathLst>
          </a:custGeom>
          <a:noFill/>
          <a:ln w="24384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309981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customize-presentation-design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83480" y="309981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色・書体・ロゴを変える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575304"/>
            <a:ext cx="8001000" cy="420624"/>
          </a:xfrm>
          <a:prstGeom prst="roundRect">
            <a:avLst>
              <a:gd name="adj" fmla="val 10870"/>
            </a:avLst>
          </a:prstGeom>
          <a:solidFill>
            <a:srgbClr val="F5F7FA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63931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56032" y="256032"/>
                </a:moveTo>
                <a:lnTo>
                  <a:pt x="203088" y="203088"/>
                </a:lnTo>
                <a:moveTo>
                  <a:pt x="231618" y="134142"/>
                </a:moveTo>
                <a:lnTo>
                  <a:pt x="229240" y="155814"/>
                </a:lnTo>
                <a:lnTo>
                  <a:pt x="222016" y="176388"/>
                </a:lnTo>
                <a:lnTo>
                  <a:pt x="210403" y="194950"/>
                </a:lnTo>
                <a:lnTo>
                  <a:pt x="194950" y="210403"/>
                </a:lnTo>
                <a:lnTo>
                  <a:pt x="176388" y="222016"/>
                </a:lnTo>
                <a:lnTo>
                  <a:pt x="155814" y="229240"/>
                </a:lnTo>
                <a:lnTo>
                  <a:pt x="134142" y="231618"/>
                </a:lnTo>
                <a:lnTo>
                  <a:pt x="112380" y="229240"/>
                </a:lnTo>
                <a:lnTo>
                  <a:pt x="91806" y="222016"/>
                </a:lnTo>
                <a:lnTo>
                  <a:pt x="73335" y="210403"/>
                </a:lnTo>
                <a:lnTo>
                  <a:pt x="57882" y="194950"/>
                </a:lnTo>
                <a:lnTo>
                  <a:pt x="46269" y="176388"/>
                </a:lnTo>
                <a:lnTo>
                  <a:pt x="39045" y="155814"/>
                </a:lnTo>
                <a:lnTo>
                  <a:pt x="36576" y="134142"/>
                </a:lnTo>
                <a:lnTo>
                  <a:pt x="39045" y="112380"/>
                </a:lnTo>
                <a:lnTo>
                  <a:pt x="46269" y="91806"/>
                </a:lnTo>
                <a:lnTo>
                  <a:pt x="57882" y="73335"/>
                </a:lnTo>
                <a:lnTo>
                  <a:pt x="73335" y="57882"/>
                </a:lnTo>
                <a:lnTo>
                  <a:pt x="91806" y="46269"/>
                </a:lnTo>
                <a:lnTo>
                  <a:pt x="112380" y="39045"/>
                </a:lnTo>
                <a:lnTo>
                  <a:pt x="134142" y="36576"/>
                </a:lnTo>
                <a:lnTo>
                  <a:pt x="155814" y="39045"/>
                </a:lnTo>
                <a:lnTo>
                  <a:pt x="176388" y="46269"/>
                </a:lnTo>
                <a:lnTo>
                  <a:pt x="194950" y="57882"/>
                </a:lnTo>
                <a:lnTo>
                  <a:pt x="210403" y="73335"/>
                </a:lnTo>
                <a:lnTo>
                  <a:pt x="222016" y="91806"/>
                </a:lnTo>
                <a:lnTo>
                  <a:pt x="229240" y="112380"/>
                </a:lnTo>
                <a:lnTo>
                  <a:pt x="231618" y="134142"/>
                </a:lnTo>
                <a:close/>
              </a:path>
            </a:pathLst>
          </a:custGeom>
          <a:noFill/>
          <a:ln w="24384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35753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ui-ux-pro-max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83480" y="35753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デザインの候補を探す（補助）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5800" y="4123944"/>
            <a:ext cx="800100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123944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入口は presentation/README.md と presentation/skills/README.md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この資料の用語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25146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4996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856232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AIが読む作業の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手順書。工程ごとに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用意されている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9000" y="1325880"/>
            <a:ext cx="25146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325880"/>
            <a:ext cx="73152" cy="14996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4173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AGENTS.md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1856232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AIが守る規則の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領域ごとにもある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1325880"/>
            <a:ext cx="25146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325880"/>
            <a:ext cx="73152" cy="14996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4173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正本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1856232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最新の定義や手順を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1か所で管理し、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ほかはリンクする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054096"/>
            <a:ext cx="25146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054096"/>
            <a:ext cx="73152" cy="14996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455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3584448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スライド・仕様・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コード・テスト・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調査報告など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29000" y="3054096"/>
            <a:ext cx="25146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3054096"/>
            <a:ext cx="73152" cy="14996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1455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657600" y="3584448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判断を支える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仕様・実装・ログ・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テスト・公式文書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3054096"/>
            <a:ext cx="251460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054096"/>
            <a:ext cx="73152" cy="14996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1455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未確認事項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400800" y="3584448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必要だが、権限・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環境・情報不足で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確かめていないこと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AI-Engine-Dev 利用ガイド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3816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最初の一歩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次の依頼はこの順で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00200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対象のProjectをCodexかClaude Codeで開く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075688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075688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AGENTS.mdと担当領域のREADMEを読む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551176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51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551176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目的・対象・完了条件・権限を書いて頼む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026664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026664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選ばれたSkillと作業範囲を確かめる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50215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502152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完了報告の6点を確認し、次を決める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206240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入口：development/README.md ｜ presentation/README.md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AI-Engine-Dev 利用ガイド</dc:title>
  <dc:subject>AI-Engine-Dev 利用ガイド</dc:subject>
  <dc:creator>AI-Engine-Dev presentation harness</dc:creator>
  <cp:lastModifiedBy>AI-Engine-Dev presentation harness</cp:lastModifiedBy>
  <cp:revision>1</cp:revision>
  <dcterms:created xsi:type="dcterms:W3CDTF">2026-10-07T12:57:14Z</dcterms:created>
  <dcterms:modified xsi:type="dcterms:W3CDTF">2026-10-07T12:57:14Z</dcterms:modified>
</cp:coreProperties>
</file>