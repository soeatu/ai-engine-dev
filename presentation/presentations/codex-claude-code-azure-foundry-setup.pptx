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開発者向け手順書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8001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CLI・Claude Code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Foundry接続ガイド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Foundry（旧 Azure AI Foundry）への接続まで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2026年9月17日時点の公式ドキュメントに基づく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4ステップで両CLIを接続する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0392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GPT系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Claude系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を配置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03170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59202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3794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3794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3794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導入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23794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2つのCLIを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6572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32604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97196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7196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97196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接続設定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97196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config.toml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49974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06006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70598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0598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70598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動作確認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70598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exec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/status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で応答を確認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全体像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CLIごとに接続先URLが異なる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PC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 リソース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51760" y="2121408"/>
            <a:ext cx="1417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06040" y="17373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config.toml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0" y="1572768"/>
            <a:ext cx="457200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572768"/>
            <a:ext cx="7315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6642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GPT系デプロイ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&lt;resource&gt;.openai.azure.com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/openai/v1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898648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9864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651760" y="3447288"/>
            <a:ext cx="1417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606040" y="30632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0" y="2898648"/>
            <a:ext cx="457200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2898648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9900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Claude系デプロイ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&lt;resource&gt;.services.ai.azure.com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/anthropic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1605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&lt;resource&gt; は自分のFoundryリソース名に置き換える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全体像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作業前に前提条件を揃える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263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項目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必要なもの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Foundryを利用できるサブスクリプション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作成権限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リソースとデプロイを作成できる権限（Contributor など）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利用者ロール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 AI User または Cognitive Services User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Windows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Code: Windows 10 1809以降 / Codex: Windows 11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ツール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for Windows（推奨）、Azure CLI（Entra ID利用時）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 Use: Python 3 と Playwright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306824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CLIのMS Learn手順はWindowsの前提をWSL2としている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Foundryでモデルをデプロイする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0759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ai.azure.com でプロジェクトを作成し、リソース名を控える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837944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6479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Codex用: GPT系モデル（例: gpt-5.3-codex）をデプロイ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368296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29514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Code用: Opus / Sonnet / Haiku（特定版）をデプロイ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898648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82549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画像用: gpt-image-2.5-flare または sunburst をデプロイ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35584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Use用: gpt-5.6-sol / terra / luna をデプロイ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80010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690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各デプロイ名を控え、キーは「Endpoints and keys」から取得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設定に使う4つの値を控える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517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値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CLIでの用途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Codeでの用途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リソース名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base_url の一部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ANTHROPIC_FOUNDRY_RESOURCE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デプロイ名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ANTHROPIC_DEFAULT_*_MODEL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APIキー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AZURE_OPENAI_API_KEY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ANTHROPIC_FOUNDRY_API_KEY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エンドポイント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base_url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リソース名で代替できる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24528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APIキーは資料・チャット・リポジトリに貼らず、環境変数だけに設定する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 → config.toml → APIキー → 起動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CLIをインストールする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PowerShellで次のどちらかを実行し、バージョン表示で確認する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911096"/>
          </a:xfrm>
          <a:prstGeom prst="roundRect">
            <a:avLst>
              <a:gd name="adj" fmla="val 287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推奨: スタンドアロンインストーラー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powershell -ExecutionPolicy ByPass -c `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"irm https://chatgpt.com/codex/install.ps1 | iex"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代替: npm（Node.jsが必要）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@openai/codex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--version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694176"/>
            <a:ext cx="80010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ネイティブ環境で問題が出る場合は、WSL2上でLinux向け手順を使う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config.tomlでAzureを指定する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%USERPROFILE%\.codex\config.toml に次を記述する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2444496"/>
          </a:xfrm>
          <a:prstGeom prst="roundRect">
            <a:avLst>
              <a:gd name="adj" fmla="val 224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217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= "&lt;deployment&gt;"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model_provider = "azure"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model_reasoning_effort = "medium"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[model_providers.azure]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= "Azure OpenAI"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base_url = "https://&lt;resource&gt;.openai.azure.com/openai/v1"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env_key = "AZURE_OPENAI_API_KEY"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wire_api = "responses"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227576"/>
            <a:ext cx="8001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env_key にはキーではなく環境変数名、base_url の末尾は /openai/v1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APIキーを環境変数で渡して起動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はユーザー環境変数に保存し、新しいターミナルから有効になる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2177796"/>
          </a:xfrm>
          <a:prstGeom prst="roundRect">
            <a:avLst>
              <a:gd name="adj" fmla="val 2519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90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AZURE_OPENAI_API_KEY "&lt;api-key&gt;"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新しいPowerShellを開いてから実行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&lt;project&gt;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非対話で疎通を確認する場合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exec "このリポジトリの構成を説明して"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960876"/>
            <a:ext cx="800100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CLIは現時点でEntra ID認証に非対応（MS Learn）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 → 環境変数 → モデル固定 → 認証の選択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Codeをインストールする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PowerShellで実行する（管理者権限は不要）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911096"/>
          </a:xfrm>
          <a:prstGeom prst="roundRect">
            <a:avLst>
              <a:gd name="adj" fmla="val 287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推奨: ネイティブインストーラー（自動更新）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irm https://claude.ai/install.ps1 | iex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代替: WinGet（自動更新されない）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winget install Anthropic.ClaudeCode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--version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doctor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694176"/>
            <a:ext cx="80010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for Windowsを入れると、Claude CodeがBashツールを使える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環境変数でFoundryを有効にする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ユーザー環境変数に設定し、新しいターミナルで claude を起動する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644396"/>
          </a:xfrm>
          <a:prstGeom prst="roundRect">
            <a:avLst>
              <a:gd name="adj" fmla="val 3336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37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Foundry連携を有効化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CLAUDE_CODE_USE_FOUNDRY 1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ANTHROPIC_FOUNDRY_RESOURCE "&lt;resource&gt;"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APIキー認証（Entra IDを使う場合は設定しない）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ANTHROPIC_FOUNDRY_API_KEY "&lt;api-key&gt;"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427476"/>
            <a:ext cx="8001000" cy="1190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リソース名の代わりに ANTHROPIC_FOUNDRY_BASE_URL でURL全体も指定できる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Foundryには対話式の設定ウィザードがなく、環境変数だけで設定する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モデルはデプロイ名で固定する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1110996"/>
          </a:xfrm>
          <a:prstGeom prst="roundRect">
            <a:avLst>
              <a:gd name="adj" fmla="val 4938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ANTHROPIC_DEFAULT_OPUS_MODEL "&lt;opus-deployment&gt;"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ANTHROPIC_DEFAULT_SONNET_MODEL "&lt;sonnet-deployment&gt;"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ANTHROPIC_DEFAULT_HAIKU_MODEL "&lt;haiku-deployment&gt;"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574036"/>
            <a:ext cx="8001000" cy="204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未設定だと opus などの別名が既定モデルになり、未デプロイなら失敗する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Foundryは起動時にモデルを確認しないため、事前に固定しておく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Haikuを設定すると、タイトル生成などの補助処理に使われる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IDならキー配布が不要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3863340" cy="28346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8633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17320"/>
            <a:ext cx="3461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設定手順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6968" y="2011680"/>
            <a:ext cx="34610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login を実行する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APIキーの環境変数を削除する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AI User などを付与する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3460" y="1234440"/>
            <a:ext cx="3863340" cy="28346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3460" y="1234440"/>
            <a:ext cx="38633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4628" y="1417320"/>
            <a:ext cx="3461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動作のしくみ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4628" y="2011680"/>
            <a:ext cx="34610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キー未設定時はAzureの既定資格情報を使う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トークンの直接指定も可能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トークンの直接指定: ANTHROPIC_FOUNDRY_AUTH_TOKEN（v2.1.203以降）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GPT-Image-2.5 をデプロイ → スクリプト → 環境変数 → CLIから実行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用途でflareとsunburstを選ぶ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983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モデル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向いている用途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gpt-image-2.5-flare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高品質な画像を最も速く作る日常の生成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gpt-image-2.5-sunburst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最も高性能。編集の精度を重視する場合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共通の指定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quality は xhigh / max / auto も指定可。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サイズは16px単位で長辺3,840pxまで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24528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提供リージョンはMS Learnのリージョン一覧で確認する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CLIはスクリプト経由で画像APIを呼ぶ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PC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 リソース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51760" y="2560320"/>
            <a:ext cx="1417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06040" y="21762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gen-image.ps1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0" y="2011680"/>
            <a:ext cx="457200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2011680"/>
            <a:ext cx="7315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1031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画像デプロイ（GPT-Image-2.5）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&lt;resource&gt;.openai.azure.com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/openai/v1/images/generations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どちらのCLIも同じスクリプトを実行するため、設定は1回で済む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scripts\gen-image.ps1 を作成する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358896"/>
          </a:xfrm>
          <a:prstGeom prst="roundRect">
            <a:avLst>
              <a:gd name="adj" fmla="val 1633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08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param([string]$Prompt, [string]$Out = "image.png")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 = $env:AZURE_IMAGE_RESOURCE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$uri = "https://$r.openai.azure.com/openai/v1" +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"/images/generations?api-version=2025-04-01-preview"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$body = @{ model = $env:AZURE_IMAGE_DEPLOYMENT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prompt = $Prompt; size = "1024x1024" } | ConvertTo-Json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$res = Invoke-RestMethod -Method Post -Uri $uri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-Body ([Text.Encoding]::UTF8.GetBytes($body))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-ContentType "application/json"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-Headers @{ "api-key" = $env:AZURE_IMAGE_API_KEY }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[IO.File]::WriteAllBytes($Out,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[Convert]::FromBase64String($res.data[0].b64_json))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環境変数を設定して試す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画像用リソースの値を設定し、新しいターミナルで実行する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644396"/>
          </a:xfrm>
          <a:prstGeom prst="roundRect">
            <a:avLst>
              <a:gd name="adj" fmla="val 3336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37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AZURE_IMAGE_RESOURCE "&lt;resource&gt;"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AZURE_IMAGE_DEPLOYMENT "&lt;image-deployment&gt;"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AZURE_IMAGE_API_KEY "&lt;api-key&gt;"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新しいPowerShellで実行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.\scripts\gen-image.ps1 -Prompt "浜辺の傘" -Out umbrella.png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427476"/>
            <a:ext cx="8001000" cy="1190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flareとsunburstは AZURE_IMAGE_DEPLOYMENT の値で切り替える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CLIにスクリプトの使い方を伝える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3863340" cy="28346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8633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17320"/>
            <a:ext cx="3461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6968" y="2011680"/>
            <a:ext cx="34610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 に gen-image.ps1 の使い方を書く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ネット接続を伴う実行は承認を求められる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3460" y="1234440"/>
            <a:ext cx="3863340" cy="28346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3460" y="1234440"/>
            <a:ext cx="38633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4628" y="1417320"/>
            <a:ext cx="3461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4628" y="2011680"/>
            <a:ext cx="34610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に同じ使い方を書く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コマンド実行の許可を内容を見て承認する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依頼例:「gen-image.ps1 で表紙画像を作って」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GPT-5.6系をデプロイ → Python準備 → 操作ループ → 安全対策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CLIではなくAPIから使う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880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使い方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Foundryでの利用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Responses APIで操作ループを自作する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使える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Agent Service のComputer Useツール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computer-use-preview のみ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CLI / Claude Code の組み込み機能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使えない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24528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GPT-5.6系（sol / terra / luna）とGPT-5.5は利用申請なしで使える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操作ループは自分で実装する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0392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依頼文と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画面の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スクショを送る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03170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59202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3794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3794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3794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23794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モデルが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computer_call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で返す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6572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32604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97196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7196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97196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97196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Playwrightで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クリックや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入力を行う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49974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06006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70598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0598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70598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返送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70598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操作後の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スクショを返し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繰り返す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PythonとPlaywrightを準備する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GPT-5.6系のデプロイ名とキーを設定してから環境を作る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2444496"/>
          </a:xfrm>
          <a:prstGeom prst="roundRect">
            <a:avLst>
              <a:gd name="adj" fmla="val 224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217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AZURE_CU_RESOURCE "&lt;resource&gt;"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AZURE_CU_DEPLOYMENT "&lt;gpt-5.6-deployment&gt;"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AZURE_CU_API_KEY "&lt;api-key&gt;"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新しいPowerShellで実行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 -m venv .venv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.venv\Scripts\Activate.ps1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openai playwright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playwright install chromium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227576"/>
            <a:ext cx="8001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スクリプト全文は資料と同じフォルダの computer_use_loop.py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最初の依頼で画面を渡す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358896"/>
          </a:xfrm>
          <a:prstGeom prst="roundRect">
            <a:avLst>
              <a:gd name="adj" fmla="val 1633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08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= OpenAI(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api_key=os.environ["AZURE_CU_API_KEY"],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base_url=f"https://{RESOURCE}.openai.azure.com"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"/openai/v1/")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client.responses.create(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model=MODEL,  # GPT-5.6系のデプロイ名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tools=[{"type": "computer"}],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input=[{"role": "user", "content": [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{"type": "input_text", "text": task},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{"type": "input_image",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"image_url": screenshot(page)}]}])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computer_callを実行して返す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447796"/>
          </a:xfrm>
          <a:prstGeom prst="roundRect">
            <a:avLst>
              <a:gd name="adj" fmla="val 159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17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step in range(MAX_STEPS):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calls = [o for o in response.output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if o.type == "computer_call"]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not calls: break  # 提案がなければ完了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action in calls[0].actions: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run_action(page, action)  # Playwrightで実行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shot = {"type": "computer_screenshot",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"image_url": screenshot(page)}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 = client.responses.create(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model=MODEL, previous_response_id=response.id,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tools=[{"type": "computer"}], input=[{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"type": "computer_call_output",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"call_id": calls[0].call_id, "output": shot}])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安全対策を組み込んで動かす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897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対策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内容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実行環境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機密データのない検証用VMで動かす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安全チェック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pending_safety_checks は人が確認して承認する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回数の上限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MAX_STEPS で止めて人に制御を戻す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画面サイズ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1440×900 または 1600×900 でクリック精度を保つ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トークン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reasoning.context を current_turn にして消費を抑える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325112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実行: python computer_use_loop.py "依頼内容"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4つの接続をそれぞれ確認する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対象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実行すること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期待する結果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CLI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--version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exec "hello"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応答が返る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Code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doctor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起動して /status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 Foundry と表示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画像モデル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gen-image.ps1 -Prompt "test"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指定したPNGが保存される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 Use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python computer_use_loop.py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"依頼内容"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ブラウザ操作後に結果が表示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33672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の後は、新しく開いたターミナルで確認する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Codexのエラーは設定3点を確認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23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症状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確認すること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401 / 403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AZURE_OPENAI_API_KEY が設定済みか。env_key にキーを直接書いていないか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ENOTFOUND / 404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base_url のリソース名とドメイン、末尾の /openai/v1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Azure設定が無視される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model_provider = "azure" と [model_providers.azure] があるか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Codeは認証と名前を確認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49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症状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確認すること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ChainedTokenCredential authentication failed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 login でEntra IDを構成するか、APIキーを設定する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接続エラーが続く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リソース名（ANTHROPIC_FOUNDRY_RESOURCE）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モデル呼び出しが失敗する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デプロイ名と ANTHROPIC_DEFAULT_*_MODEL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設定が反映されない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setx の後に新しいターミナルを開いたか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画像生成はキー・名前・サイズを確認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49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症状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確認すること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AZURE_IMAGE_API_KEY が画像用リソースのキーか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AZURE_IMAGE_RESOURCE とデプロイ名が正しいか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400（サイズ）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16px単位、長辺3,840px以下、縦横比1:3〜3:1か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日本語が文字化けする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本文をUTF-8のバイト列で送っているか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スクリプトを実行できない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-ExecutionPolicy Bypass -File で起動する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Useは応答と画面を確認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09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症状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確認すること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computer_call が返らない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tools に computer を指定し、画面操作が必要な依頼か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AZURE_CU_RESOURCE とデプロイ名が正しいか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クリック位置がずれる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画面サイズを1440×900などにしているか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途中で止まる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MAX_STEPS の上限や安全チェックで中断していないか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キーと権限は最小限で運用する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263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観点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実践すること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キー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ファイルやリポジトリに書かず、漏えい時は再生成する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権限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呼び出し用ロールだけ付与し、Claude CodeはEntra IDで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自律実行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フルアクセスモードはサンドボックス等と併用する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 Use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検証用VMで動かし、安全チェックは人が承認する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運用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出典（1/2・9月17日確認）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on Microsoft Foundry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code.claude.com/docs/en/microsoft-foundry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Advanced setup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code.claude.com/docs/en/setup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with Azure OpenAI in Microsoft Foundry Models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learn.microsoft.com/azure/foundry/openai/how-to/codex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openai/codex README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github.com/openai/codex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Advanced configuration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learn.chatgpt.com/docs/config-file/config-advanced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出典（2/2・9月17日確認）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use image generation models from OpenAI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learn.microsoft.com/azure/foundry/openai/how-to/dall-e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 in Azure OpenAI (classic)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learn.microsoft.com/azure/ai-foundry/openai/how-to/computer-use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OpenAI reasoning models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learn.microsoft.com/azure/foundry/openai/how-to/reasoning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computer use tool for agents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learn.microsoft.com/azure/foundry/agents/how-to/tools/computer-use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computer use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code.claude.com/docs/en/computer-use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CLI / Claude Code 導入とMicrosoft Foundry接続手順</dc:title>
  <dc:subject>Codex CLI / Claude Code 導入とMicrosoft Foundry接続手順</dc:subject>
  <dc:creator>AI-Engine-Dev presentation harness</dc:creator>
  <cp:lastModifiedBy>AI-Engine-Dev presentation harness</cp:lastModifiedBy>
  <cp:revision>1</cp:revision>
  <dcterms:created xsi:type="dcterms:W3CDTF">2026-09-17T13:04:24Z</dcterms:created>
  <dcterms:modified xsi:type="dcterms:W3CDTF">2026-09-17T13:04:24Z</dcterms:modified>
</cp:coreProperties>
</file>