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presentation harness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deck to an AI agent. It builds each slide one of two ways, then compiles one editable .pptx.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670048" y="1225296"/>
            <a:ext cx="2432304" cy="2944368"/>
          </a:xfrm>
          <a:prstGeom prst="roundRect">
            <a:avLst>
              <a:gd name="adj" fmla="val 3008"/>
            </a:avLst>
          </a:prstGeom>
          <a:solidFill>
            <a:srgbClr val="F5F7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2697480"/>
            <a:ext cx="274320" cy="-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14600" y="2697480"/>
            <a:ext cx="274320" cy="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1965960"/>
            <a:ext cx="365760" cy="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0" y="3429000"/>
            <a:ext cx="365760" cy="-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12280" y="2697480"/>
            <a:ext cx="320040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1851660"/>
            <a:ext cx="1828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51660"/>
            <a:ext cx="822960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01625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Your brief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" y="2418588"/>
            <a:ext cx="15727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deck in plain words. An AI agent, driven by the skills, does the 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88920" y="1371600"/>
            <a:ext cx="21945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371600"/>
            <a:ext cx="987552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5361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Clone &amp; fill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16936" y="1938528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a real slide and fill its text — pixel-identical.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2834640"/>
            <a:ext cx="21945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834640"/>
            <a:ext cx="987552" cy="0"/>
          </a:xfrm>
          <a:prstGeom prst="line">
            <a:avLst/>
          </a:prstGeom>
          <a:noFill/>
          <a:ln w="508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16936" y="299923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from scratch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16936" y="3401568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 native shapes, text and icons — all editable.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1851660"/>
            <a:ext cx="1463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851660"/>
            <a:ext cx="658368" cy="0"/>
          </a:xfrm>
          <a:prstGeom prst="line">
            <a:avLst/>
          </a:prstGeom>
          <a:noFill/>
          <a:ln w="50800">
            <a:solidFill>
              <a:srgbClr val="1218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201625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7256" y="2418588"/>
            <a:ext cx="12070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Assembles slides, embeds fonts, renders previews.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1851660"/>
            <a:ext cx="1554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851660"/>
            <a:ext cx="699516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20162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 .pptx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0336" y="2418588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editable. Opens in PowerPoint, Keynote and Google Slides.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9397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25913" y="32187"/>
                </a:moveTo>
                <a:lnTo>
                  <a:pt x="126553" y="29992"/>
                </a:lnTo>
                <a:lnTo>
                  <a:pt x="127559" y="27981"/>
                </a:lnTo>
                <a:lnTo>
                  <a:pt x="129022" y="26243"/>
                </a:lnTo>
                <a:lnTo>
                  <a:pt x="130759" y="24780"/>
                </a:lnTo>
                <a:lnTo>
                  <a:pt x="132771" y="23683"/>
                </a:lnTo>
                <a:lnTo>
                  <a:pt x="134874" y="23043"/>
                </a:lnTo>
                <a:lnTo>
                  <a:pt x="137160" y="22860"/>
                </a:lnTo>
                <a:lnTo>
                  <a:pt x="139446" y="23043"/>
                </a:lnTo>
                <a:lnTo>
                  <a:pt x="141549" y="23683"/>
                </a:lnTo>
                <a:lnTo>
                  <a:pt x="143561" y="24780"/>
                </a:lnTo>
                <a:lnTo>
                  <a:pt x="145298" y="26243"/>
                </a:lnTo>
                <a:lnTo>
                  <a:pt x="146761" y="27981"/>
                </a:lnTo>
                <a:lnTo>
                  <a:pt x="147767" y="29992"/>
                </a:lnTo>
                <a:lnTo>
                  <a:pt x="148407" y="32187"/>
                </a:lnTo>
                <a:lnTo>
                  <a:pt x="160386" y="95738"/>
                </a:lnTo>
                <a:lnTo>
                  <a:pt x="160843" y="97566"/>
                </a:lnTo>
                <a:lnTo>
                  <a:pt x="161483" y="99487"/>
                </a:lnTo>
                <a:lnTo>
                  <a:pt x="162215" y="101224"/>
                </a:lnTo>
                <a:lnTo>
                  <a:pt x="163129" y="102961"/>
                </a:lnTo>
                <a:lnTo>
                  <a:pt x="164226" y="104607"/>
                </a:lnTo>
                <a:lnTo>
                  <a:pt x="165415" y="106162"/>
                </a:lnTo>
                <a:lnTo>
                  <a:pt x="166695" y="107625"/>
                </a:lnTo>
                <a:lnTo>
                  <a:pt x="168158" y="108905"/>
                </a:lnTo>
                <a:lnTo>
                  <a:pt x="169713" y="110094"/>
                </a:lnTo>
                <a:lnTo>
                  <a:pt x="171359" y="111191"/>
                </a:lnTo>
                <a:lnTo>
                  <a:pt x="173096" y="112105"/>
                </a:lnTo>
                <a:lnTo>
                  <a:pt x="174833" y="112837"/>
                </a:lnTo>
                <a:lnTo>
                  <a:pt x="176754" y="113477"/>
                </a:lnTo>
                <a:lnTo>
                  <a:pt x="178582" y="113934"/>
                </a:lnTo>
                <a:lnTo>
                  <a:pt x="242133" y="125913"/>
                </a:lnTo>
                <a:lnTo>
                  <a:pt x="244328" y="126553"/>
                </a:lnTo>
                <a:lnTo>
                  <a:pt x="246339" y="127559"/>
                </a:lnTo>
                <a:lnTo>
                  <a:pt x="248077" y="129022"/>
                </a:lnTo>
                <a:lnTo>
                  <a:pt x="249540" y="130759"/>
                </a:lnTo>
                <a:lnTo>
                  <a:pt x="250637" y="132771"/>
                </a:lnTo>
                <a:lnTo>
                  <a:pt x="251277" y="134874"/>
                </a:lnTo>
                <a:lnTo>
                  <a:pt x="251460" y="137160"/>
                </a:lnTo>
                <a:lnTo>
                  <a:pt x="251277" y="139446"/>
                </a:lnTo>
                <a:lnTo>
                  <a:pt x="250637" y="141549"/>
                </a:lnTo>
                <a:lnTo>
                  <a:pt x="249540" y="143561"/>
                </a:lnTo>
                <a:lnTo>
                  <a:pt x="248077" y="145298"/>
                </a:lnTo>
                <a:lnTo>
                  <a:pt x="246339" y="146761"/>
                </a:lnTo>
                <a:lnTo>
                  <a:pt x="244328" y="147767"/>
                </a:lnTo>
                <a:lnTo>
                  <a:pt x="242133" y="148407"/>
                </a:lnTo>
                <a:lnTo>
                  <a:pt x="178674" y="160386"/>
                </a:lnTo>
                <a:lnTo>
                  <a:pt x="176754" y="160843"/>
                </a:lnTo>
                <a:lnTo>
                  <a:pt x="174833" y="161483"/>
                </a:lnTo>
                <a:lnTo>
                  <a:pt x="173096" y="162215"/>
                </a:lnTo>
                <a:lnTo>
                  <a:pt x="171359" y="163129"/>
                </a:lnTo>
                <a:lnTo>
                  <a:pt x="169713" y="164226"/>
                </a:lnTo>
                <a:lnTo>
                  <a:pt x="168158" y="165415"/>
                </a:lnTo>
                <a:lnTo>
                  <a:pt x="166695" y="166695"/>
                </a:lnTo>
                <a:lnTo>
                  <a:pt x="165415" y="168158"/>
                </a:lnTo>
                <a:lnTo>
                  <a:pt x="164226" y="169713"/>
                </a:lnTo>
                <a:lnTo>
                  <a:pt x="163129" y="171359"/>
                </a:lnTo>
                <a:lnTo>
                  <a:pt x="162215" y="173096"/>
                </a:lnTo>
                <a:lnTo>
                  <a:pt x="161483" y="174833"/>
                </a:lnTo>
                <a:lnTo>
                  <a:pt x="160843" y="176754"/>
                </a:lnTo>
                <a:lnTo>
                  <a:pt x="160386" y="178582"/>
                </a:lnTo>
                <a:lnTo>
                  <a:pt x="148407" y="242133"/>
                </a:lnTo>
                <a:lnTo>
                  <a:pt x="147767" y="244328"/>
                </a:lnTo>
                <a:lnTo>
                  <a:pt x="146761" y="246339"/>
                </a:lnTo>
                <a:lnTo>
                  <a:pt x="145298" y="248077"/>
                </a:lnTo>
                <a:lnTo>
                  <a:pt x="143561" y="249540"/>
                </a:lnTo>
                <a:lnTo>
                  <a:pt x="141549" y="250637"/>
                </a:lnTo>
                <a:lnTo>
                  <a:pt x="139446" y="251277"/>
                </a:lnTo>
                <a:lnTo>
                  <a:pt x="137160" y="251460"/>
                </a:lnTo>
                <a:lnTo>
                  <a:pt x="134874" y="251277"/>
                </a:lnTo>
                <a:lnTo>
                  <a:pt x="132771" y="250637"/>
                </a:lnTo>
                <a:lnTo>
                  <a:pt x="130759" y="249540"/>
                </a:lnTo>
                <a:lnTo>
                  <a:pt x="129022" y="248077"/>
                </a:lnTo>
                <a:lnTo>
                  <a:pt x="127559" y="246339"/>
                </a:lnTo>
                <a:lnTo>
                  <a:pt x="126553" y="244328"/>
                </a:lnTo>
                <a:lnTo>
                  <a:pt x="125913" y="242133"/>
                </a:lnTo>
                <a:lnTo>
                  <a:pt x="113934" y="178674"/>
                </a:lnTo>
                <a:lnTo>
                  <a:pt x="113477" y="176754"/>
                </a:lnTo>
                <a:lnTo>
                  <a:pt x="112837" y="174833"/>
                </a:lnTo>
                <a:lnTo>
                  <a:pt x="112105" y="173096"/>
                </a:lnTo>
                <a:lnTo>
                  <a:pt x="111191" y="171359"/>
                </a:lnTo>
                <a:lnTo>
                  <a:pt x="110094" y="169713"/>
                </a:lnTo>
                <a:lnTo>
                  <a:pt x="108905" y="168158"/>
                </a:lnTo>
                <a:lnTo>
                  <a:pt x="107625" y="166695"/>
                </a:lnTo>
                <a:lnTo>
                  <a:pt x="106162" y="165415"/>
                </a:lnTo>
                <a:lnTo>
                  <a:pt x="104607" y="164226"/>
                </a:lnTo>
                <a:lnTo>
                  <a:pt x="102961" y="163129"/>
                </a:lnTo>
                <a:lnTo>
                  <a:pt x="101224" y="162215"/>
                </a:lnTo>
                <a:lnTo>
                  <a:pt x="99487" y="161483"/>
                </a:lnTo>
                <a:lnTo>
                  <a:pt x="97566" y="160843"/>
                </a:lnTo>
                <a:lnTo>
                  <a:pt x="95738" y="160386"/>
                </a:lnTo>
                <a:lnTo>
                  <a:pt x="32187" y="148407"/>
                </a:lnTo>
                <a:lnTo>
                  <a:pt x="29992" y="147767"/>
                </a:lnTo>
                <a:lnTo>
                  <a:pt x="27981" y="146761"/>
                </a:lnTo>
                <a:lnTo>
                  <a:pt x="26243" y="145298"/>
                </a:lnTo>
                <a:lnTo>
                  <a:pt x="24780" y="143561"/>
                </a:lnTo>
                <a:lnTo>
                  <a:pt x="23683" y="141549"/>
                </a:lnTo>
                <a:lnTo>
                  <a:pt x="23043" y="139446"/>
                </a:lnTo>
                <a:lnTo>
                  <a:pt x="22860" y="137160"/>
                </a:lnTo>
                <a:lnTo>
                  <a:pt x="23043" y="134874"/>
                </a:lnTo>
                <a:lnTo>
                  <a:pt x="23683" y="132771"/>
                </a:lnTo>
                <a:lnTo>
                  <a:pt x="24780" y="130759"/>
                </a:lnTo>
                <a:lnTo>
                  <a:pt x="26243" y="129022"/>
                </a:lnTo>
                <a:lnTo>
                  <a:pt x="27981" y="127559"/>
                </a:lnTo>
                <a:lnTo>
                  <a:pt x="29992" y="126553"/>
                </a:lnTo>
                <a:lnTo>
                  <a:pt x="32187" y="125913"/>
                </a:lnTo>
                <a:lnTo>
                  <a:pt x="95738" y="113934"/>
                </a:lnTo>
                <a:lnTo>
                  <a:pt x="97566" y="113477"/>
                </a:lnTo>
                <a:lnTo>
                  <a:pt x="99487" y="112837"/>
                </a:lnTo>
                <a:lnTo>
                  <a:pt x="101224" y="112105"/>
                </a:lnTo>
                <a:lnTo>
                  <a:pt x="102961" y="111191"/>
                </a:lnTo>
                <a:lnTo>
                  <a:pt x="104607" y="110094"/>
                </a:lnTo>
                <a:lnTo>
                  <a:pt x="106162" y="108905"/>
                </a:lnTo>
                <a:lnTo>
                  <a:pt x="107625" y="107625"/>
                </a:lnTo>
                <a:lnTo>
                  <a:pt x="108905" y="106162"/>
                </a:lnTo>
                <a:lnTo>
                  <a:pt x="110094" y="104607"/>
                </a:lnTo>
                <a:lnTo>
                  <a:pt x="111191" y="102961"/>
                </a:lnTo>
                <a:lnTo>
                  <a:pt x="112105" y="101224"/>
                </a:lnTo>
                <a:lnTo>
                  <a:pt x="112837" y="99487"/>
                </a:lnTo>
                <a:lnTo>
                  <a:pt x="113477" y="97566"/>
                </a:lnTo>
                <a:lnTo>
                  <a:pt x="113934" y="95738"/>
                </a:lnTo>
                <a:lnTo>
                  <a:pt x="125913" y="32187"/>
                </a:lnTo>
                <a:close/>
                <a:moveTo>
                  <a:pt x="228600" y="22860"/>
                </a:moveTo>
                <a:lnTo>
                  <a:pt x="228600" y="68580"/>
                </a:lnTo>
                <a:moveTo>
                  <a:pt x="251460" y="45720"/>
                </a:moveTo>
                <a:lnTo>
                  <a:pt x="205740" y="45720"/>
                </a:lnTo>
                <a:moveTo>
                  <a:pt x="68580" y="228600"/>
                </a:moveTo>
                <a:lnTo>
                  <a:pt x="68031" y="233721"/>
                </a:lnTo>
                <a:lnTo>
                  <a:pt x="66294" y="238476"/>
                </a:lnTo>
                <a:lnTo>
                  <a:pt x="63551" y="242865"/>
                </a:lnTo>
                <a:lnTo>
                  <a:pt x="59985" y="246431"/>
                </a:lnTo>
                <a:lnTo>
                  <a:pt x="55596" y="249174"/>
                </a:lnTo>
                <a:lnTo>
                  <a:pt x="50841" y="250911"/>
                </a:lnTo>
                <a:lnTo>
                  <a:pt x="45720" y="251460"/>
                </a:lnTo>
                <a:lnTo>
                  <a:pt x="40599" y="250911"/>
                </a:lnTo>
                <a:lnTo>
                  <a:pt x="35844" y="249174"/>
                </a:lnTo>
                <a:lnTo>
                  <a:pt x="31455" y="246431"/>
                </a:lnTo>
                <a:lnTo>
                  <a:pt x="27889" y="242865"/>
                </a:lnTo>
                <a:lnTo>
                  <a:pt x="25146" y="238476"/>
                </a:lnTo>
                <a:lnTo>
                  <a:pt x="23409" y="233721"/>
                </a:lnTo>
                <a:lnTo>
                  <a:pt x="22860" y="228600"/>
                </a:lnTo>
                <a:lnTo>
                  <a:pt x="23409" y="223479"/>
                </a:lnTo>
                <a:lnTo>
                  <a:pt x="25146" y="218724"/>
                </a:lnTo>
                <a:lnTo>
                  <a:pt x="27889" y="214335"/>
                </a:lnTo>
                <a:lnTo>
                  <a:pt x="31455" y="210769"/>
                </a:lnTo>
                <a:lnTo>
                  <a:pt x="35844" y="208026"/>
                </a:lnTo>
                <a:lnTo>
                  <a:pt x="40599" y="206289"/>
                </a:lnTo>
                <a:lnTo>
                  <a:pt x="45720" y="205740"/>
                </a:lnTo>
                <a:lnTo>
                  <a:pt x="50841" y="206289"/>
                </a:lnTo>
                <a:lnTo>
                  <a:pt x="55596" y="208026"/>
                </a:lnTo>
                <a:lnTo>
                  <a:pt x="59985" y="210769"/>
                </a:lnTo>
                <a:lnTo>
                  <a:pt x="63551" y="214335"/>
                </a:lnTo>
                <a:lnTo>
                  <a:pt x="66294" y="218724"/>
                </a:lnTo>
                <a:lnTo>
                  <a:pt x="68031" y="223479"/>
                </a:lnTo>
                <a:lnTo>
                  <a:pt x="68580" y="228600"/>
                </a:lnTo>
                <a:close/>
              </a:path>
            </a:pathLst>
          </a:cu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62856" y="15087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45720" y="182880"/>
                </a:moveTo>
                <a:lnTo>
                  <a:pt x="42611" y="182697"/>
                </a:lnTo>
                <a:lnTo>
                  <a:pt x="39685" y="182057"/>
                </a:lnTo>
                <a:lnTo>
                  <a:pt x="36850" y="181051"/>
                </a:lnTo>
                <a:lnTo>
                  <a:pt x="34199" y="179771"/>
                </a:lnTo>
                <a:lnTo>
                  <a:pt x="31730" y="178125"/>
                </a:lnTo>
                <a:lnTo>
                  <a:pt x="29535" y="176205"/>
                </a:lnTo>
                <a:lnTo>
                  <a:pt x="27615" y="174010"/>
                </a:lnTo>
                <a:lnTo>
                  <a:pt x="25969" y="171541"/>
                </a:lnTo>
                <a:lnTo>
                  <a:pt x="24689" y="168890"/>
                </a:lnTo>
                <a:lnTo>
                  <a:pt x="23683" y="166055"/>
                </a:lnTo>
                <a:lnTo>
                  <a:pt x="23043" y="163129"/>
                </a:lnTo>
                <a:lnTo>
                  <a:pt x="22860" y="160020"/>
                </a:lnTo>
                <a:lnTo>
                  <a:pt x="22860" y="45720"/>
                </a:lnTo>
                <a:lnTo>
                  <a:pt x="23043" y="42611"/>
                </a:lnTo>
                <a:lnTo>
                  <a:pt x="23683" y="39685"/>
                </a:lnTo>
                <a:lnTo>
                  <a:pt x="24689" y="36850"/>
                </a:lnTo>
                <a:lnTo>
                  <a:pt x="25969" y="34199"/>
                </a:lnTo>
                <a:lnTo>
                  <a:pt x="27615" y="31730"/>
                </a:lnTo>
                <a:lnTo>
                  <a:pt x="29535" y="29535"/>
                </a:lnTo>
                <a:lnTo>
                  <a:pt x="31730" y="27615"/>
                </a:lnTo>
                <a:lnTo>
                  <a:pt x="34199" y="25969"/>
                </a:lnTo>
                <a:lnTo>
                  <a:pt x="36850" y="24689"/>
                </a:lnTo>
                <a:lnTo>
                  <a:pt x="39685" y="23683"/>
                </a:lnTo>
                <a:lnTo>
                  <a:pt x="42611" y="23043"/>
                </a:lnTo>
                <a:lnTo>
                  <a:pt x="45720" y="22860"/>
                </a:lnTo>
                <a:lnTo>
                  <a:pt x="160020" y="22860"/>
                </a:lnTo>
                <a:lnTo>
                  <a:pt x="163129" y="23043"/>
                </a:lnTo>
                <a:lnTo>
                  <a:pt x="166055" y="23683"/>
                </a:lnTo>
                <a:lnTo>
                  <a:pt x="168890" y="24689"/>
                </a:lnTo>
                <a:lnTo>
                  <a:pt x="171541" y="25969"/>
                </a:lnTo>
                <a:lnTo>
                  <a:pt x="174010" y="27615"/>
                </a:lnTo>
                <a:lnTo>
                  <a:pt x="176205" y="29535"/>
                </a:lnTo>
                <a:lnTo>
                  <a:pt x="178125" y="31730"/>
                </a:lnTo>
                <a:lnTo>
                  <a:pt x="179771" y="34199"/>
                </a:lnTo>
                <a:lnTo>
                  <a:pt x="181051" y="36850"/>
                </a:lnTo>
                <a:lnTo>
                  <a:pt x="182057" y="39685"/>
                </a:lnTo>
                <a:lnTo>
                  <a:pt x="182697" y="42611"/>
                </a:lnTo>
                <a:lnTo>
                  <a:pt x="182880" y="45720"/>
                </a:lnTo>
                <a:moveTo>
                  <a:pt x="91440" y="91440"/>
                </a:moveTo>
                <a:lnTo>
                  <a:pt x="251460" y="91440"/>
                </a:lnTo>
                <a:lnTo>
                  <a:pt x="251460" y="251460"/>
                </a:lnTo>
                <a:lnTo>
                  <a:pt x="91440" y="251460"/>
                </a:lnTo>
                <a:lnTo>
                  <a:pt x="91440" y="91440"/>
                </a:lnTo>
                <a:close/>
              </a:path>
            </a:pathLst>
          </a:custGeom>
          <a:noFill/>
          <a:ln w="2286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62856" y="29718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94915" y="114300"/>
                </a:moveTo>
                <a:lnTo>
                  <a:pt x="93635" y="114300"/>
                </a:lnTo>
                <a:lnTo>
                  <a:pt x="92354" y="114026"/>
                </a:lnTo>
                <a:lnTo>
                  <a:pt x="91166" y="113660"/>
                </a:lnTo>
                <a:lnTo>
                  <a:pt x="90068" y="113020"/>
                </a:lnTo>
                <a:lnTo>
                  <a:pt x="89063" y="112288"/>
                </a:lnTo>
                <a:lnTo>
                  <a:pt x="88240" y="111374"/>
                </a:lnTo>
                <a:lnTo>
                  <a:pt x="87508" y="110368"/>
                </a:lnTo>
                <a:lnTo>
                  <a:pt x="86959" y="109179"/>
                </a:lnTo>
                <a:lnTo>
                  <a:pt x="86594" y="107991"/>
                </a:lnTo>
                <a:lnTo>
                  <a:pt x="86411" y="106710"/>
                </a:lnTo>
                <a:lnTo>
                  <a:pt x="86502" y="105522"/>
                </a:lnTo>
                <a:lnTo>
                  <a:pt x="86685" y="104242"/>
                </a:lnTo>
                <a:lnTo>
                  <a:pt x="87142" y="103053"/>
                </a:lnTo>
                <a:lnTo>
                  <a:pt x="87691" y="101956"/>
                </a:lnTo>
                <a:lnTo>
                  <a:pt x="130302" y="34290"/>
                </a:lnTo>
                <a:lnTo>
                  <a:pt x="130942" y="33284"/>
                </a:lnTo>
                <a:lnTo>
                  <a:pt x="131765" y="32461"/>
                </a:lnTo>
                <a:lnTo>
                  <a:pt x="132588" y="31638"/>
                </a:lnTo>
                <a:lnTo>
                  <a:pt x="133594" y="31090"/>
                </a:lnTo>
                <a:lnTo>
                  <a:pt x="134691" y="30632"/>
                </a:lnTo>
                <a:lnTo>
                  <a:pt x="135880" y="30267"/>
                </a:lnTo>
                <a:lnTo>
                  <a:pt x="136977" y="30175"/>
                </a:lnTo>
                <a:lnTo>
                  <a:pt x="138166" y="30267"/>
                </a:lnTo>
                <a:lnTo>
                  <a:pt x="139355" y="30450"/>
                </a:lnTo>
                <a:lnTo>
                  <a:pt x="140452" y="30815"/>
                </a:lnTo>
                <a:lnTo>
                  <a:pt x="141458" y="31364"/>
                </a:lnTo>
                <a:lnTo>
                  <a:pt x="142464" y="32004"/>
                </a:lnTo>
                <a:lnTo>
                  <a:pt x="143286" y="32827"/>
                </a:lnTo>
                <a:lnTo>
                  <a:pt x="144018" y="33833"/>
                </a:lnTo>
                <a:lnTo>
                  <a:pt x="186263" y="101773"/>
                </a:lnTo>
                <a:lnTo>
                  <a:pt x="186903" y="102779"/>
                </a:lnTo>
                <a:lnTo>
                  <a:pt x="187361" y="103967"/>
                </a:lnTo>
                <a:lnTo>
                  <a:pt x="187635" y="105156"/>
                </a:lnTo>
                <a:lnTo>
                  <a:pt x="187726" y="106436"/>
                </a:lnTo>
                <a:lnTo>
                  <a:pt x="187635" y="107625"/>
                </a:lnTo>
                <a:lnTo>
                  <a:pt x="187361" y="108814"/>
                </a:lnTo>
                <a:lnTo>
                  <a:pt x="186812" y="110002"/>
                </a:lnTo>
                <a:lnTo>
                  <a:pt x="186172" y="111008"/>
                </a:lnTo>
                <a:lnTo>
                  <a:pt x="185349" y="112014"/>
                </a:lnTo>
                <a:lnTo>
                  <a:pt x="184434" y="112746"/>
                </a:lnTo>
                <a:lnTo>
                  <a:pt x="183337" y="113477"/>
                </a:lnTo>
                <a:lnTo>
                  <a:pt x="182240" y="113934"/>
                </a:lnTo>
                <a:lnTo>
                  <a:pt x="181051" y="114209"/>
                </a:lnTo>
                <a:lnTo>
                  <a:pt x="179771" y="114300"/>
                </a:lnTo>
                <a:lnTo>
                  <a:pt x="94915" y="114300"/>
                </a:lnTo>
                <a:close/>
                <a:moveTo>
                  <a:pt x="240030" y="199979"/>
                </a:moveTo>
                <a:lnTo>
                  <a:pt x="239024" y="208940"/>
                </a:lnTo>
                <a:lnTo>
                  <a:pt x="236098" y="217353"/>
                </a:lnTo>
                <a:lnTo>
                  <a:pt x="231343" y="224942"/>
                </a:lnTo>
                <a:lnTo>
                  <a:pt x="224942" y="231343"/>
                </a:lnTo>
                <a:lnTo>
                  <a:pt x="217353" y="236098"/>
                </a:lnTo>
                <a:lnTo>
                  <a:pt x="208940" y="239024"/>
                </a:lnTo>
                <a:lnTo>
                  <a:pt x="199979" y="240030"/>
                </a:lnTo>
                <a:lnTo>
                  <a:pt x="191110" y="239024"/>
                </a:lnTo>
                <a:lnTo>
                  <a:pt x="182697" y="236098"/>
                </a:lnTo>
                <a:lnTo>
                  <a:pt x="175108" y="231343"/>
                </a:lnTo>
                <a:lnTo>
                  <a:pt x="168707" y="224942"/>
                </a:lnTo>
                <a:lnTo>
                  <a:pt x="163952" y="217353"/>
                </a:lnTo>
                <a:lnTo>
                  <a:pt x="161026" y="208940"/>
                </a:lnTo>
                <a:lnTo>
                  <a:pt x="160020" y="199979"/>
                </a:lnTo>
                <a:lnTo>
                  <a:pt x="161026" y="191110"/>
                </a:lnTo>
                <a:lnTo>
                  <a:pt x="163952" y="182697"/>
                </a:lnTo>
                <a:lnTo>
                  <a:pt x="168707" y="175108"/>
                </a:lnTo>
                <a:lnTo>
                  <a:pt x="175108" y="168707"/>
                </a:lnTo>
                <a:lnTo>
                  <a:pt x="182697" y="163952"/>
                </a:lnTo>
                <a:lnTo>
                  <a:pt x="191110" y="161026"/>
                </a:lnTo>
                <a:lnTo>
                  <a:pt x="199979" y="160020"/>
                </a:lnTo>
                <a:lnTo>
                  <a:pt x="208940" y="161026"/>
                </a:lnTo>
                <a:lnTo>
                  <a:pt x="217353" y="163952"/>
                </a:lnTo>
                <a:lnTo>
                  <a:pt x="224942" y="168707"/>
                </a:lnTo>
                <a:lnTo>
                  <a:pt x="231343" y="175108"/>
                </a:lnTo>
                <a:lnTo>
                  <a:pt x="236098" y="182697"/>
                </a:lnTo>
                <a:lnTo>
                  <a:pt x="239024" y="191110"/>
                </a:lnTo>
                <a:lnTo>
                  <a:pt x="240030" y="199979"/>
                </a:lnTo>
                <a:close/>
                <a:moveTo>
                  <a:pt x="34290" y="160020"/>
                </a:moveTo>
                <a:lnTo>
                  <a:pt x="114300" y="160020"/>
                </a:lnTo>
                <a:lnTo>
                  <a:pt x="114300" y="240030"/>
                </a:lnTo>
                <a:lnTo>
                  <a:pt x="34290" y="240030"/>
                </a:lnTo>
                <a:lnTo>
                  <a:pt x="34290" y="160020"/>
                </a:lnTo>
                <a:close/>
              </a:path>
            </a:pathLst>
          </a:custGeom>
          <a:noFill/>
          <a:ln w="2286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165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228600"/>
                </a:moveTo>
                <a:lnTo>
                  <a:pt x="137160" y="251460"/>
                </a:lnTo>
                <a:moveTo>
                  <a:pt x="137160" y="22860"/>
                </a:moveTo>
                <a:lnTo>
                  <a:pt x="137160" y="45720"/>
                </a:lnTo>
                <a:moveTo>
                  <a:pt x="194310" y="228600"/>
                </a:moveTo>
                <a:lnTo>
                  <a:pt x="194310" y="251460"/>
                </a:lnTo>
                <a:moveTo>
                  <a:pt x="194310" y="22860"/>
                </a:moveTo>
                <a:lnTo>
                  <a:pt x="194310" y="45720"/>
                </a:lnTo>
                <a:moveTo>
                  <a:pt x="22860" y="137160"/>
                </a:moveTo>
                <a:lnTo>
                  <a:pt x="45720" y="137160"/>
                </a:lnTo>
                <a:moveTo>
                  <a:pt x="22860" y="194310"/>
                </a:moveTo>
                <a:lnTo>
                  <a:pt x="45720" y="194310"/>
                </a:lnTo>
                <a:moveTo>
                  <a:pt x="22860" y="80010"/>
                </a:moveTo>
                <a:lnTo>
                  <a:pt x="45720" y="80010"/>
                </a:lnTo>
                <a:moveTo>
                  <a:pt x="228600" y="137160"/>
                </a:moveTo>
                <a:lnTo>
                  <a:pt x="251460" y="137160"/>
                </a:lnTo>
                <a:moveTo>
                  <a:pt x="228600" y="194310"/>
                </a:moveTo>
                <a:lnTo>
                  <a:pt x="251460" y="194310"/>
                </a:lnTo>
                <a:moveTo>
                  <a:pt x="228600" y="80010"/>
                </a:moveTo>
                <a:lnTo>
                  <a:pt x="251460" y="80010"/>
                </a:lnTo>
                <a:moveTo>
                  <a:pt x="80010" y="228600"/>
                </a:moveTo>
                <a:lnTo>
                  <a:pt x="80010" y="251460"/>
                </a:lnTo>
                <a:moveTo>
                  <a:pt x="80010" y="22860"/>
                </a:moveTo>
                <a:lnTo>
                  <a:pt x="80010" y="45720"/>
                </a:lnTo>
                <a:moveTo>
                  <a:pt x="45720" y="45720"/>
                </a:moveTo>
                <a:lnTo>
                  <a:pt x="228600" y="45720"/>
                </a:lnTo>
                <a:lnTo>
                  <a:pt x="228600" y="228600"/>
                </a:lnTo>
                <a:lnTo>
                  <a:pt x="45720" y="228600"/>
                </a:lnTo>
                <a:lnTo>
                  <a:pt x="45720" y="45720"/>
                </a:lnTo>
                <a:close/>
                <a:moveTo>
                  <a:pt x="91440" y="91440"/>
                </a:moveTo>
                <a:lnTo>
                  <a:pt x="182880" y="91440"/>
                </a:lnTo>
                <a:lnTo>
                  <a:pt x="182880" y="182880"/>
                </a:lnTo>
                <a:lnTo>
                  <a:pt x="91440" y="182880"/>
                </a:lnTo>
                <a:lnTo>
                  <a:pt x="91440" y="91440"/>
                </a:lnTo>
                <a:close/>
              </a:path>
            </a:pathLst>
          </a:custGeom>
          <a:noFill/>
          <a:ln w="22860">
            <a:solidFill>
              <a:srgbClr val="1218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6617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2860" y="34290"/>
                </a:moveTo>
                <a:lnTo>
                  <a:pt x="251460" y="34290"/>
                </a:lnTo>
                <a:moveTo>
                  <a:pt x="240030" y="34290"/>
                </a:moveTo>
                <a:lnTo>
                  <a:pt x="240030" y="160020"/>
                </a:lnTo>
                <a:lnTo>
                  <a:pt x="239847" y="162580"/>
                </a:lnTo>
                <a:lnTo>
                  <a:pt x="239481" y="165141"/>
                </a:lnTo>
                <a:lnTo>
                  <a:pt x="238750" y="167610"/>
                </a:lnTo>
                <a:lnTo>
                  <a:pt x="237744" y="169896"/>
                </a:lnTo>
                <a:lnTo>
                  <a:pt x="236555" y="172182"/>
                </a:lnTo>
                <a:lnTo>
                  <a:pt x="235001" y="174285"/>
                </a:lnTo>
                <a:lnTo>
                  <a:pt x="233355" y="176205"/>
                </a:lnTo>
                <a:lnTo>
                  <a:pt x="231435" y="177851"/>
                </a:lnTo>
                <a:lnTo>
                  <a:pt x="229332" y="179405"/>
                </a:lnTo>
                <a:lnTo>
                  <a:pt x="227046" y="180594"/>
                </a:lnTo>
                <a:lnTo>
                  <a:pt x="224760" y="181600"/>
                </a:lnTo>
                <a:lnTo>
                  <a:pt x="222291" y="182331"/>
                </a:lnTo>
                <a:lnTo>
                  <a:pt x="219730" y="182697"/>
                </a:lnTo>
                <a:lnTo>
                  <a:pt x="217170" y="182880"/>
                </a:lnTo>
                <a:lnTo>
                  <a:pt x="57150" y="182880"/>
                </a:lnTo>
                <a:lnTo>
                  <a:pt x="54590" y="182697"/>
                </a:lnTo>
                <a:lnTo>
                  <a:pt x="52029" y="182331"/>
                </a:lnTo>
                <a:lnTo>
                  <a:pt x="49560" y="181600"/>
                </a:lnTo>
                <a:lnTo>
                  <a:pt x="47274" y="180594"/>
                </a:lnTo>
                <a:lnTo>
                  <a:pt x="44988" y="179405"/>
                </a:lnTo>
                <a:lnTo>
                  <a:pt x="42885" y="177851"/>
                </a:lnTo>
                <a:lnTo>
                  <a:pt x="40965" y="176205"/>
                </a:lnTo>
                <a:lnTo>
                  <a:pt x="39319" y="174285"/>
                </a:lnTo>
                <a:lnTo>
                  <a:pt x="37765" y="172182"/>
                </a:lnTo>
                <a:lnTo>
                  <a:pt x="36576" y="169896"/>
                </a:lnTo>
                <a:lnTo>
                  <a:pt x="35570" y="167610"/>
                </a:lnTo>
                <a:lnTo>
                  <a:pt x="34839" y="165141"/>
                </a:lnTo>
                <a:lnTo>
                  <a:pt x="34473" y="162580"/>
                </a:lnTo>
                <a:lnTo>
                  <a:pt x="34290" y="160020"/>
                </a:lnTo>
                <a:lnTo>
                  <a:pt x="34290" y="34290"/>
                </a:lnTo>
                <a:moveTo>
                  <a:pt x="80010" y="240030"/>
                </a:moveTo>
                <a:lnTo>
                  <a:pt x="137160" y="182880"/>
                </a:lnTo>
                <a:lnTo>
                  <a:pt x="194310" y="240030"/>
                </a:lnTo>
              </a:path>
            </a:pathLst>
          </a:cu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42062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modes — mix freely in one deck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32320" y="36713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screenshots &amp; build report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presentation harness works</dc:title>
  <dc:subject>How the presentation harness works</dc:subject>
  <dc:creator>pptx-gen</dc:creator>
  <cp:lastModifiedBy>pptx-gen</cp:lastModifiedBy>
  <cp:revision>1</cp:revision>
  <dcterms:created xsi:type="dcterms:W3CDTF">2026-08-30T10:19:16Z</dcterms:created>
  <dcterms:modified xsi:type="dcterms:W3CDTF">2026-08-30T10:19:16Z</dcterms:modified>
</cp:coreProperties>
</file>