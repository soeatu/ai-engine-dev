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914400"/>
            <a:ext cx="7315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9728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 開発者向け手順書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8001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CLI・Claude Code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Foundry接続ガイド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85800" y="3703320"/>
            <a:ext cx="8001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Foundry（旧 Azure AI Foundry）への接続まで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2026年9月17日時点の公式ドキュメントに基づく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4ステップで両CLIを接続する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1780794" cy="29260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618488"/>
            <a:ext cx="502920" cy="50292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44802" y="16184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33390" y="361920"/>
                </a:moveTo>
                <a:lnTo>
                  <a:pt x="171450" y="361920"/>
                </a:lnTo>
                <a:lnTo>
                  <a:pt x="130028" y="355336"/>
                </a:lnTo>
                <a:lnTo>
                  <a:pt x="92720" y="336225"/>
                </a:lnTo>
                <a:lnTo>
                  <a:pt x="63185" y="306415"/>
                </a:lnTo>
                <a:lnTo>
                  <a:pt x="44348" y="268925"/>
                </a:lnTo>
                <a:lnTo>
                  <a:pt x="38130" y="227411"/>
                </a:lnTo>
                <a:lnTo>
                  <a:pt x="45080" y="186080"/>
                </a:lnTo>
                <a:lnTo>
                  <a:pt x="64557" y="148864"/>
                </a:lnTo>
                <a:lnTo>
                  <a:pt x="94640" y="119604"/>
                </a:lnTo>
                <a:lnTo>
                  <a:pt x="132314" y="101133"/>
                </a:lnTo>
                <a:lnTo>
                  <a:pt x="173827" y="95280"/>
                </a:lnTo>
                <a:lnTo>
                  <a:pt x="215158" y="102596"/>
                </a:lnTo>
                <a:lnTo>
                  <a:pt x="252100" y="122347"/>
                </a:lnTo>
                <a:lnTo>
                  <a:pt x="281087" y="152705"/>
                </a:lnTo>
                <a:lnTo>
                  <a:pt x="299283" y="190470"/>
                </a:lnTo>
                <a:lnTo>
                  <a:pt x="333390" y="190470"/>
                </a:lnTo>
                <a:lnTo>
                  <a:pt x="352410" y="192664"/>
                </a:lnTo>
                <a:lnTo>
                  <a:pt x="370606" y="198973"/>
                </a:lnTo>
                <a:lnTo>
                  <a:pt x="386791" y="209215"/>
                </a:lnTo>
                <a:lnTo>
                  <a:pt x="400416" y="222748"/>
                </a:lnTo>
                <a:lnTo>
                  <a:pt x="410566" y="239024"/>
                </a:lnTo>
                <a:lnTo>
                  <a:pt x="416966" y="257129"/>
                </a:lnTo>
                <a:lnTo>
                  <a:pt x="419070" y="276240"/>
                </a:lnTo>
                <a:lnTo>
                  <a:pt x="416966" y="295260"/>
                </a:lnTo>
                <a:lnTo>
                  <a:pt x="410566" y="313456"/>
                </a:lnTo>
                <a:lnTo>
                  <a:pt x="400416" y="329641"/>
                </a:lnTo>
                <a:lnTo>
                  <a:pt x="386791" y="343266"/>
                </a:lnTo>
                <a:lnTo>
                  <a:pt x="370606" y="353416"/>
                </a:lnTo>
                <a:lnTo>
                  <a:pt x="352410" y="359816"/>
                </a:lnTo>
                <a:lnTo>
                  <a:pt x="333390" y="361920"/>
                </a:lnTo>
                <a:lnTo>
                  <a:pt x="333390" y="361920"/>
                </a:lnTo>
                <a:close/>
              </a:path>
            </a:pathLst>
          </a:cu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286000"/>
            <a:ext cx="145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デプロイ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0392" y="2834640"/>
            <a:ext cx="145161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GPT系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Claude系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画像モデル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を配置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03170" y="2880360"/>
            <a:ext cx="219456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59202" y="1417320"/>
            <a:ext cx="1780794" cy="29260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3794" y="1618488"/>
            <a:ext cx="502920" cy="50292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3794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18204" y="16184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285750"/>
                </a:moveTo>
                <a:lnTo>
                  <a:pt x="228600" y="57150"/>
                </a:lnTo>
                <a:moveTo>
                  <a:pt x="400050" y="285750"/>
                </a:moveTo>
                <a:lnTo>
                  <a:pt x="400050" y="361920"/>
                </a:lnTo>
                <a:lnTo>
                  <a:pt x="399776" y="366217"/>
                </a:lnTo>
                <a:lnTo>
                  <a:pt x="399136" y="370423"/>
                </a:lnTo>
                <a:lnTo>
                  <a:pt x="397947" y="374538"/>
                </a:lnTo>
                <a:lnTo>
                  <a:pt x="396301" y="378470"/>
                </a:lnTo>
                <a:lnTo>
                  <a:pt x="394198" y="382219"/>
                </a:lnTo>
                <a:lnTo>
                  <a:pt x="391729" y="385694"/>
                </a:lnTo>
                <a:lnTo>
                  <a:pt x="388894" y="388894"/>
                </a:lnTo>
                <a:lnTo>
                  <a:pt x="385694" y="391729"/>
                </a:lnTo>
                <a:lnTo>
                  <a:pt x="382219" y="394198"/>
                </a:lnTo>
                <a:lnTo>
                  <a:pt x="378470" y="396301"/>
                </a:lnTo>
                <a:lnTo>
                  <a:pt x="374538" y="397947"/>
                </a:lnTo>
                <a:lnTo>
                  <a:pt x="370423" y="399136"/>
                </a:lnTo>
                <a:lnTo>
                  <a:pt x="366217" y="399776"/>
                </a:lnTo>
                <a:lnTo>
                  <a:pt x="361920" y="400050"/>
                </a:lnTo>
                <a:lnTo>
                  <a:pt x="95280" y="400050"/>
                </a:lnTo>
                <a:lnTo>
                  <a:pt x="90983" y="399776"/>
                </a:lnTo>
                <a:lnTo>
                  <a:pt x="86777" y="399136"/>
                </a:lnTo>
                <a:lnTo>
                  <a:pt x="82662" y="397947"/>
                </a:lnTo>
                <a:lnTo>
                  <a:pt x="78730" y="396301"/>
                </a:lnTo>
                <a:lnTo>
                  <a:pt x="74981" y="394198"/>
                </a:lnTo>
                <a:lnTo>
                  <a:pt x="71506" y="391729"/>
                </a:lnTo>
                <a:lnTo>
                  <a:pt x="68306" y="388894"/>
                </a:lnTo>
                <a:lnTo>
                  <a:pt x="65471" y="385694"/>
                </a:lnTo>
                <a:lnTo>
                  <a:pt x="63002" y="382219"/>
                </a:lnTo>
                <a:lnTo>
                  <a:pt x="60899" y="378470"/>
                </a:lnTo>
                <a:lnTo>
                  <a:pt x="59253" y="374538"/>
                </a:lnTo>
                <a:lnTo>
                  <a:pt x="58064" y="370423"/>
                </a:lnTo>
                <a:lnTo>
                  <a:pt x="57424" y="366217"/>
                </a:lnTo>
                <a:lnTo>
                  <a:pt x="57150" y="361920"/>
                </a:lnTo>
                <a:lnTo>
                  <a:pt x="57150" y="285750"/>
                </a:lnTo>
                <a:moveTo>
                  <a:pt x="133320" y="190470"/>
                </a:moveTo>
                <a:lnTo>
                  <a:pt x="228600" y="285750"/>
                </a:lnTo>
                <a:lnTo>
                  <a:pt x="323880" y="190470"/>
                </a:lnTo>
              </a:path>
            </a:pathLst>
          </a:cu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3794" y="2286000"/>
            <a:ext cx="145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導入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923794" y="2834640"/>
            <a:ext cx="145161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PowerShellで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2つのCLIを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インストール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6572" y="2880360"/>
            <a:ext cx="219456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832604" y="1417320"/>
            <a:ext cx="1780794" cy="29260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97196" y="1618488"/>
            <a:ext cx="502920" cy="50292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97196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91606" y="16184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84252" y="78821"/>
                </a:moveTo>
                <a:lnTo>
                  <a:pt x="186080" y="69586"/>
                </a:lnTo>
                <a:lnTo>
                  <a:pt x="189829" y="60990"/>
                </a:lnTo>
                <a:lnTo>
                  <a:pt x="195316" y="53401"/>
                </a:lnTo>
                <a:lnTo>
                  <a:pt x="202265" y="47092"/>
                </a:lnTo>
                <a:lnTo>
                  <a:pt x="210403" y="42337"/>
                </a:lnTo>
                <a:lnTo>
                  <a:pt x="219273" y="39411"/>
                </a:lnTo>
                <a:lnTo>
                  <a:pt x="228600" y="38405"/>
                </a:lnTo>
                <a:lnTo>
                  <a:pt x="237927" y="39411"/>
                </a:lnTo>
                <a:lnTo>
                  <a:pt x="246888" y="42337"/>
                </a:lnTo>
                <a:lnTo>
                  <a:pt x="254935" y="47092"/>
                </a:lnTo>
                <a:lnTo>
                  <a:pt x="261884" y="53401"/>
                </a:lnTo>
                <a:lnTo>
                  <a:pt x="267371" y="60990"/>
                </a:lnTo>
                <a:lnTo>
                  <a:pt x="271120" y="69586"/>
                </a:lnTo>
                <a:lnTo>
                  <a:pt x="272948" y="78821"/>
                </a:lnTo>
                <a:lnTo>
                  <a:pt x="273954" y="84856"/>
                </a:lnTo>
                <a:lnTo>
                  <a:pt x="275692" y="90617"/>
                </a:lnTo>
                <a:lnTo>
                  <a:pt x="278252" y="96195"/>
                </a:lnTo>
                <a:lnTo>
                  <a:pt x="281544" y="101316"/>
                </a:lnTo>
                <a:lnTo>
                  <a:pt x="285476" y="105979"/>
                </a:lnTo>
                <a:lnTo>
                  <a:pt x="290048" y="110094"/>
                </a:lnTo>
                <a:lnTo>
                  <a:pt x="295077" y="113477"/>
                </a:lnTo>
                <a:lnTo>
                  <a:pt x="300563" y="116129"/>
                </a:lnTo>
                <a:lnTo>
                  <a:pt x="306415" y="118049"/>
                </a:lnTo>
                <a:lnTo>
                  <a:pt x="312359" y="119146"/>
                </a:lnTo>
                <a:lnTo>
                  <a:pt x="318486" y="119421"/>
                </a:lnTo>
                <a:lnTo>
                  <a:pt x="324612" y="118872"/>
                </a:lnTo>
                <a:lnTo>
                  <a:pt x="330556" y="117500"/>
                </a:lnTo>
                <a:lnTo>
                  <a:pt x="336225" y="115306"/>
                </a:lnTo>
                <a:lnTo>
                  <a:pt x="345095" y="112288"/>
                </a:lnTo>
                <a:lnTo>
                  <a:pt x="354421" y="111282"/>
                </a:lnTo>
                <a:lnTo>
                  <a:pt x="363748" y="112197"/>
                </a:lnTo>
                <a:lnTo>
                  <a:pt x="372618" y="115123"/>
                </a:lnTo>
                <a:lnTo>
                  <a:pt x="380756" y="119695"/>
                </a:lnTo>
                <a:lnTo>
                  <a:pt x="387706" y="126004"/>
                </a:lnTo>
                <a:lnTo>
                  <a:pt x="393283" y="133594"/>
                </a:lnTo>
                <a:lnTo>
                  <a:pt x="397032" y="142098"/>
                </a:lnTo>
                <a:lnTo>
                  <a:pt x="398953" y="151242"/>
                </a:lnTo>
                <a:lnTo>
                  <a:pt x="398953" y="160660"/>
                </a:lnTo>
                <a:lnTo>
                  <a:pt x="396941" y="169804"/>
                </a:lnTo>
                <a:lnTo>
                  <a:pt x="393101" y="178308"/>
                </a:lnTo>
                <a:lnTo>
                  <a:pt x="387614" y="185898"/>
                </a:lnTo>
                <a:lnTo>
                  <a:pt x="380573" y="192115"/>
                </a:lnTo>
                <a:lnTo>
                  <a:pt x="375818" y="195956"/>
                </a:lnTo>
                <a:lnTo>
                  <a:pt x="371704" y="200345"/>
                </a:lnTo>
                <a:lnTo>
                  <a:pt x="368137" y="205374"/>
                </a:lnTo>
                <a:lnTo>
                  <a:pt x="365303" y="210769"/>
                </a:lnTo>
                <a:lnTo>
                  <a:pt x="363291" y="216530"/>
                </a:lnTo>
                <a:lnTo>
                  <a:pt x="362011" y="222474"/>
                </a:lnTo>
                <a:lnTo>
                  <a:pt x="361645" y="228600"/>
                </a:lnTo>
                <a:lnTo>
                  <a:pt x="362011" y="234635"/>
                </a:lnTo>
                <a:lnTo>
                  <a:pt x="363291" y="240670"/>
                </a:lnTo>
                <a:lnTo>
                  <a:pt x="365303" y="246431"/>
                </a:lnTo>
                <a:lnTo>
                  <a:pt x="368137" y="251826"/>
                </a:lnTo>
                <a:lnTo>
                  <a:pt x="371704" y="256764"/>
                </a:lnTo>
                <a:lnTo>
                  <a:pt x="375818" y="261244"/>
                </a:lnTo>
                <a:lnTo>
                  <a:pt x="380573" y="265085"/>
                </a:lnTo>
                <a:lnTo>
                  <a:pt x="387614" y="271302"/>
                </a:lnTo>
                <a:lnTo>
                  <a:pt x="393101" y="278892"/>
                </a:lnTo>
                <a:lnTo>
                  <a:pt x="396941" y="287396"/>
                </a:lnTo>
                <a:lnTo>
                  <a:pt x="398953" y="296540"/>
                </a:lnTo>
                <a:lnTo>
                  <a:pt x="398953" y="305867"/>
                </a:lnTo>
                <a:lnTo>
                  <a:pt x="397032" y="315102"/>
                </a:lnTo>
                <a:lnTo>
                  <a:pt x="393283" y="323606"/>
                </a:lnTo>
                <a:lnTo>
                  <a:pt x="387706" y="331196"/>
                </a:lnTo>
                <a:lnTo>
                  <a:pt x="380756" y="337414"/>
                </a:lnTo>
                <a:lnTo>
                  <a:pt x="372618" y="342077"/>
                </a:lnTo>
                <a:lnTo>
                  <a:pt x="363748" y="345003"/>
                </a:lnTo>
                <a:lnTo>
                  <a:pt x="354421" y="345918"/>
                </a:lnTo>
                <a:lnTo>
                  <a:pt x="345095" y="344820"/>
                </a:lnTo>
                <a:lnTo>
                  <a:pt x="336225" y="341894"/>
                </a:lnTo>
                <a:lnTo>
                  <a:pt x="330556" y="339700"/>
                </a:lnTo>
                <a:lnTo>
                  <a:pt x="324612" y="338328"/>
                </a:lnTo>
                <a:lnTo>
                  <a:pt x="318486" y="337779"/>
                </a:lnTo>
                <a:lnTo>
                  <a:pt x="312359" y="338054"/>
                </a:lnTo>
                <a:lnTo>
                  <a:pt x="306415" y="339151"/>
                </a:lnTo>
                <a:lnTo>
                  <a:pt x="300563" y="340980"/>
                </a:lnTo>
                <a:lnTo>
                  <a:pt x="295077" y="343723"/>
                </a:lnTo>
                <a:lnTo>
                  <a:pt x="290048" y="347106"/>
                </a:lnTo>
                <a:lnTo>
                  <a:pt x="285476" y="351221"/>
                </a:lnTo>
                <a:lnTo>
                  <a:pt x="281544" y="355793"/>
                </a:lnTo>
                <a:lnTo>
                  <a:pt x="278252" y="361005"/>
                </a:lnTo>
                <a:lnTo>
                  <a:pt x="275692" y="366492"/>
                </a:lnTo>
                <a:lnTo>
                  <a:pt x="273954" y="372344"/>
                </a:lnTo>
                <a:lnTo>
                  <a:pt x="272948" y="378379"/>
                </a:lnTo>
                <a:lnTo>
                  <a:pt x="271120" y="387614"/>
                </a:lnTo>
                <a:lnTo>
                  <a:pt x="267371" y="396210"/>
                </a:lnTo>
                <a:lnTo>
                  <a:pt x="261884" y="403799"/>
                </a:lnTo>
                <a:lnTo>
                  <a:pt x="254935" y="410108"/>
                </a:lnTo>
                <a:lnTo>
                  <a:pt x="246888" y="414863"/>
                </a:lnTo>
                <a:lnTo>
                  <a:pt x="237927" y="417789"/>
                </a:lnTo>
                <a:lnTo>
                  <a:pt x="228600" y="418704"/>
                </a:lnTo>
                <a:lnTo>
                  <a:pt x="219273" y="417789"/>
                </a:lnTo>
                <a:lnTo>
                  <a:pt x="210403" y="414863"/>
                </a:lnTo>
                <a:lnTo>
                  <a:pt x="202265" y="410108"/>
                </a:lnTo>
                <a:lnTo>
                  <a:pt x="195316" y="403799"/>
                </a:lnTo>
                <a:lnTo>
                  <a:pt x="189829" y="396210"/>
                </a:lnTo>
                <a:lnTo>
                  <a:pt x="186080" y="387614"/>
                </a:lnTo>
                <a:lnTo>
                  <a:pt x="184252" y="378379"/>
                </a:lnTo>
                <a:lnTo>
                  <a:pt x="183246" y="372344"/>
                </a:lnTo>
                <a:lnTo>
                  <a:pt x="181508" y="366492"/>
                </a:lnTo>
                <a:lnTo>
                  <a:pt x="178948" y="361005"/>
                </a:lnTo>
                <a:lnTo>
                  <a:pt x="175656" y="355793"/>
                </a:lnTo>
                <a:lnTo>
                  <a:pt x="171724" y="351130"/>
                </a:lnTo>
                <a:lnTo>
                  <a:pt x="167152" y="347106"/>
                </a:lnTo>
                <a:lnTo>
                  <a:pt x="162123" y="343723"/>
                </a:lnTo>
                <a:lnTo>
                  <a:pt x="156637" y="340980"/>
                </a:lnTo>
                <a:lnTo>
                  <a:pt x="150785" y="339151"/>
                </a:lnTo>
                <a:lnTo>
                  <a:pt x="144841" y="338054"/>
                </a:lnTo>
                <a:lnTo>
                  <a:pt x="138714" y="337779"/>
                </a:lnTo>
                <a:lnTo>
                  <a:pt x="132588" y="338328"/>
                </a:lnTo>
                <a:lnTo>
                  <a:pt x="126644" y="339700"/>
                </a:lnTo>
                <a:lnTo>
                  <a:pt x="120975" y="341894"/>
                </a:lnTo>
                <a:lnTo>
                  <a:pt x="112105" y="344820"/>
                </a:lnTo>
                <a:lnTo>
                  <a:pt x="102779" y="345918"/>
                </a:lnTo>
                <a:lnTo>
                  <a:pt x="93452" y="345003"/>
                </a:lnTo>
                <a:lnTo>
                  <a:pt x="84582" y="342077"/>
                </a:lnTo>
                <a:lnTo>
                  <a:pt x="76444" y="337414"/>
                </a:lnTo>
                <a:lnTo>
                  <a:pt x="69494" y="331196"/>
                </a:lnTo>
                <a:lnTo>
                  <a:pt x="63917" y="323606"/>
                </a:lnTo>
                <a:lnTo>
                  <a:pt x="60168" y="315102"/>
                </a:lnTo>
                <a:lnTo>
                  <a:pt x="58247" y="305867"/>
                </a:lnTo>
                <a:lnTo>
                  <a:pt x="58247" y="296540"/>
                </a:lnTo>
                <a:lnTo>
                  <a:pt x="60259" y="287396"/>
                </a:lnTo>
                <a:lnTo>
                  <a:pt x="64099" y="278892"/>
                </a:lnTo>
                <a:lnTo>
                  <a:pt x="69586" y="271302"/>
                </a:lnTo>
                <a:lnTo>
                  <a:pt x="76627" y="265085"/>
                </a:lnTo>
                <a:lnTo>
                  <a:pt x="81382" y="261244"/>
                </a:lnTo>
                <a:lnTo>
                  <a:pt x="85496" y="256764"/>
                </a:lnTo>
                <a:lnTo>
                  <a:pt x="89063" y="251826"/>
                </a:lnTo>
                <a:lnTo>
                  <a:pt x="91897" y="246431"/>
                </a:lnTo>
                <a:lnTo>
                  <a:pt x="93909" y="240670"/>
                </a:lnTo>
                <a:lnTo>
                  <a:pt x="95189" y="234635"/>
                </a:lnTo>
                <a:lnTo>
                  <a:pt x="95555" y="228600"/>
                </a:lnTo>
                <a:lnTo>
                  <a:pt x="95189" y="222474"/>
                </a:lnTo>
                <a:lnTo>
                  <a:pt x="93909" y="216530"/>
                </a:lnTo>
                <a:lnTo>
                  <a:pt x="91897" y="210769"/>
                </a:lnTo>
                <a:lnTo>
                  <a:pt x="89063" y="205374"/>
                </a:lnTo>
                <a:lnTo>
                  <a:pt x="85496" y="200345"/>
                </a:lnTo>
                <a:lnTo>
                  <a:pt x="81382" y="195956"/>
                </a:lnTo>
                <a:lnTo>
                  <a:pt x="76627" y="192115"/>
                </a:lnTo>
                <a:lnTo>
                  <a:pt x="69586" y="185898"/>
                </a:lnTo>
                <a:lnTo>
                  <a:pt x="64099" y="178308"/>
                </a:lnTo>
                <a:lnTo>
                  <a:pt x="60259" y="169804"/>
                </a:lnTo>
                <a:lnTo>
                  <a:pt x="58247" y="160660"/>
                </a:lnTo>
                <a:lnTo>
                  <a:pt x="58247" y="151333"/>
                </a:lnTo>
                <a:lnTo>
                  <a:pt x="60168" y="142098"/>
                </a:lnTo>
                <a:lnTo>
                  <a:pt x="64008" y="133594"/>
                </a:lnTo>
                <a:lnTo>
                  <a:pt x="69494" y="126004"/>
                </a:lnTo>
                <a:lnTo>
                  <a:pt x="76444" y="119786"/>
                </a:lnTo>
                <a:lnTo>
                  <a:pt x="84582" y="115123"/>
                </a:lnTo>
                <a:lnTo>
                  <a:pt x="93452" y="112288"/>
                </a:lnTo>
                <a:lnTo>
                  <a:pt x="102779" y="111282"/>
                </a:lnTo>
                <a:lnTo>
                  <a:pt x="112105" y="112288"/>
                </a:lnTo>
                <a:lnTo>
                  <a:pt x="120975" y="115306"/>
                </a:lnTo>
                <a:lnTo>
                  <a:pt x="126644" y="117500"/>
                </a:lnTo>
                <a:lnTo>
                  <a:pt x="132588" y="118872"/>
                </a:lnTo>
                <a:lnTo>
                  <a:pt x="138714" y="119421"/>
                </a:lnTo>
                <a:lnTo>
                  <a:pt x="144750" y="119146"/>
                </a:lnTo>
                <a:lnTo>
                  <a:pt x="150785" y="118049"/>
                </a:lnTo>
                <a:lnTo>
                  <a:pt x="156545" y="116129"/>
                </a:lnTo>
                <a:lnTo>
                  <a:pt x="162032" y="113477"/>
                </a:lnTo>
                <a:lnTo>
                  <a:pt x="167152" y="110094"/>
                </a:lnTo>
                <a:lnTo>
                  <a:pt x="171724" y="105979"/>
                </a:lnTo>
                <a:lnTo>
                  <a:pt x="175656" y="101316"/>
                </a:lnTo>
                <a:lnTo>
                  <a:pt x="178948" y="96195"/>
                </a:lnTo>
                <a:lnTo>
                  <a:pt x="181508" y="90617"/>
                </a:lnTo>
                <a:lnTo>
                  <a:pt x="183246" y="84856"/>
                </a:lnTo>
                <a:lnTo>
                  <a:pt x="184160" y="78821"/>
                </a:lnTo>
                <a:moveTo>
                  <a:pt x="285750" y="228600"/>
                </a:moveTo>
                <a:lnTo>
                  <a:pt x="284287" y="241310"/>
                </a:lnTo>
                <a:lnTo>
                  <a:pt x="280081" y="253380"/>
                </a:lnTo>
                <a:lnTo>
                  <a:pt x="273314" y="264262"/>
                </a:lnTo>
                <a:lnTo>
                  <a:pt x="264262" y="273314"/>
                </a:lnTo>
                <a:lnTo>
                  <a:pt x="253380" y="280081"/>
                </a:lnTo>
                <a:lnTo>
                  <a:pt x="241310" y="284287"/>
                </a:lnTo>
                <a:lnTo>
                  <a:pt x="228600" y="285750"/>
                </a:lnTo>
                <a:lnTo>
                  <a:pt x="215890" y="284287"/>
                </a:lnTo>
                <a:lnTo>
                  <a:pt x="203820" y="280081"/>
                </a:lnTo>
                <a:lnTo>
                  <a:pt x="192938" y="273314"/>
                </a:lnTo>
                <a:lnTo>
                  <a:pt x="183886" y="264262"/>
                </a:lnTo>
                <a:lnTo>
                  <a:pt x="177119" y="253380"/>
                </a:lnTo>
                <a:lnTo>
                  <a:pt x="172913" y="241310"/>
                </a:lnTo>
                <a:lnTo>
                  <a:pt x="171450" y="228600"/>
                </a:lnTo>
                <a:lnTo>
                  <a:pt x="172913" y="215890"/>
                </a:lnTo>
                <a:lnTo>
                  <a:pt x="177119" y="203820"/>
                </a:lnTo>
                <a:lnTo>
                  <a:pt x="183886" y="192938"/>
                </a:lnTo>
                <a:lnTo>
                  <a:pt x="192938" y="183886"/>
                </a:lnTo>
                <a:lnTo>
                  <a:pt x="203820" y="177119"/>
                </a:lnTo>
                <a:lnTo>
                  <a:pt x="215890" y="172913"/>
                </a:lnTo>
                <a:lnTo>
                  <a:pt x="228600" y="171450"/>
                </a:lnTo>
                <a:lnTo>
                  <a:pt x="241310" y="172913"/>
                </a:lnTo>
                <a:lnTo>
                  <a:pt x="253380" y="177119"/>
                </a:lnTo>
                <a:lnTo>
                  <a:pt x="264262" y="183886"/>
                </a:lnTo>
                <a:lnTo>
                  <a:pt x="273314" y="192938"/>
                </a:lnTo>
                <a:lnTo>
                  <a:pt x="280081" y="203820"/>
                </a:lnTo>
                <a:lnTo>
                  <a:pt x="284287" y="215890"/>
                </a:lnTo>
                <a:lnTo>
                  <a:pt x="285750" y="228600"/>
                </a:lnTo>
                <a:close/>
              </a:path>
            </a:pathLst>
          </a:cu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97196" y="2286000"/>
            <a:ext cx="145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接続設定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997196" y="2834640"/>
            <a:ext cx="145161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Codex: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config.toml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Code: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環境変数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49974" y="2880360"/>
            <a:ext cx="219456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906006" y="1417320"/>
            <a:ext cx="1780794" cy="29260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70598" y="1618488"/>
            <a:ext cx="502920" cy="50292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70598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65008" y="16184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0" y="228600"/>
                </a:moveTo>
                <a:lnTo>
                  <a:pt x="209580" y="266730"/>
                </a:lnTo>
                <a:lnTo>
                  <a:pt x="285750" y="190470"/>
                </a:lnTo>
                <a:moveTo>
                  <a:pt x="419070" y="228600"/>
                </a:moveTo>
                <a:lnTo>
                  <a:pt x="414315" y="271028"/>
                </a:lnTo>
                <a:lnTo>
                  <a:pt x="400233" y="311262"/>
                </a:lnTo>
                <a:lnTo>
                  <a:pt x="377556" y="347381"/>
                </a:lnTo>
                <a:lnTo>
                  <a:pt x="347381" y="377556"/>
                </a:lnTo>
                <a:lnTo>
                  <a:pt x="311262" y="400233"/>
                </a:lnTo>
                <a:lnTo>
                  <a:pt x="271028" y="414315"/>
                </a:lnTo>
                <a:lnTo>
                  <a:pt x="228600" y="419070"/>
                </a:lnTo>
                <a:lnTo>
                  <a:pt x="186172" y="414315"/>
                </a:lnTo>
                <a:lnTo>
                  <a:pt x="145938" y="400233"/>
                </a:lnTo>
                <a:lnTo>
                  <a:pt x="109819" y="377556"/>
                </a:lnTo>
                <a:lnTo>
                  <a:pt x="79644" y="347381"/>
                </a:lnTo>
                <a:lnTo>
                  <a:pt x="56967" y="311262"/>
                </a:lnTo>
                <a:lnTo>
                  <a:pt x="42885" y="271028"/>
                </a:lnTo>
                <a:lnTo>
                  <a:pt x="38130" y="228600"/>
                </a:lnTo>
                <a:lnTo>
                  <a:pt x="42885" y="186172"/>
                </a:lnTo>
                <a:lnTo>
                  <a:pt x="56967" y="145938"/>
                </a:lnTo>
                <a:lnTo>
                  <a:pt x="79644" y="109819"/>
                </a:lnTo>
                <a:lnTo>
                  <a:pt x="109819" y="79644"/>
                </a:lnTo>
                <a:lnTo>
                  <a:pt x="145938" y="56967"/>
                </a:lnTo>
                <a:lnTo>
                  <a:pt x="186172" y="42885"/>
                </a:lnTo>
                <a:lnTo>
                  <a:pt x="228600" y="38130"/>
                </a:lnTo>
                <a:lnTo>
                  <a:pt x="271028" y="42885"/>
                </a:lnTo>
                <a:lnTo>
                  <a:pt x="311262" y="56967"/>
                </a:lnTo>
                <a:lnTo>
                  <a:pt x="347381" y="79644"/>
                </a:lnTo>
                <a:lnTo>
                  <a:pt x="377556" y="109819"/>
                </a:lnTo>
                <a:lnTo>
                  <a:pt x="400233" y="145938"/>
                </a:lnTo>
                <a:lnTo>
                  <a:pt x="414315" y="186172"/>
                </a:lnTo>
                <a:lnTo>
                  <a:pt x="419070" y="228600"/>
                </a:lnTo>
                <a:close/>
              </a:path>
            </a:pathLst>
          </a:cu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70598" y="2286000"/>
            <a:ext cx="145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動作確認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070598" y="2834640"/>
            <a:ext cx="145161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exec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/status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で応答を確認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全体像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CLIごとに接続先URLが異なる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8872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219456" y="60990"/>
                </a:moveTo>
                <a:lnTo>
                  <a:pt x="222199" y="61082"/>
                </a:lnTo>
                <a:lnTo>
                  <a:pt x="224851" y="61539"/>
                </a:lnTo>
                <a:lnTo>
                  <a:pt x="227503" y="62362"/>
                </a:lnTo>
                <a:lnTo>
                  <a:pt x="230063" y="63368"/>
                </a:lnTo>
                <a:lnTo>
                  <a:pt x="232440" y="64740"/>
                </a:lnTo>
                <a:lnTo>
                  <a:pt x="234635" y="66294"/>
                </a:lnTo>
                <a:lnTo>
                  <a:pt x="236738" y="68123"/>
                </a:lnTo>
                <a:lnTo>
                  <a:pt x="238476" y="70134"/>
                </a:lnTo>
                <a:lnTo>
                  <a:pt x="240121" y="72329"/>
                </a:lnTo>
                <a:lnTo>
                  <a:pt x="241402" y="74798"/>
                </a:lnTo>
                <a:lnTo>
                  <a:pt x="242499" y="77267"/>
                </a:lnTo>
                <a:lnTo>
                  <a:pt x="243230" y="79919"/>
                </a:lnTo>
                <a:lnTo>
                  <a:pt x="243688" y="82570"/>
                </a:lnTo>
                <a:lnTo>
                  <a:pt x="243870" y="85314"/>
                </a:lnTo>
                <a:lnTo>
                  <a:pt x="243870" y="189281"/>
                </a:lnTo>
                <a:lnTo>
                  <a:pt x="243870" y="190104"/>
                </a:lnTo>
                <a:lnTo>
                  <a:pt x="243870" y="190927"/>
                </a:lnTo>
                <a:lnTo>
                  <a:pt x="243962" y="191750"/>
                </a:lnTo>
                <a:lnTo>
                  <a:pt x="244053" y="192481"/>
                </a:lnTo>
                <a:lnTo>
                  <a:pt x="244145" y="193304"/>
                </a:lnTo>
                <a:lnTo>
                  <a:pt x="244328" y="194127"/>
                </a:lnTo>
                <a:lnTo>
                  <a:pt x="244511" y="194950"/>
                </a:lnTo>
                <a:lnTo>
                  <a:pt x="244693" y="195682"/>
                </a:lnTo>
                <a:lnTo>
                  <a:pt x="244876" y="196505"/>
                </a:lnTo>
                <a:lnTo>
                  <a:pt x="245151" y="197236"/>
                </a:lnTo>
                <a:lnTo>
                  <a:pt x="245425" y="197968"/>
                </a:lnTo>
                <a:lnTo>
                  <a:pt x="245791" y="198791"/>
                </a:lnTo>
                <a:lnTo>
                  <a:pt x="246065" y="199522"/>
                </a:lnTo>
                <a:lnTo>
                  <a:pt x="246431" y="200254"/>
                </a:lnTo>
                <a:lnTo>
                  <a:pt x="259415" y="226131"/>
                </a:lnTo>
                <a:lnTo>
                  <a:pt x="260147" y="227777"/>
                </a:lnTo>
                <a:lnTo>
                  <a:pt x="260604" y="229514"/>
                </a:lnTo>
                <a:lnTo>
                  <a:pt x="260787" y="231343"/>
                </a:lnTo>
                <a:lnTo>
                  <a:pt x="260695" y="233081"/>
                </a:lnTo>
                <a:lnTo>
                  <a:pt x="260330" y="234818"/>
                </a:lnTo>
                <a:lnTo>
                  <a:pt x="259781" y="236464"/>
                </a:lnTo>
                <a:lnTo>
                  <a:pt x="258958" y="238110"/>
                </a:lnTo>
                <a:lnTo>
                  <a:pt x="257861" y="239481"/>
                </a:lnTo>
                <a:lnTo>
                  <a:pt x="256672" y="240762"/>
                </a:lnTo>
                <a:lnTo>
                  <a:pt x="255209" y="241859"/>
                </a:lnTo>
                <a:lnTo>
                  <a:pt x="253655" y="242682"/>
                </a:lnTo>
                <a:lnTo>
                  <a:pt x="252009" y="243322"/>
                </a:lnTo>
                <a:lnTo>
                  <a:pt x="250271" y="243688"/>
                </a:lnTo>
                <a:lnTo>
                  <a:pt x="248442" y="243870"/>
                </a:lnTo>
                <a:lnTo>
                  <a:pt x="44166" y="243870"/>
                </a:lnTo>
                <a:lnTo>
                  <a:pt x="42337" y="243688"/>
                </a:lnTo>
                <a:lnTo>
                  <a:pt x="40599" y="243322"/>
                </a:lnTo>
                <a:lnTo>
                  <a:pt x="38953" y="242682"/>
                </a:lnTo>
                <a:lnTo>
                  <a:pt x="37399" y="241859"/>
                </a:lnTo>
                <a:lnTo>
                  <a:pt x="35936" y="240762"/>
                </a:lnTo>
                <a:lnTo>
                  <a:pt x="34747" y="239481"/>
                </a:lnTo>
                <a:lnTo>
                  <a:pt x="33650" y="238110"/>
                </a:lnTo>
                <a:lnTo>
                  <a:pt x="32827" y="236464"/>
                </a:lnTo>
                <a:lnTo>
                  <a:pt x="32278" y="234818"/>
                </a:lnTo>
                <a:lnTo>
                  <a:pt x="31913" y="233081"/>
                </a:lnTo>
                <a:lnTo>
                  <a:pt x="31821" y="231343"/>
                </a:lnTo>
                <a:lnTo>
                  <a:pt x="32004" y="229514"/>
                </a:lnTo>
                <a:lnTo>
                  <a:pt x="32461" y="227777"/>
                </a:lnTo>
                <a:lnTo>
                  <a:pt x="33193" y="226131"/>
                </a:lnTo>
                <a:lnTo>
                  <a:pt x="46177" y="200254"/>
                </a:lnTo>
                <a:lnTo>
                  <a:pt x="46543" y="199522"/>
                </a:lnTo>
                <a:lnTo>
                  <a:pt x="46817" y="198791"/>
                </a:lnTo>
                <a:lnTo>
                  <a:pt x="47183" y="197968"/>
                </a:lnTo>
                <a:lnTo>
                  <a:pt x="47457" y="197236"/>
                </a:lnTo>
                <a:lnTo>
                  <a:pt x="47732" y="196505"/>
                </a:lnTo>
                <a:lnTo>
                  <a:pt x="47915" y="195682"/>
                </a:lnTo>
                <a:lnTo>
                  <a:pt x="48097" y="194950"/>
                </a:lnTo>
                <a:lnTo>
                  <a:pt x="48280" y="194127"/>
                </a:lnTo>
                <a:lnTo>
                  <a:pt x="48463" y="193304"/>
                </a:lnTo>
                <a:lnTo>
                  <a:pt x="48555" y="192481"/>
                </a:lnTo>
                <a:lnTo>
                  <a:pt x="48646" y="191750"/>
                </a:lnTo>
                <a:lnTo>
                  <a:pt x="48738" y="190927"/>
                </a:lnTo>
                <a:lnTo>
                  <a:pt x="48738" y="190104"/>
                </a:lnTo>
                <a:lnTo>
                  <a:pt x="48738" y="189281"/>
                </a:lnTo>
                <a:lnTo>
                  <a:pt x="48738" y="85314"/>
                </a:lnTo>
                <a:lnTo>
                  <a:pt x="48920" y="82570"/>
                </a:lnTo>
                <a:lnTo>
                  <a:pt x="49378" y="79919"/>
                </a:lnTo>
                <a:lnTo>
                  <a:pt x="50109" y="77267"/>
                </a:lnTo>
                <a:lnTo>
                  <a:pt x="51206" y="74798"/>
                </a:lnTo>
                <a:lnTo>
                  <a:pt x="52487" y="72329"/>
                </a:lnTo>
                <a:lnTo>
                  <a:pt x="54132" y="70134"/>
                </a:lnTo>
                <a:lnTo>
                  <a:pt x="55870" y="68123"/>
                </a:lnTo>
                <a:lnTo>
                  <a:pt x="57973" y="66294"/>
                </a:lnTo>
                <a:lnTo>
                  <a:pt x="60168" y="64740"/>
                </a:lnTo>
                <a:lnTo>
                  <a:pt x="62545" y="63368"/>
                </a:lnTo>
                <a:lnTo>
                  <a:pt x="65105" y="62362"/>
                </a:lnTo>
                <a:lnTo>
                  <a:pt x="67757" y="61539"/>
                </a:lnTo>
                <a:lnTo>
                  <a:pt x="70409" y="61082"/>
                </a:lnTo>
                <a:lnTo>
                  <a:pt x="73152" y="60990"/>
                </a:lnTo>
                <a:lnTo>
                  <a:pt x="219456" y="60990"/>
                </a:lnTo>
                <a:close/>
                <a:moveTo>
                  <a:pt x="244511" y="194950"/>
                </a:moveTo>
                <a:lnTo>
                  <a:pt x="48097" y="194950"/>
                </a:lnTo>
              </a:path>
            </a:pathLst>
          </a:custGeom>
          <a:noFill/>
          <a:ln w="24384">
            <a:solidFill>
              <a:srgbClr val="5B64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 PC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0" y="118872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213330" y="231618"/>
                </a:moveTo>
                <a:lnTo>
                  <a:pt x="109728" y="231618"/>
                </a:lnTo>
                <a:lnTo>
                  <a:pt x="83210" y="227411"/>
                </a:lnTo>
                <a:lnTo>
                  <a:pt x="59345" y="215158"/>
                </a:lnTo>
                <a:lnTo>
                  <a:pt x="40416" y="196047"/>
                </a:lnTo>
                <a:lnTo>
                  <a:pt x="28438" y="172090"/>
                </a:lnTo>
                <a:lnTo>
                  <a:pt x="24414" y="145572"/>
                </a:lnTo>
                <a:lnTo>
                  <a:pt x="28895" y="119055"/>
                </a:lnTo>
                <a:lnTo>
                  <a:pt x="41331" y="95280"/>
                </a:lnTo>
                <a:lnTo>
                  <a:pt x="60533" y="76535"/>
                </a:lnTo>
                <a:lnTo>
                  <a:pt x="84673" y="64740"/>
                </a:lnTo>
                <a:lnTo>
                  <a:pt x="111282" y="60990"/>
                </a:lnTo>
                <a:lnTo>
                  <a:pt x="137709" y="65654"/>
                </a:lnTo>
                <a:lnTo>
                  <a:pt x="161392" y="78364"/>
                </a:lnTo>
                <a:lnTo>
                  <a:pt x="179954" y="97749"/>
                </a:lnTo>
                <a:lnTo>
                  <a:pt x="191567" y="121890"/>
                </a:lnTo>
                <a:lnTo>
                  <a:pt x="213330" y="121890"/>
                </a:lnTo>
                <a:lnTo>
                  <a:pt x="225582" y="123261"/>
                </a:lnTo>
                <a:lnTo>
                  <a:pt x="237195" y="127376"/>
                </a:lnTo>
                <a:lnTo>
                  <a:pt x="247528" y="133868"/>
                </a:lnTo>
                <a:lnTo>
                  <a:pt x="256215" y="142555"/>
                </a:lnTo>
                <a:lnTo>
                  <a:pt x="262799" y="152979"/>
                </a:lnTo>
                <a:lnTo>
                  <a:pt x="266822" y="164592"/>
                </a:lnTo>
                <a:lnTo>
                  <a:pt x="268194" y="176754"/>
                </a:lnTo>
                <a:lnTo>
                  <a:pt x="266822" y="189006"/>
                </a:lnTo>
                <a:lnTo>
                  <a:pt x="262799" y="200619"/>
                </a:lnTo>
                <a:lnTo>
                  <a:pt x="256215" y="210952"/>
                </a:lnTo>
                <a:lnTo>
                  <a:pt x="247528" y="219639"/>
                </a:lnTo>
                <a:lnTo>
                  <a:pt x="237195" y="226223"/>
                </a:lnTo>
                <a:lnTo>
                  <a:pt x="225582" y="230246"/>
                </a:lnTo>
                <a:lnTo>
                  <a:pt x="213330" y="231618"/>
                </a:lnTo>
                <a:lnTo>
                  <a:pt x="213330" y="231618"/>
                </a:lnTo>
                <a:close/>
              </a:path>
            </a:pathLst>
          </a:custGeom>
          <a:noFill/>
          <a:ln w="24384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98848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Foundry リソース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1572768"/>
            <a:ext cx="19202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72768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651760" y="2121408"/>
            <a:ext cx="14173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606040" y="173736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config.toml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14800" y="1572768"/>
            <a:ext cx="4572000" cy="10972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1572768"/>
            <a:ext cx="73152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166420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GPT系デプロイ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&lt;resource&gt;.openai.azure.com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/openai/v1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98648"/>
            <a:ext cx="19202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898648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2651760" y="3447288"/>
            <a:ext cx="141732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606040" y="30632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環境変数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14800" y="2898648"/>
            <a:ext cx="4572000" cy="10972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2898648"/>
            <a:ext cx="73152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299008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Claude系デプロイ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&lt;resource&gt;.services.ai.azure.com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/anthropic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41605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&lt;resource&gt; は自分のFoundryリソース名に置き換える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全体像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作業前に前提条件を揃える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88720"/>
            <a:ext cx="8001000" cy="43738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88720"/>
            <a:ext cx="64008" cy="4373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251966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26680" y="246156"/>
                </a:moveTo>
                <a:lnTo>
                  <a:pt x="116586" y="246156"/>
                </a:lnTo>
                <a:lnTo>
                  <a:pt x="88422" y="241676"/>
                </a:lnTo>
                <a:lnTo>
                  <a:pt x="63002" y="228600"/>
                </a:lnTo>
                <a:lnTo>
                  <a:pt x="42977" y="208392"/>
                </a:lnTo>
                <a:lnTo>
                  <a:pt x="30175" y="182880"/>
                </a:lnTo>
                <a:lnTo>
                  <a:pt x="25969" y="154625"/>
                </a:lnTo>
                <a:lnTo>
                  <a:pt x="30632" y="126553"/>
                </a:lnTo>
                <a:lnTo>
                  <a:pt x="43891" y="101224"/>
                </a:lnTo>
                <a:lnTo>
                  <a:pt x="64374" y="81382"/>
                </a:lnTo>
                <a:lnTo>
                  <a:pt x="89977" y="68763"/>
                </a:lnTo>
                <a:lnTo>
                  <a:pt x="118232" y="64740"/>
                </a:lnTo>
                <a:lnTo>
                  <a:pt x="146304" y="69769"/>
                </a:lnTo>
                <a:lnTo>
                  <a:pt x="171450" y="83210"/>
                </a:lnTo>
                <a:lnTo>
                  <a:pt x="191201" y="103784"/>
                </a:lnTo>
                <a:lnTo>
                  <a:pt x="203545" y="129570"/>
                </a:lnTo>
                <a:lnTo>
                  <a:pt x="226680" y="129570"/>
                </a:lnTo>
                <a:lnTo>
                  <a:pt x="239664" y="131034"/>
                </a:lnTo>
                <a:lnTo>
                  <a:pt x="252009" y="135331"/>
                </a:lnTo>
                <a:lnTo>
                  <a:pt x="263073" y="142281"/>
                </a:lnTo>
                <a:lnTo>
                  <a:pt x="272308" y="151516"/>
                </a:lnTo>
                <a:lnTo>
                  <a:pt x="279258" y="162580"/>
                </a:lnTo>
                <a:lnTo>
                  <a:pt x="283555" y="174833"/>
                </a:lnTo>
                <a:lnTo>
                  <a:pt x="285018" y="187818"/>
                </a:lnTo>
                <a:lnTo>
                  <a:pt x="283555" y="200802"/>
                </a:lnTo>
                <a:lnTo>
                  <a:pt x="279258" y="213147"/>
                </a:lnTo>
                <a:lnTo>
                  <a:pt x="272308" y="224211"/>
                </a:lnTo>
                <a:lnTo>
                  <a:pt x="263073" y="233446"/>
                </a:lnTo>
                <a:lnTo>
                  <a:pt x="252009" y="240396"/>
                </a:lnTo>
                <a:lnTo>
                  <a:pt x="239664" y="244693"/>
                </a:lnTo>
                <a:lnTo>
                  <a:pt x="226680" y="246156"/>
                </a:lnTo>
                <a:lnTo>
                  <a:pt x="226680" y="246156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7592" y="1188720"/>
            <a:ext cx="169164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90672" y="1188720"/>
            <a:ext cx="5504688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Foundryを利用できるサブスクリプション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690116"/>
            <a:ext cx="8001000" cy="43738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690116"/>
            <a:ext cx="64008" cy="4373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968" y="1753362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59050" y="168432"/>
                </a:moveTo>
                <a:lnTo>
                  <a:pt x="258135" y="183886"/>
                </a:lnTo>
                <a:lnTo>
                  <a:pt x="255483" y="198150"/>
                </a:lnTo>
                <a:lnTo>
                  <a:pt x="251186" y="211226"/>
                </a:lnTo>
                <a:lnTo>
                  <a:pt x="245334" y="223114"/>
                </a:lnTo>
                <a:lnTo>
                  <a:pt x="238110" y="233812"/>
                </a:lnTo>
                <a:lnTo>
                  <a:pt x="229697" y="243596"/>
                </a:lnTo>
                <a:lnTo>
                  <a:pt x="220096" y="252374"/>
                </a:lnTo>
                <a:lnTo>
                  <a:pt x="209489" y="260330"/>
                </a:lnTo>
                <a:lnTo>
                  <a:pt x="198059" y="267371"/>
                </a:lnTo>
                <a:lnTo>
                  <a:pt x="185898" y="273771"/>
                </a:lnTo>
                <a:lnTo>
                  <a:pt x="173096" y="279349"/>
                </a:lnTo>
                <a:lnTo>
                  <a:pt x="159837" y="284378"/>
                </a:lnTo>
                <a:lnTo>
                  <a:pt x="159288" y="284561"/>
                </a:lnTo>
                <a:lnTo>
                  <a:pt x="158648" y="284653"/>
                </a:lnTo>
                <a:lnTo>
                  <a:pt x="158008" y="284836"/>
                </a:lnTo>
                <a:lnTo>
                  <a:pt x="157368" y="284927"/>
                </a:lnTo>
                <a:lnTo>
                  <a:pt x="156728" y="285018"/>
                </a:lnTo>
                <a:lnTo>
                  <a:pt x="156088" y="285018"/>
                </a:lnTo>
                <a:lnTo>
                  <a:pt x="155539" y="285018"/>
                </a:lnTo>
                <a:lnTo>
                  <a:pt x="154899" y="285018"/>
                </a:lnTo>
                <a:lnTo>
                  <a:pt x="154259" y="284927"/>
                </a:lnTo>
                <a:lnTo>
                  <a:pt x="153619" y="284836"/>
                </a:lnTo>
                <a:lnTo>
                  <a:pt x="152979" y="284744"/>
                </a:lnTo>
                <a:lnTo>
                  <a:pt x="152339" y="284561"/>
                </a:lnTo>
                <a:lnTo>
                  <a:pt x="151790" y="284378"/>
                </a:lnTo>
                <a:lnTo>
                  <a:pt x="151150" y="284196"/>
                </a:lnTo>
                <a:lnTo>
                  <a:pt x="137892" y="279258"/>
                </a:lnTo>
                <a:lnTo>
                  <a:pt x="125090" y="273680"/>
                </a:lnTo>
                <a:lnTo>
                  <a:pt x="112837" y="267371"/>
                </a:lnTo>
                <a:lnTo>
                  <a:pt x="101407" y="260330"/>
                </a:lnTo>
                <a:lnTo>
                  <a:pt x="90800" y="252374"/>
                </a:lnTo>
                <a:lnTo>
                  <a:pt x="81199" y="243596"/>
                </a:lnTo>
                <a:lnTo>
                  <a:pt x="72786" y="233812"/>
                </a:lnTo>
                <a:lnTo>
                  <a:pt x="65562" y="223114"/>
                </a:lnTo>
                <a:lnTo>
                  <a:pt x="59710" y="211226"/>
                </a:lnTo>
                <a:lnTo>
                  <a:pt x="55413" y="198150"/>
                </a:lnTo>
                <a:lnTo>
                  <a:pt x="52761" y="183886"/>
                </a:lnTo>
                <a:lnTo>
                  <a:pt x="51846" y="168432"/>
                </a:lnTo>
                <a:lnTo>
                  <a:pt x="51846" y="77724"/>
                </a:lnTo>
                <a:lnTo>
                  <a:pt x="51938" y="76261"/>
                </a:lnTo>
                <a:lnTo>
                  <a:pt x="52121" y="74798"/>
                </a:lnTo>
                <a:lnTo>
                  <a:pt x="52578" y="73426"/>
                </a:lnTo>
                <a:lnTo>
                  <a:pt x="53127" y="72146"/>
                </a:lnTo>
                <a:lnTo>
                  <a:pt x="53767" y="70866"/>
                </a:lnTo>
                <a:lnTo>
                  <a:pt x="54681" y="69677"/>
                </a:lnTo>
                <a:lnTo>
                  <a:pt x="55596" y="68580"/>
                </a:lnTo>
                <a:lnTo>
                  <a:pt x="56693" y="67574"/>
                </a:lnTo>
                <a:lnTo>
                  <a:pt x="57882" y="66751"/>
                </a:lnTo>
                <a:lnTo>
                  <a:pt x="59162" y="66020"/>
                </a:lnTo>
                <a:lnTo>
                  <a:pt x="60533" y="65471"/>
                </a:lnTo>
                <a:lnTo>
                  <a:pt x="61905" y="65105"/>
                </a:lnTo>
                <a:lnTo>
                  <a:pt x="63276" y="64831"/>
                </a:lnTo>
                <a:lnTo>
                  <a:pt x="64740" y="64740"/>
                </a:lnTo>
                <a:lnTo>
                  <a:pt x="71415" y="64465"/>
                </a:lnTo>
                <a:lnTo>
                  <a:pt x="78181" y="63551"/>
                </a:lnTo>
                <a:lnTo>
                  <a:pt x="85131" y="61996"/>
                </a:lnTo>
                <a:lnTo>
                  <a:pt x="92263" y="59985"/>
                </a:lnTo>
                <a:lnTo>
                  <a:pt x="99304" y="57516"/>
                </a:lnTo>
                <a:lnTo>
                  <a:pt x="106436" y="54498"/>
                </a:lnTo>
                <a:lnTo>
                  <a:pt x="113477" y="51206"/>
                </a:lnTo>
                <a:lnTo>
                  <a:pt x="120426" y="47457"/>
                </a:lnTo>
                <a:lnTo>
                  <a:pt x="127102" y="43343"/>
                </a:lnTo>
                <a:lnTo>
                  <a:pt x="133594" y="38953"/>
                </a:lnTo>
                <a:lnTo>
                  <a:pt x="139812" y="34381"/>
                </a:lnTo>
                <a:lnTo>
                  <a:pt x="145572" y="29535"/>
                </a:lnTo>
                <a:lnTo>
                  <a:pt x="146853" y="28621"/>
                </a:lnTo>
                <a:lnTo>
                  <a:pt x="148133" y="27798"/>
                </a:lnTo>
                <a:lnTo>
                  <a:pt x="149504" y="27158"/>
                </a:lnTo>
                <a:lnTo>
                  <a:pt x="150967" y="26609"/>
                </a:lnTo>
                <a:lnTo>
                  <a:pt x="152430" y="26243"/>
                </a:lnTo>
                <a:lnTo>
                  <a:pt x="153894" y="25969"/>
                </a:lnTo>
                <a:lnTo>
                  <a:pt x="155448" y="25878"/>
                </a:lnTo>
                <a:lnTo>
                  <a:pt x="157002" y="25969"/>
                </a:lnTo>
                <a:lnTo>
                  <a:pt x="158466" y="26243"/>
                </a:lnTo>
                <a:lnTo>
                  <a:pt x="159929" y="26609"/>
                </a:lnTo>
                <a:lnTo>
                  <a:pt x="161392" y="27158"/>
                </a:lnTo>
                <a:lnTo>
                  <a:pt x="162763" y="27798"/>
                </a:lnTo>
                <a:lnTo>
                  <a:pt x="164043" y="28621"/>
                </a:lnTo>
                <a:lnTo>
                  <a:pt x="165324" y="29535"/>
                </a:lnTo>
                <a:lnTo>
                  <a:pt x="171176" y="34381"/>
                </a:lnTo>
                <a:lnTo>
                  <a:pt x="177394" y="39045"/>
                </a:lnTo>
                <a:lnTo>
                  <a:pt x="183886" y="43434"/>
                </a:lnTo>
                <a:lnTo>
                  <a:pt x="190561" y="47457"/>
                </a:lnTo>
                <a:lnTo>
                  <a:pt x="197510" y="51206"/>
                </a:lnTo>
                <a:lnTo>
                  <a:pt x="204460" y="54590"/>
                </a:lnTo>
                <a:lnTo>
                  <a:pt x="211592" y="57516"/>
                </a:lnTo>
                <a:lnTo>
                  <a:pt x="218724" y="60076"/>
                </a:lnTo>
                <a:lnTo>
                  <a:pt x="225765" y="62088"/>
                </a:lnTo>
                <a:lnTo>
                  <a:pt x="232715" y="63551"/>
                </a:lnTo>
                <a:lnTo>
                  <a:pt x="239481" y="64465"/>
                </a:lnTo>
                <a:lnTo>
                  <a:pt x="246156" y="64740"/>
                </a:lnTo>
                <a:lnTo>
                  <a:pt x="247620" y="64831"/>
                </a:lnTo>
                <a:lnTo>
                  <a:pt x="248991" y="65105"/>
                </a:lnTo>
                <a:lnTo>
                  <a:pt x="250363" y="65471"/>
                </a:lnTo>
                <a:lnTo>
                  <a:pt x="251734" y="66020"/>
                </a:lnTo>
                <a:lnTo>
                  <a:pt x="253014" y="66751"/>
                </a:lnTo>
                <a:lnTo>
                  <a:pt x="254203" y="67574"/>
                </a:lnTo>
                <a:lnTo>
                  <a:pt x="255300" y="68580"/>
                </a:lnTo>
                <a:lnTo>
                  <a:pt x="256215" y="69677"/>
                </a:lnTo>
                <a:lnTo>
                  <a:pt x="257129" y="70866"/>
                </a:lnTo>
                <a:lnTo>
                  <a:pt x="257769" y="72146"/>
                </a:lnTo>
                <a:lnTo>
                  <a:pt x="258318" y="73426"/>
                </a:lnTo>
                <a:lnTo>
                  <a:pt x="258775" y="74798"/>
                </a:lnTo>
                <a:lnTo>
                  <a:pt x="258958" y="76261"/>
                </a:lnTo>
                <a:lnTo>
                  <a:pt x="259050" y="77724"/>
                </a:lnTo>
                <a:lnTo>
                  <a:pt x="259050" y="168432"/>
                </a:lnTo>
                <a:close/>
                <a:moveTo>
                  <a:pt x="116586" y="155448"/>
                </a:moveTo>
                <a:lnTo>
                  <a:pt x="142464" y="181326"/>
                </a:lnTo>
                <a:lnTo>
                  <a:pt x="194310" y="129570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07592" y="1690116"/>
            <a:ext cx="169164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作成権限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90672" y="1690116"/>
            <a:ext cx="5504688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リソースとデプロイを作成できる権限（Contributor など）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191512"/>
            <a:ext cx="8001000" cy="43738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191512"/>
            <a:ext cx="64008" cy="4373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6968" y="225475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07294" y="142464"/>
                </a:moveTo>
                <a:lnTo>
                  <a:pt x="233172" y="168432"/>
                </a:lnTo>
                <a:lnTo>
                  <a:pt x="285018" y="116586"/>
                </a:lnTo>
                <a:moveTo>
                  <a:pt x="207294" y="272034"/>
                </a:moveTo>
                <a:lnTo>
                  <a:pt x="207294" y="246156"/>
                </a:lnTo>
                <a:lnTo>
                  <a:pt x="206929" y="240304"/>
                </a:lnTo>
                <a:lnTo>
                  <a:pt x="205923" y="234635"/>
                </a:lnTo>
                <a:lnTo>
                  <a:pt x="204368" y="229057"/>
                </a:lnTo>
                <a:lnTo>
                  <a:pt x="202174" y="223662"/>
                </a:lnTo>
                <a:lnTo>
                  <a:pt x="199339" y="218542"/>
                </a:lnTo>
                <a:lnTo>
                  <a:pt x="195956" y="213787"/>
                </a:lnTo>
                <a:lnTo>
                  <a:pt x="192115" y="209489"/>
                </a:lnTo>
                <a:lnTo>
                  <a:pt x="187726" y="205649"/>
                </a:lnTo>
                <a:lnTo>
                  <a:pt x="182971" y="202265"/>
                </a:lnTo>
                <a:lnTo>
                  <a:pt x="177942" y="199431"/>
                </a:lnTo>
                <a:lnTo>
                  <a:pt x="172547" y="197236"/>
                </a:lnTo>
                <a:lnTo>
                  <a:pt x="166969" y="195590"/>
                </a:lnTo>
                <a:lnTo>
                  <a:pt x="161209" y="194676"/>
                </a:lnTo>
                <a:lnTo>
                  <a:pt x="155448" y="194310"/>
                </a:lnTo>
                <a:lnTo>
                  <a:pt x="77724" y="194310"/>
                </a:lnTo>
                <a:lnTo>
                  <a:pt x="71963" y="194676"/>
                </a:lnTo>
                <a:lnTo>
                  <a:pt x="66203" y="195590"/>
                </a:lnTo>
                <a:lnTo>
                  <a:pt x="60625" y="197236"/>
                </a:lnTo>
                <a:lnTo>
                  <a:pt x="55230" y="199431"/>
                </a:lnTo>
                <a:lnTo>
                  <a:pt x="50201" y="202265"/>
                </a:lnTo>
                <a:lnTo>
                  <a:pt x="45446" y="205649"/>
                </a:lnTo>
                <a:lnTo>
                  <a:pt x="41057" y="209489"/>
                </a:lnTo>
                <a:lnTo>
                  <a:pt x="37216" y="213787"/>
                </a:lnTo>
                <a:lnTo>
                  <a:pt x="33833" y="218542"/>
                </a:lnTo>
                <a:lnTo>
                  <a:pt x="30998" y="223662"/>
                </a:lnTo>
                <a:lnTo>
                  <a:pt x="28804" y="229057"/>
                </a:lnTo>
                <a:lnTo>
                  <a:pt x="27249" y="234635"/>
                </a:lnTo>
                <a:lnTo>
                  <a:pt x="26243" y="240304"/>
                </a:lnTo>
                <a:lnTo>
                  <a:pt x="25878" y="246156"/>
                </a:lnTo>
                <a:lnTo>
                  <a:pt x="25878" y="272034"/>
                </a:lnTo>
                <a:moveTo>
                  <a:pt x="168432" y="90708"/>
                </a:moveTo>
                <a:lnTo>
                  <a:pt x="167061" y="102230"/>
                </a:lnTo>
                <a:lnTo>
                  <a:pt x="163312" y="113203"/>
                </a:lnTo>
                <a:lnTo>
                  <a:pt x="157094" y="122987"/>
                </a:lnTo>
                <a:lnTo>
                  <a:pt x="148864" y="131216"/>
                </a:lnTo>
                <a:lnTo>
                  <a:pt x="139080" y="137343"/>
                </a:lnTo>
                <a:lnTo>
                  <a:pt x="128107" y="141183"/>
                </a:lnTo>
                <a:lnTo>
                  <a:pt x="116586" y="142464"/>
                </a:lnTo>
                <a:lnTo>
                  <a:pt x="105065" y="141183"/>
                </a:lnTo>
                <a:lnTo>
                  <a:pt x="94092" y="137343"/>
                </a:lnTo>
                <a:lnTo>
                  <a:pt x="84308" y="131216"/>
                </a:lnTo>
                <a:lnTo>
                  <a:pt x="76078" y="122987"/>
                </a:lnTo>
                <a:lnTo>
                  <a:pt x="69860" y="113203"/>
                </a:lnTo>
                <a:lnTo>
                  <a:pt x="66111" y="102230"/>
                </a:lnTo>
                <a:lnTo>
                  <a:pt x="64740" y="90708"/>
                </a:lnTo>
                <a:lnTo>
                  <a:pt x="66111" y="79187"/>
                </a:lnTo>
                <a:lnTo>
                  <a:pt x="69860" y="68214"/>
                </a:lnTo>
                <a:lnTo>
                  <a:pt x="76078" y="58339"/>
                </a:lnTo>
                <a:lnTo>
                  <a:pt x="84308" y="50201"/>
                </a:lnTo>
                <a:lnTo>
                  <a:pt x="94092" y="43983"/>
                </a:lnTo>
                <a:lnTo>
                  <a:pt x="105065" y="40142"/>
                </a:lnTo>
                <a:lnTo>
                  <a:pt x="116586" y="38862"/>
                </a:lnTo>
                <a:lnTo>
                  <a:pt x="128107" y="40142"/>
                </a:lnTo>
                <a:lnTo>
                  <a:pt x="139080" y="43983"/>
                </a:lnTo>
                <a:lnTo>
                  <a:pt x="148864" y="50201"/>
                </a:lnTo>
                <a:lnTo>
                  <a:pt x="157094" y="58339"/>
                </a:lnTo>
                <a:lnTo>
                  <a:pt x="163312" y="68214"/>
                </a:lnTo>
                <a:lnTo>
                  <a:pt x="167061" y="79187"/>
                </a:lnTo>
                <a:lnTo>
                  <a:pt x="168432" y="90708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07592" y="2191512"/>
            <a:ext cx="169164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利用者ロール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90672" y="2191512"/>
            <a:ext cx="5504688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AI User または Cognitive Services User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2692908"/>
            <a:ext cx="8001000" cy="43738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2692908"/>
            <a:ext cx="64008" cy="4373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275615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03602" y="272034"/>
                </a:moveTo>
                <a:lnTo>
                  <a:pt x="207294" y="272034"/>
                </a:lnTo>
                <a:moveTo>
                  <a:pt x="155448" y="220188"/>
                </a:moveTo>
                <a:lnTo>
                  <a:pt x="155448" y="272034"/>
                </a:lnTo>
                <a:moveTo>
                  <a:pt x="25878" y="38862"/>
                </a:moveTo>
                <a:lnTo>
                  <a:pt x="285018" y="38862"/>
                </a:lnTo>
                <a:lnTo>
                  <a:pt x="285018" y="220188"/>
                </a:lnTo>
                <a:lnTo>
                  <a:pt x="25878" y="220188"/>
                </a:lnTo>
                <a:lnTo>
                  <a:pt x="25878" y="38862"/>
                </a:lnTo>
                <a:close/>
              </a:path>
            </a:pathLst>
          </a:custGeom>
          <a:noFill/>
          <a:ln w="25908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07592" y="2692908"/>
            <a:ext cx="169164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90672" y="2692908"/>
            <a:ext cx="5504688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Code: 10 1809以降 / Codex: Windows 11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3194304"/>
            <a:ext cx="8001000" cy="43738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194304"/>
            <a:ext cx="64008" cy="4373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6968" y="3257550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90470" y="81656"/>
                </a:moveTo>
                <a:lnTo>
                  <a:pt x="189464" y="82662"/>
                </a:lnTo>
                <a:lnTo>
                  <a:pt x="188641" y="83850"/>
                </a:lnTo>
                <a:lnTo>
                  <a:pt x="188001" y="85131"/>
                </a:lnTo>
                <a:lnTo>
                  <a:pt x="187452" y="86411"/>
                </a:lnTo>
                <a:lnTo>
                  <a:pt x="186995" y="87874"/>
                </a:lnTo>
                <a:lnTo>
                  <a:pt x="186812" y="89245"/>
                </a:lnTo>
                <a:lnTo>
                  <a:pt x="186720" y="90708"/>
                </a:lnTo>
                <a:lnTo>
                  <a:pt x="186812" y="92080"/>
                </a:lnTo>
                <a:lnTo>
                  <a:pt x="186995" y="93543"/>
                </a:lnTo>
                <a:lnTo>
                  <a:pt x="187452" y="94915"/>
                </a:lnTo>
                <a:lnTo>
                  <a:pt x="188001" y="96195"/>
                </a:lnTo>
                <a:lnTo>
                  <a:pt x="188641" y="97475"/>
                </a:lnTo>
                <a:lnTo>
                  <a:pt x="189464" y="98664"/>
                </a:lnTo>
                <a:lnTo>
                  <a:pt x="190470" y="99761"/>
                </a:lnTo>
                <a:lnTo>
                  <a:pt x="211135" y="120518"/>
                </a:lnTo>
                <a:lnTo>
                  <a:pt x="212232" y="121432"/>
                </a:lnTo>
                <a:lnTo>
                  <a:pt x="213421" y="122255"/>
                </a:lnTo>
                <a:lnTo>
                  <a:pt x="214701" y="122895"/>
                </a:lnTo>
                <a:lnTo>
                  <a:pt x="215981" y="123444"/>
                </a:lnTo>
                <a:lnTo>
                  <a:pt x="217353" y="123901"/>
                </a:lnTo>
                <a:lnTo>
                  <a:pt x="218816" y="124084"/>
                </a:lnTo>
                <a:lnTo>
                  <a:pt x="220188" y="124176"/>
                </a:lnTo>
                <a:lnTo>
                  <a:pt x="221651" y="124084"/>
                </a:lnTo>
                <a:lnTo>
                  <a:pt x="223022" y="123901"/>
                </a:lnTo>
                <a:lnTo>
                  <a:pt x="224485" y="123444"/>
                </a:lnTo>
                <a:lnTo>
                  <a:pt x="225765" y="122895"/>
                </a:lnTo>
                <a:lnTo>
                  <a:pt x="227046" y="122255"/>
                </a:lnTo>
                <a:lnTo>
                  <a:pt x="228234" y="121432"/>
                </a:lnTo>
                <a:lnTo>
                  <a:pt x="229332" y="120518"/>
                </a:lnTo>
                <a:lnTo>
                  <a:pt x="269565" y="80284"/>
                </a:lnTo>
                <a:lnTo>
                  <a:pt x="270571" y="79278"/>
                </a:lnTo>
                <a:lnTo>
                  <a:pt x="271760" y="78638"/>
                </a:lnTo>
                <a:lnTo>
                  <a:pt x="273040" y="78090"/>
                </a:lnTo>
                <a:lnTo>
                  <a:pt x="274320" y="77907"/>
                </a:lnTo>
                <a:lnTo>
                  <a:pt x="275600" y="77815"/>
                </a:lnTo>
                <a:lnTo>
                  <a:pt x="276880" y="77998"/>
                </a:lnTo>
                <a:lnTo>
                  <a:pt x="278069" y="78364"/>
                </a:lnTo>
                <a:lnTo>
                  <a:pt x="279166" y="78913"/>
                </a:lnTo>
                <a:lnTo>
                  <a:pt x="280172" y="79644"/>
                </a:lnTo>
                <a:lnTo>
                  <a:pt x="281087" y="80650"/>
                </a:lnTo>
                <a:lnTo>
                  <a:pt x="281727" y="81747"/>
                </a:lnTo>
                <a:lnTo>
                  <a:pt x="282275" y="83119"/>
                </a:lnTo>
                <a:lnTo>
                  <a:pt x="284561" y="95372"/>
                </a:lnTo>
                <a:lnTo>
                  <a:pt x="284927" y="107991"/>
                </a:lnTo>
                <a:lnTo>
                  <a:pt x="283190" y="120426"/>
                </a:lnTo>
                <a:lnTo>
                  <a:pt x="279532" y="132405"/>
                </a:lnTo>
                <a:lnTo>
                  <a:pt x="273954" y="143652"/>
                </a:lnTo>
                <a:lnTo>
                  <a:pt x="266639" y="153894"/>
                </a:lnTo>
                <a:lnTo>
                  <a:pt x="257769" y="162763"/>
                </a:lnTo>
                <a:lnTo>
                  <a:pt x="247620" y="170170"/>
                </a:lnTo>
                <a:lnTo>
                  <a:pt x="236372" y="175748"/>
                </a:lnTo>
                <a:lnTo>
                  <a:pt x="224394" y="179497"/>
                </a:lnTo>
                <a:lnTo>
                  <a:pt x="211958" y="181234"/>
                </a:lnTo>
                <a:lnTo>
                  <a:pt x="199431" y="180960"/>
                </a:lnTo>
                <a:lnTo>
                  <a:pt x="187086" y="178765"/>
                </a:lnTo>
                <a:lnTo>
                  <a:pt x="175290" y="174468"/>
                </a:lnTo>
                <a:lnTo>
                  <a:pt x="72786" y="276972"/>
                </a:lnTo>
                <a:lnTo>
                  <a:pt x="68031" y="280812"/>
                </a:lnTo>
                <a:lnTo>
                  <a:pt x="62454" y="283464"/>
                </a:lnTo>
                <a:lnTo>
                  <a:pt x="56418" y="284836"/>
                </a:lnTo>
                <a:lnTo>
                  <a:pt x="50292" y="284836"/>
                </a:lnTo>
                <a:lnTo>
                  <a:pt x="44257" y="283464"/>
                </a:lnTo>
                <a:lnTo>
                  <a:pt x="38771" y="280812"/>
                </a:lnTo>
                <a:lnTo>
                  <a:pt x="33924" y="276972"/>
                </a:lnTo>
                <a:lnTo>
                  <a:pt x="30084" y="272125"/>
                </a:lnTo>
                <a:lnTo>
                  <a:pt x="27432" y="266639"/>
                </a:lnTo>
                <a:lnTo>
                  <a:pt x="26060" y="260604"/>
                </a:lnTo>
                <a:lnTo>
                  <a:pt x="26060" y="254478"/>
                </a:lnTo>
                <a:lnTo>
                  <a:pt x="27432" y="248442"/>
                </a:lnTo>
                <a:lnTo>
                  <a:pt x="30084" y="242865"/>
                </a:lnTo>
                <a:lnTo>
                  <a:pt x="33924" y="238110"/>
                </a:lnTo>
                <a:lnTo>
                  <a:pt x="136428" y="135606"/>
                </a:lnTo>
                <a:lnTo>
                  <a:pt x="132222" y="123810"/>
                </a:lnTo>
                <a:lnTo>
                  <a:pt x="129936" y="111465"/>
                </a:lnTo>
                <a:lnTo>
                  <a:pt x="129662" y="98938"/>
                </a:lnTo>
                <a:lnTo>
                  <a:pt x="131399" y="86502"/>
                </a:lnTo>
                <a:lnTo>
                  <a:pt x="135148" y="74524"/>
                </a:lnTo>
                <a:lnTo>
                  <a:pt x="140818" y="63276"/>
                </a:lnTo>
                <a:lnTo>
                  <a:pt x="148133" y="53127"/>
                </a:lnTo>
                <a:lnTo>
                  <a:pt x="157002" y="44257"/>
                </a:lnTo>
                <a:lnTo>
                  <a:pt x="167244" y="36942"/>
                </a:lnTo>
                <a:lnTo>
                  <a:pt x="178491" y="31364"/>
                </a:lnTo>
                <a:lnTo>
                  <a:pt x="190470" y="27706"/>
                </a:lnTo>
                <a:lnTo>
                  <a:pt x="202905" y="25969"/>
                </a:lnTo>
                <a:lnTo>
                  <a:pt x="215524" y="26335"/>
                </a:lnTo>
                <a:lnTo>
                  <a:pt x="227868" y="28621"/>
                </a:lnTo>
                <a:lnTo>
                  <a:pt x="229149" y="29169"/>
                </a:lnTo>
                <a:lnTo>
                  <a:pt x="230337" y="29809"/>
                </a:lnTo>
                <a:lnTo>
                  <a:pt x="231252" y="30724"/>
                </a:lnTo>
                <a:lnTo>
                  <a:pt x="231983" y="31730"/>
                </a:lnTo>
                <a:lnTo>
                  <a:pt x="232623" y="32827"/>
                </a:lnTo>
                <a:lnTo>
                  <a:pt x="232898" y="34016"/>
                </a:lnTo>
                <a:lnTo>
                  <a:pt x="233081" y="35296"/>
                </a:lnTo>
                <a:lnTo>
                  <a:pt x="233081" y="36576"/>
                </a:lnTo>
                <a:lnTo>
                  <a:pt x="232806" y="37856"/>
                </a:lnTo>
                <a:lnTo>
                  <a:pt x="232258" y="39136"/>
                </a:lnTo>
                <a:lnTo>
                  <a:pt x="231618" y="40325"/>
                </a:lnTo>
                <a:lnTo>
                  <a:pt x="230703" y="41422"/>
                </a:lnTo>
                <a:lnTo>
                  <a:pt x="190470" y="81656"/>
                </a:lnTo>
                <a:close/>
              </a:path>
            </a:pathLst>
          </a:custGeom>
          <a:noFill/>
          <a:ln w="25908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07592" y="3194304"/>
            <a:ext cx="169164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ツール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090672" y="3194304"/>
            <a:ext cx="5504688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for Windows（推奨）、Azure CLI（Entra ID利用時）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5800" y="3695700"/>
            <a:ext cx="8001000" cy="43738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3695700"/>
            <a:ext cx="64008" cy="4373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6968" y="3758946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07294" y="233172"/>
                </a:moveTo>
                <a:lnTo>
                  <a:pt x="285018" y="155448"/>
                </a:lnTo>
                <a:lnTo>
                  <a:pt x="207294" y="77724"/>
                </a:lnTo>
                <a:moveTo>
                  <a:pt x="103602" y="77724"/>
                </a:moveTo>
                <a:lnTo>
                  <a:pt x="25878" y="155448"/>
                </a:lnTo>
                <a:lnTo>
                  <a:pt x="103602" y="233172"/>
                </a:lnTo>
              </a:path>
            </a:pathLst>
          </a:custGeom>
          <a:noFill/>
          <a:ln w="25908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07592" y="3695700"/>
            <a:ext cx="169164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090672" y="3695700"/>
            <a:ext cx="5504688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Use: Python 3 と Playwright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5800" y="4206240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CLIのMS Learn手順はWindowsの前提をWSL2としている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準備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Foundryでモデルをデプロイする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34440"/>
            <a:ext cx="1737360" cy="2816352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3560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33390" y="361920"/>
                </a:moveTo>
                <a:lnTo>
                  <a:pt x="171450" y="361920"/>
                </a:lnTo>
                <a:lnTo>
                  <a:pt x="130028" y="355336"/>
                </a:lnTo>
                <a:lnTo>
                  <a:pt x="92720" y="336225"/>
                </a:lnTo>
                <a:lnTo>
                  <a:pt x="63185" y="306415"/>
                </a:lnTo>
                <a:lnTo>
                  <a:pt x="44348" y="268925"/>
                </a:lnTo>
                <a:lnTo>
                  <a:pt x="38130" y="227411"/>
                </a:lnTo>
                <a:lnTo>
                  <a:pt x="45080" y="186080"/>
                </a:lnTo>
                <a:lnTo>
                  <a:pt x="64557" y="148864"/>
                </a:lnTo>
                <a:lnTo>
                  <a:pt x="94640" y="119604"/>
                </a:lnTo>
                <a:lnTo>
                  <a:pt x="132314" y="101133"/>
                </a:lnTo>
                <a:lnTo>
                  <a:pt x="173827" y="95280"/>
                </a:lnTo>
                <a:lnTo>
                  <a:pt x="215158" y="102596"/>
                </a:lnTo>
                <a:lnTo>
                  <a:pt x="252100" y="122347"/>
                </a:lnTo>
                <a:lnTo>
                  <a:pt x="281087" y="152705"/>
                </a:lnTo>
                <a:lnTo>
                  <a:pt x="299283" y="190470"/>
                </a:lnTo>
                <a:lnTo>
                  <a:pt x="333390" y="190470"/>
                </a:lnTo>
                <a:lnTo>
                  <a:pt x="352410" y="192664"/>
                </a:lnTo>
                <a:lnTo>
                  <a:pt x="370606" y="198973"/>
                </a:lnTo>
                <a:lnTo>
                  <a:pt x="386791" y="209215"/>
                </a:lnTo>
                <a:lnTo>
                  <a:pt x="400416" y="222748"/>
                </a:lnTo>
                <a:lnTo>
                  <a:pt x="410566" y="239024"/>
                </a:lnTo>
                <a:lnTo>
                  <a:pt x="416966" y="257129"/>
                </a:lnTo>
                <a:lnTo>
                  <a:pt x="419070" y="276240"/>
                </a:lnTo>
                <a:lnTo>
                  <a:pt x="416966" y="295260"/>
                </a:lnTo>
                <a:lnTo>
                  <a:pt x="410566" y="313456"/>
                </a:lnTo>
                <a:lnTo>
                  <a:pt x="400416" y="329641"/>
                </a:lnTo>
                <a:lnTo>
                  <a:pt x="386791" y="343266"/>
                </a:lnTo>
                <a:lnTo>
                  <a:pt x="370606" y="353416"/>
                </a:lnTo>
                <a:lnTo>
                  <a:pt x="352410" y="359816"/>
                </a:lnTo>
                <a:lnTo>
                  <a:pt x="333390" y="361920"/>
                </a:lnTo>
                <a:lnTo>
                  <a:pt x="333390" y="361920"/>
                </a:lnTo>
                <a:close/>
              </a:path>
            </a:pathLst>
          </a:custGeom>
          <a:noFill/>
          <a:ln w="381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14173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ai.azure.com でプロジェクトを作成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59736" y="1545336"/>
            <a:ext cx="420624" cy="0"/>
          </a:xfrm>
          <a:prstGeom prst="line">
            <a:avLst/>
          </a:prstGeom>
          <a:noFill/>
          <a:ln w="2540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26080" y="1234440"/>
            <a:ext cx="3017520" cy="621792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1234440"/>
            <a:ext cx="64008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23444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GPT系（例: gpt-5.3-codex）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89320" y="1545336"/>
            <a:ext cx="3657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0" y="1289304"/>
            <a:ext cx="22860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28816" y="138988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246156"/>
                </a:moveTo>
                <a:lnTo>
                  <a:pt x="259050" y="246156"/>
                </a:lnTo>
                <a:moveTo>
                  <a:pt x="51846" y="220188"/>
                </a:moveTo>
                <a:lnTo>
                  <a:pt x="129570" y="142464"/>
                </a:lnTo>
                <a:lnTo>
                  <a:pt x="51846" y="64740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128930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459736" y="2276856"/>
            <a:ext cx="420624" cy="0"/>
          </a:xfrm>
          <a:prstGeom prst="line">
            <a:avLst/>
          </a:prstGeom>
          <a:noFill/>
          <a:ln w="2540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926080" y="1965960"/>
            <a:ext cx="3017520" cy="621792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1965960"/>
            <a:ext cx="64008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196596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Opus / Sonnet / Haiku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（特定版）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89320" y="2276856"/>
            <a:ext cx="36576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00800" y="2020824"/>
            <a:ext cx="22860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28816" y="21214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246156"/>
                </a:moveTo>
                <a:lnTo>
                  <a:pt x="259050" y="246156"/>
                </a:lnTo>
                <a:moveTo>
                  <a:pt x="51846" y="220188"/>
                </a:moveTo>
                <a:lnTo>
                  <a:pt x="129570" y="142464"/>
                </a:lnTo>
                <a:lnTo>
                  <a:pt x="51846" y="64740"/>
                </a:lnTo>
              </a:path>
            </a:pathLst>
          </a:custGeom>
          <a:noFill/>
          <a:ln w="25908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1152" y="202082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459736" y="3008376"/>
            <a:ext cx="420624" cy="0"/>
          </a:xfrm>
          <a:prstGeom prst="line">
            <a:avLst/>
          </a:prstGeom>
          <a:noFill/>
          <a:ln w="2540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926080" y="2697480"/>
            <a:ext cx="3017520" cy="621792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2697480"/>
            <a:ext cx="64008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0" y="26974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gpt-image-2.5-flare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または sunburst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89320" y="3008376"/>
            <a:ext cx="36576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00800" y="2752344"/>
            <a:ext cx="22860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28816" y="285292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72034" y="194310"/>
                </a:moveTo>
                <a:lnTo>
                  <a:pt x="232075" y="154351"/>
                </a:lnTo>
                <a:lnTo>
                  <a:pt x="229880" y="152430"/>
                </a:lnTo>
                <a:lnTo>
                  <a:pt x="227503" y="150693"/>
                </a:lnTo>
                <a:lnTo>
                  <a:pt x="224942" y="149322"/>
                </a:lnTo>
                <a:lnTo>
                  <a:pt x="222291" y="148224"/>
                </a:lnTo>
                <a:lnTo>
                  <a:pt x="219547" y="147401"/>
                </a:lnTo>
                <a:lnTo>
                  <a:pt x="216621" y="146944"/>
                </a:lnTo>
                <a:lnTo>
                  <a:pt x="213787" y="146761"/>
                </a:lnTo>
                <a:lnTo>
                  <a:pt x="210861" y="146944"/>
                </a:lnTo>
                <a:lnTo>
                  <a:pt x="207935" y="147401"/>
                </a:lnTo>
                <a:lnTo>
                  <a:pt x="205191" y="148224"/>
                </a:lnTo>
                <a:lnTo>
                  <a:pt x="202540" y="149322"/>
                </a:lnTo>
                <a:lnTo>
                  <a:pt x="199979" y="150693"/>
                </a:lnTo>
                <a:lnTo>
                  <a:pt x="197602" y="152430"/>
                </a:lnTo>
                <a:lnTo>
                  <a:pt x="195407" y="154351"/>
                </a:lnTo>
                <a:lnTo>
                  <a:pt x="77724" y="272034"/>
                </a:lnTo>
                <a:moveTo>
                  <a:pt x="142464" y="116586"/>
                </a:moveTo>
                <a:lnTo>
                  <a:pt x="141823" y="122347"/>
                </a:lnTo>
                <a:lnTo>
                  <a:pt x="139903" y="127833"/>
                </a:lnTo>
                <a:lnTo>
                  <a:pt x="136886" y="132771"/>
                </a:lnTo>
                <a:lnTo>
                  <a:pt x="132771" y="136886"/>
                </a:lnTo>
                <a:lnTo>
                  <a:pt x="127833" y="139903"/>
                </a:lnTo>
                <a:lnTo>
                  <a:pt x="122347" y="141823"/>
                </a:lnTo>
                <a:lnTo>
                  <a:pt x="116586" y="142464"/>
                </a:lnTo>
                <a:lnTo>
                  <a:pt x="110825" y="141823"/>
                </a:lnTo>
                <a:lnTo>
                  <a:pt x="105339" y="139903"/>
                </a:lnTo>
                <a:lnTo>
                  <a:pt x="100401" y="136886"/>
                </a:lnTo>
                <a:lnTo>
                  <a:pt x="96286" y="132771"/>
                </a:lnTo>
                <a:lnTo>
                  <a:pt x="93269" y="127833"/>
                </a:lnTo>
                <a:lnTo>
                  <a:pt x="91349" y="122347"/>
                </a:lnTo>
                <a:lnTo>
                  <a:pt x="90708" y="116586"/>
                </a:lnTo>
                <a:lnTo>
                  <a:pt x="91349" y="110825"/>
                </a:lnTo>
                <a:lnTo>
                  <a:pt x="93269" y="105339"/>
                </a:lnTo>
                <a:lnTo>
                  <a:pt x="96286" y="100401"/>
                </a:lnTo>
                <a:lnTo>
                  <a:pt x="100401" y="96286"/>
                </a:lnTo>
                <a:lnTo>
                  <a:pt x="105339" y="93269"/>
                </a:lnTo>
                <a:lnTo>
                  <a:pt x="110825" y="91349"/>
                </a:lnTo>
                <a:lnTo>
                  <a:pt x="116586" y="90708"/>
                </a:lnTo>
                <a:lnTo>
                  <a:pt x="122347" y="91349"/>
                </a:lnTo>
                <a:lnTo>
                  <a:pt x="127833" y="93269"/>
                </a:lnTo>
                <a:lnTo>
                  <a:pt x="132771" y="96286"/>
                </a:lnTo>
                <a:lnTo>
                  <a:pt x="136886" y="100401"/>
                </a:lnTo>
                <a:lnTo>
                  <a:pt x="139903" y="105339"/>
                </a:lnTo>
                <a:lnTo>
                  <a:pt x="141823" y="110825"/>
                </a:lnTo>
                <a:lnTo>
                  <a:pt x="142464" y="116586"/>
                </a:lnTo>
                <a:close/>
                <a:moveTo>
                  <a:pt x="38862" y="38862"/>
                </a:moveTo>
                <a:lnTo>
                  <a:pt x="272034" y="38862"/>
                </a:lnTo>
                <a:lnTo>
                  <a:pt x="272034" y="272034"/>
                </a:lnTo>
                <a:lnTo>
                  <a:pt x="38862" y="272034"/>
                </a:lnTo>
                <a:lnTo>
                  <a:pt x="38862" y="38862"/>
                </a:lnTo>
                <a:close/>
              </a:path>
            </a:pathLst>
          </a:custGeom>
          <a:noFill/>
          <a:ln w="25908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31152" y="275234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画像スクリプト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459736" y="3739896"/>
            <a:ext cx="420624" cy="0"/>
          </a:xfrm>
          <a:prstGeom prst="line">
            <a:avLst/>
          </a:prstGeom>
          <a:noFill/>
          <a:ln w="2540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926080" y="3429000"/>
            <a:ext cx="3017520" cy="621792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26080" y="3429000"/>
            <a:ext cx="64008" cy="621792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0" y="342900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gpt-5.6-sol / terra / luna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989320" y="3739896"/>
            <a:ext cx="365760" cy="0"/>
          </a:xfrm>
          <a:prstGeom prst="line">
            <a:avLst/>
          </a:prstGeom>
          <a:noFill/>
          <a:ln w="25400">
            <a:solidFill>
              <a:srgbClr val="12182B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400800" y="3483864"/>
            <a:ext cx="22860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218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28816" y="358444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81326" y="53127"/>
                </a:moveTo>
                <a:lnTo>
                  <a:pt x="155448" y="77724"/>
                </a:lnTo>
                <a:moveTo>
                  <a:pt x="66111" y="103602"/>
                </a:moveTo>
                <a:lnTo>
                  <a:pt x="28529" y="93269"/>
                </a:lnTo>
                <a:moveTo>
                  <a:pt x="77724" y="155448"/>
                </a:moveTo>
                <a:lnTo>
                  <a:pt x="53127" y="181326"/>
                </a:lnTo>
                <a:moveTo>
                  <a:pt x="93269" y="28529"/>
                </a:moveTo>
                <a:lnTo>
                  <a:pt x="103602" y="66111"/>
                </a:lnTo>
                <a:moveTo>
                  <a:pt x="117043" y="125547"/>
                </a:moveTo>
                <a:lnTo>
                  <a:pt x="116769" y="124450"/>
                </a:lnTo>
                <a:lnTo>
                  <a:pt x="116586" y="123444"/>
                </a:lnTo>
                <a:lnTo>
                  <a:pt x="116586" y="122347"/>
                </a:lnTo>
                <a:lnTo>
                  <a:pt x="116769" y="121249"/>
                </a:lnTo>
                <a:lnTo>
                  <a:pt x="117226" y="120244"/>
                </a:lnTo>
                <a:lnTo>
                  <a:pt x="117775" y="119238"/>
                </a:lnTo>
                <a:lnTo>
                  <a:pt x="118415" y="118415"/>
                </a:lnTo>
                <a:lnTo>
                  <a:pt x="119238" y="117775"/>
                </a:lnTo>
                <a:lnTo>
                  <a:pt x="120244" y="117226"/>
                </a:lnTo>
                <a:lnTo>
                  <a:pt x="121249" y="116769"/>
                </a:lnTo>
                <a:lnTo>
                  <a:pt x="122347" y="116586"/>
                </a:lnTo>
                <a:lnTo>
                  <a:pt x="123444" y="116586"/>
                </a:lnTo>
                <a:lnTo>
                  <a:pt x="124450" y="116769"/>
                </a:lnTo>
                <a:lnTo>
                  <a:pt x="125547" y="117043"/>
                </a:lnTo>
                <a:lnTo>
                  <a:pt x="268011" y="175382"/>
                </a:lnTo>
                <a:lnTo>
                  <a:pt x="269016" y="175931"/>
                </a:lnTo>
                <a:lnTo>
                  <a:pt x="269931" y="176571"/>
                </a:lnTo>
                <a:lnTo>
                  <a:pt x="270754" y="177485"/>
                </a:lnTo>
                <a:lnTo>
                  <a:pt x="271394" y="178491"/>
                </a:lnTo>
                <a:lnTo>
                  <a:pt x="271760" y="179588"/>
                </a:lnTo>
                <a:lnTo>
                  <a:pt x="272034" y="180685"/>
                </a:lnTo>
                <a:lnTo>
                  <a:pt x="272034" y="181874"/>
                </a:lnTo>
                <a:lnTo>
                  <a:pt x="271851" y="182971"/>
                </a:lnTo>
                <a:lnTo>
                  <a:pt x="271394" y="184069"/>
                </a:lnTo>
                <a:lnTo>
                  <a:pt x="270845" y="185075"/>
                </a:lnTo>
                <a:lnTo>
                  <a:pt x="270114" y="185989"/>
                </a:lnTo>
                <a:lnTo>
                  <a:pt x="269199" y="186720"/>
                </a:lnTo>
                <a:lnTo>
                  <a:pt x="268194" y="187269"/>
                </a:lnTo>
                <a:lnTo>
                  <a:pt x="267096" y="187635"/>
                </a:lnTo>
                <a:lnTo>
                  <a:pt x="210678" y="201168"/>
                </a:lnTo>
                <a:lnTo>
                  <a:pt x="209763" y="201442"/>
                </a:lnTo>
                <a:lnTo>
                  <a:pt x="208758" y="201808"/>
                </a:lnTo>
                <a:lnTo>
                  <a:pt x="207843" y="202174"/>
                </a:lnTo>
                <a:lnTo>
                  <a:pt x="206929" y="202722"/>
                </a:lnTo>
                <a:lnTo>
                  <a:pt x="206106" y="203271"/>
                </a:lnTo>
                <a:lnTo>
                  <a:pt x="205283" y="203911"/>
                </a:lnTo>
                <a:lnTo>
                  <a:pt x="204551" y="204551"/>
                </a:lnTo>
                <a:lnTo>
                  <a:pt x="203911" y="205283"/>
                </a:lnTo>
                <a:lnTo>
                  <a:pt x="203271" y="206106"/>
                </a:lnTo>
                <a:lnTo>
                  <a:pt x="202722" y="206929"/>
                </a:lnTo>
                <a:lnTo>
                  <a:pt x="202174" y="207843"/>
                </a:lnTo>
                <a:lnTo>
                  <a:pt x="201808" y="208758"/>
                </a:lnTo>
                <a:lnTo>
                  <a:pt x="201442" y="209763"/>
                </a:lnTo>
                <a:lnTo>
                  <a:pt x="201168" y="210678"/>
                </a:lnTo>
                <a:lnTo>
                  <a:pt x="187635" y="267096"/>
                </a:lnTo>
                <a:lnTo>
                  <a:pt x="187269" y="268194"/>
                </a:lnTo>
                <a:lnTo>
                  <a:pt x="186720" y="269199"/>
                </a:lnTo>
                <a:lnTo>
                  <a:pt x="185989" y="270114"/>
                </a:lnTo>
                <a:lnTo>
                  <a:pt x="185075" y="270845"/>
                </a:lnTo>
                <a:lnTo>
                  <a:pt x="184069" y="271485"/>
                </a:lnTo>
                <a:lnTo>
                  <a:pt x="182971" y="271851"/>
                </a:lnTo>
                <a:lnTo>
                  <a:pt x="181874" y="272034"/>
                </a:lnTo>
                <a:lnTo>
                  <a:pt x="180685" y="272034"/>
                </a:lnTo>
                <a:lnTo>
                  <a:pt x="179588" y="271760"/>
                </a:lnTo>
                <a:lnTo>
                  <a:pt x="178491" y="271394"/>
                </a:lnTo>
                <a:lnTo>
                  <a:pt x="177485" y="270754"/>
                </a:lnTo>
                <a:lnTo>
                  <a:pt x="176571" y="270022"/>
                </a:lnTo>
                <a:lnTo>
                  <a:pt x="175931" y="269016"/>
                </a:lnTo>
                <a:lnTo>
                  <a:pt x="175382" y="268011"/>
                </a:lnTo>
                <a:lnTo>
                  <a:pt x="117043" y="125547"/>
                </a:lnTo>
                <a:close/>
              </a:path>
            </a:pathLst>
          </a:custGeom>
          <a:noFill/>
          <a:ln w="25908">
            <a:solidFill>
              <a:srgbClr val="1218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31152" y="348386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Use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2926080" y="9052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デプロイ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00800" y="905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使う場所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5800" y="4160520"/>
            <a:ext cx="8001000" cy="41148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" y="4160520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リソース名と各デプロイ名を控え、キーは「Endpoints and keys」から取得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準備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設定に使う4つの値を控える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80010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65176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値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Codex CLIでの用途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Claude Codeでの用途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リソース名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base_url の一部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ANTHROPIC_FOUNDRY_RESOURCE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デプロイ名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ANTHROPIC_DEFAULT_*_MODEL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APIキー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AZURE_OPENAI_API_KEY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ANTHROPIC_FOUNDRY_API_KEY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エンドポイント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base_url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182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リソース名で代替できる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4224528"/>
            <a:ext cx="800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APIキーは資料・チャット・リポジトリに貼らず、環境変数だけに設定する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準備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設定とスクリプトの置き場所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338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ユーザーごとの設定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3816" y="1760220"/>
            <a:ext cx="0" cy="210312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" y="1970532"/>
            <a:ext cx="109728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" y="2098548"/>
            <a:ext cx="0" cy="210312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8136" y="2308860"/>
            <a:ext cx="109728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04188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213330" y="213330"/>
                </a:moveTo>
                <a:lnTo>
                  <a:pt x="215707" y="213238"/>
                </a:lnTo>
                <a:lnTo>
                  <a:pt x="218084" y="212781"/>
                </a:lnTo>
                <a:lnTo>
                  <a:pt x="220370" y="212141"/>
                </a:lnTo>
                <a:lnTo>
                  <a:pt x="222656" y="211226"/>
                </a:lnTo>
                <a:lnTo>
                  <a:pt x="224668" y="210129"/>
                </a:lnTo>
                <a:lnTo>
                  <a:pt x="226680" y="208666"/>
                </a:lnTo>
                <a:lnTo>
                  <a:pt x="228417" y="207112"/>
                </a:lnTo>
                <a:lnTo>
                  <a:pt x="230063" y="205283"/>
                </a:lnTo>
                <a:lnTo>
                  <a:pt x="231435" y="203363"/>
                </a:lnTo>
                <a:lnTo>
                  <a:pt x="232623" y="201259"/>
                </a:lnTo>
                <a:lnTo>
                  <a:pt x="233538" y="199065"/>
                </a:lnTo>
                <a:lnTo>
                  <a:pt x="234178" y="196779"/>
                </a:lnTo>
                <a:lnTo>
                  <a:pt x="234544" y="194401"/>
                </a:lnTo>
                <a:lnTo>
                  <a:pt x="234726" y="192024"/>
                </a:lnTo>
                <a:lnTo>
                  <a:pt x="234726" y="85314"/>
                </a:lnTo>
                <a:lnTo>
                  <a:pt x="234544" y="82936"/>
                </a:lnTo>
                <a:lnTo>
                  <a:pt x="234178" y="80559"/>
                </a:lnTo>
                <a:lnTo>
                  <a:pt x="233538" y="78273"/>
                </a:lnTo>
                <a:lnTo>
                  <a:pt x="232623" y="76078"/>
                </a:lnTo>
                <a:lnTo>
                  <a:pt x="231435" y="73975"/>
                </a:lnTo>
                <a:lnTo>
                  <a:pt x="230063" y="72055"/>
                </a:lnTo>
                <a:lnTo>
                  <a:pt x="228417" y="70226"/>
                </a:lnTo>
                <a:lnTo>
                  <a:pt x="226680" y="68671"/>
                </a:lnTo>
                <a:lnTo>
                  <a:pt x="224668" y="67300"/>
                </a:lnTo>
                <a:lnTo>
                  <a:pt x="222656" y="66111"/>
                </a:lnTo>
                <a:lnTo>
                  <a:pt x="220370" y="65197"/>
                </a:lnTo>
                <a:lnTo>
                  <a:pt x="218084" y="64557"/>
                </a:lnTo>
                <a:lnTo>
                  <a:pt x="215707" y="64099"/>
                </a:lnTo>
                <a:lnTo>
                  <a:pt x="213330" y="64008"/>
                </a:lnTo>
                <a:lnTo>
                  <a:pt x="129113" y="64008"/>
                </a:lnTo>
                <a:lnTo>
                  <a:pt x="127559" y="64008"/>
                </a:lnTo>
                <a:lnTo>
                  <a:pt x="126004" y="63825"/>
                </a:lnTo>
                <a:lnTo>
                  <a:pt x="124541" y="63551"/>
                </a:lnTo>
                <a:lnTo>
                  <a:pt x="123078" y="63185"/>
                </a:lnTo>
                <a:lnTo>
                  <a:pt x="121615" y="62728"/>
                </a:lnTo>
                <a:lnTo>
                  <a:pt x="120244" y="62179"/>
                </a:lnTo>
                <a:lnTo>
                  <a:pt x="118872" y="61539"/>
                </a:lnTo>
                <a:lnTo>
                  <a:pt x="117500" y="60716"/>
                </a:lnTo>
                <a:lnTo>
                  <a:pt x="116312" y="59893"/>
                </a:lnTo>
                <a:lnTo>
                  <a:pt x="115032" y="58979"/>
                </a:lnTo>
                <a:lnTo>
                  <a:pt x="113934" y="57882"/>
                </a:lnTo>
                <a:lnTo>
                  <a:pt x="112928" y="56784"/>
                </a:lnTo>
                <a:lnTo>
                  <a:pt x="111923" y="55687"/>
                </a:lnTo>
                <a:lnTo>
                  <a:pt x="111100" y="54407"/>
                </a:lnTo>
                <a:lnTo>
                  <a:pt x="102413" y="41605"/>
                </a:lnTo>
                <a:lnTo>
                  <a:pt x="101498" y="40416"/>
                </a:lnTo>
                <a:lnTo>
                  <a:pt x="100584" y="39228"/>
                </a:lnTo>
                <a:lnTo>
                  <a:pt x="99578" y="38130"/>
                </a:lnTo>
                <a:lnTo>
                  <a:pt x="98481" y="37125"/>
                </a:lnTo>
                <a:lnTo>
                  <a:pt x="97292" y="36210"/>
                </a:lnTo>
                <a:lnTo>
                  <a:pt x="96012" y="35296"/>
                </a:lnTo>
                <a:lnTo>
                  <a:pt x="94732" y="34564"/>
                </a:lnTo>
                <a:lnTo>
                  <a:pt x="93360" y="33924"/>
                </a:lnTo>
                <a:lnTo>
                  <a:pt x="91989" y="33284"/>
                </a:lnTo>
                <a:lnTo>
                  <a:pt x="90526" y="32827"/>
                </a:lnTo>
                <a:lnTo>
                  <a:pt x="89063" y="32461"/>
                </a:lnTo>
                <a:lnTo>
                  <a:pt x="87600" y="32187"/>
                </a:lnTo>
                <a:lnTo>
                  <a:pt x="86136" y="32095"/>
                </a:lnTo>
                <a:lnTo>
                  <a:pt x="84582" y="32004"/>
                </a:lnTo>
                <a:lnTo>
                  <a:pt x="42702" y="32004"/>
                </a:lnTo>
                <a:lnTo>
                  <a:pt x="40325" y="32095"/>
                </a:lnTo>
                <a:lnTo>
                  <a:pt x="37948" y="32553"/>
                </a:lnTo>
                <a:lnTo>
                  <a:pt x="35662" y="33193"/>
                </a:lnTo>
                <a:lnTo>
                  <a:pt x="33376" y="34107"/>
                </a:lnTo>
                <a:lnTo>
                  <a:pt x="31364" y="35296"/>
                </a:lnTo>
                <a:lnTo>
                  <a:pt x="29352" y="36667"/>
                </a:lnTo>
                <a:lnTo>
                  <a:pt x="27615" y="38222"/>
                </a:lnTo>
                <a:lnTo>
                  <a:pt x="25969" y="40051"/>
                </a:lnTo>
                <a:lnTo>
                  <a:pt x="24597" y="41971"/>
                </a:lnTo>
                <a:lnTo>
                  <a:pt x="23409" y="44074"/>
                </a:lnTo>
                <a:lnTo>
                  <a:pt x="22494" y="46269"/>
                </a:lnTo>
                <a:lnTo>
                  <a:pt x="21854" y="48555"/>
                </a:lnTo>
                <a:lnTo>
                  <a:pt x="21488" y="50932"/>
                </a:lnTo>
                <a:lnTo>
                  <a:pt x="21306" y="53310"/>
                </a:lnTo>
                <a:lnTo>
                  <a:pt x="21306" y="192024"/>
                </a:lnTo>
                <a:lnTo>
                  <a:pt x="21488" y="194401"/>
                </a:lnTo>
                <a:lnTo>
                  <a:pt x="21854" y="196779"/>
                </a:lnTo>
                <a:lnTo>
                  <a:pt x="22494" y="199065"/>
                </a:lnTo>
                <a:lnTo>
                  <a:pt x="23409" y="201259"/>
                </a:lnTo>
                <a:lnTo>
                  <a:pt x="24597" y="203363"/>
                </a:lnTo>
                <a:lnTo>
                  <a:pt x="25969" y="205283"/>
                </a:lnTo>
                <a:lnTo>
                  <a:pt x="27615" y="207112"/>
                </a:lnTo>
                <a:lnTo>
                  <a:pt x="29352" y="208666"/>
                </a:lnTo>
                <a:lnTo>
                  <a:pt x="31364" y="210129"/>
                </a:lnTo>
                <a:lnTo>
                  <a:pt x="33376" y="211226"/>
                </a:lnTo>
                <a:lnTo>
                  <a:pt x="35662" y="212141"/>
                </a:lnTo>
                <a:lnTo>
                  <a:pt x="37948" y="212781"/>
                </a:lnTo>
                <a:lnTo>
                  <a:pt x="40325" y="213238"/>
                </a:lnTo>
                <a:lnTo>
                  <a:pt x="42702" y="213330"/>
                </a:lnTo>
                <a:lnTo>
                  <a:pt x="213330" y="213330"/>
                </a:lnTo>
                <a:close/>
              </a:path>
            </a:pathLst>
          </a:custGeom>
          <a:noFill/>
          <a:ln w="21336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463040"/>
            <a:ext cx="3035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%USERPROFILE%\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0120" y="1842516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213330" y="213330"/>
                </a:moveTo>
                <a:lnTo>
                  <a:pt x="215707" y="213238"/>
                </a:lnTo>
                <a:lnTo>
                  <a:pt x="218084" y="212781"/>
                </a:lnTo>
                <a:lnTo>
                  <a:pt x="220370" y="212141"/>
                </a:lnTo>
                <a:lnTo>
                  <a:pt x="222656" y="211226"/>
                </a:lnTo>
                <a:lnTo>
                  <a:pt x="224668" y="210129"/>
                </a:lnTo>
                <a:lnTo>
                  <a:pt x="226680" y="208666"/>
                </a:lnTo>
                <a:lnTo>
                  <a:pt x="228417" y="207112"/>
                </a:lnTo>
                <a:lnTo>
                  <a:pt x="230063" y="205283"/>
                </a:lnTo>
                <a:lnTo>
                  <a:pt x="231435" y="203363"/>
                </a:lnTo>
                <a:lnTo>
                  <a:pt x="232623" y="201259"/>
                </a:lnTo>
                <a:lnTo>
                  <a:pt x="233538" y="199065"/>
                </a:lnTo>
                <a:lnTo>
                  <a:pt x="234178" y="196779"/>
                </a:lnTo>
                <a:lnTo>
                  <a:pt x="234544" y="194401"/>
                </a:lnTo>
                <a:lnTo>
                  <a:pt x="234726" y="192024"/>
                </a:lnTo>
                <a:lnTo>
                  <a:pt x="234726" y="85314"/>
                </a:lnTo>
                <a:lnTo>
                  <a:pt x="234544" y="82936"/>
                </a:lnTo>
                <a:lnTo>
                  <a:pt x="234178" y="80559"/>
                </a:lnTo>
                <a:lnTo>
                  <a:pt x="233538" y="78273"/>
                </a:lnTo>
                <a:lnTo>
                  <a:pt x="232623" y="76078"/>
                </a:lnTo>
                <a:lnTo>
                  <a:pt x="231435" y="73975"/>
                </a:lnTo>
                <a:lnTo>
                  <a:pt x="230063" y="72055"/>
                </a:lnTo>
                <a:lnTo>
                  <a:pt x="228417" y="70226"/>
                </a:lnTo>
                <a:lnTo>
                  <a:pt x="226680" y="68671"/>
                </a:lnTo>
                <a:lnTo>
                  <a:pt x="224668" y="67300"/>
                </a:lnTo>
                <a:lnTo>
                  <a:pt x="222656" y="66111"/>
                </a:lnTo>
                <a:lnTo>
                  <a:pt x="220370" y="65197"/>
                </a:lnTo>
                <a:lnTo>
                  <a:pt x="218084" y="64557"/>
                </a:lnTo>
                <a:lnTo>
                  <a:pt x="215707" y="64099"/>
                </a:lnTo>
                <a:lnTo>
                  <a:pt x="213330" y="64008"/>
                </a:lnTo>
                <a:lnTo>
                  <a:pt x="129113" y="64008"/>
                </a:lnTo>
                <a:lnTo>
                  <a:pt x="127559" y="64008"/>
                </a:lnTo>
                <a:lnTo>
                  <a:pt x="126004" y="63825"/>
                </a:lnTo>
                <a:lnTo>
                  <a:pt x="124541" y="63551"/>
                </a:lnTo>
                <a:lnTo>
                  <a:pt x="123078" y="63185"/>
                </a:lnTo>
                <a:lnTo>
                  <a:pt x="121615" y="62728"/>
                </a:lnTo>
                <a:lnTo>
                  <a:pt x="120244" y="62179"/>
                </a:lnTo>
                <a:lnTo>
                  <a:pt x="118872" y="61539"/>
                </a:lnTo>
                <a:lnTo>
                  <a:pt x="117500" y="60716"/>
                </a:lnTo>
                <a:lnTo>
                  <a:pt x="116312" y="59893"/>
                </a:lnTo>
                <a:lnTo>
                  <a:pt x="115032" y="58979"/>
                </a:lnTo>
                <a:lnTo>
                  <a:pt x="113934" y="57882"/>
                </a:lnTo>
                <a:lnTo>
                  <a:pt x="112928" y="56784"/>
                </a:lnTo>
                <a:lnTo>
                  <a:pt x="111923" y="55687"/>
                </a:lnTo>
                <a:lnTo>
                  <a:pt x="111100" y="54407"/>
                </a:lnTo>
                <a:lnTo>
                  <a:pt x="102413" y="41605"/>
                </a:lnTo>
                <a:lnTo>
                  <a:pt x="101498" y="40416"/>
                </a:lnTo>
                <a:lnTo>
                  <a:pt x="100584" y="39228"/>
                </a:lnTo>
                <a:lnTo>
                  <a:pt x="99578" y="38130"/>
                </a:lnTo>
                <a:lnTo>
                  <a:pt x="98481" y="37125"/>
                </a:lnTo>
                <a:lnTo>
                  <a:pt x="97292" y="36210"/>
                </a:lnTo>
                <a:lnTo>
                  <a:pt x="96012" y="35296"/>
                </a:lnTo>
                <a:lnTo>
                  <a:pt x="94732" y="34564"/>
                </a:lnTo>
                <a:lnTo>
                  <a:pt x="93360" y="33924"/>
                </a:lnTo>
                <a:lnTo>
                  <a:pt x="91989" y="33284"/>
                </a:lnTo>
                <a:lnTo>
                  <a:pt x="90526" y="32827"/>
                </a:lnTo>
                <a:lnTo>
                  <a:pt x="89063" y="32461"/>
                </a:lnTo>
                <a:lnTo>
                  <a:pt x="87600" y="32187"/>
                </a:lnTo>
                <a:lnTo>
                  <a:pt x="86136" y="32095"/>
                </a:lnTo>
                <a:lnTo>
                  <a:pt x="84582" y="32004"/>
                </a:lnTo>
                <a:lnTo>
                  <a:pt x="42702" y="32004"/>
                </a:lnTo>
                <a:lnTo>
                  <a:pt x="40325" y="32095"/>
                </a:lnTo>
                <a:lnTo>
                  <a:pt x="37948" y="32553"/>
                </a:lnTo>
                <a:lnTo>
                  <a:pt x="35662" y="33193"/>
                </a:lnTo>
                <a:lnTo>
                  <a:pt x="33376" y="34107"/>
                </a:lnTo>
                <a:lnTo>
                  <a:pt x="31364" y="35296"/>
                </a:lnTo>
                <a:lnTo>
                  <a:pt x="29352" y="36667"/>
                </a:lnTo>
                <a:lnTo>
                  <a:pt x="27615" y="38222"/>
                </a:lnTo>
                <a:lnTo>
                  <a:pt x="25969" y="40051"/>
                </a:lnTo>
                <a:lnTo>
                  <a:pt x="24597" y="41971"/>
                </a:lnTo>
                <a:lnTo>
                  <a:pt x="23409" y="44074"/>
                </a:lnTo>
                <a:lnTo>
                  <a:pt x="22494" y="46269"/>
                </a:lnTo>
                <a:lnTo>
                  <a:pt x="21854" y="48555"/>
                </a:lnTo>
                <a:lnTo>
                  <a:pt x="21488" y="50932"/>
                </a:lnTo>
                <a:lnTo>
                  <a:pt x="21306" y="53310"/>
                </a:lnTo>
                <a:lnTo>
                  <a:pt x="21306" y="192024"/>
                </a:lnTo>
                <a:lnTo>
                  <a:pt x="21488" y="194401"/>
                </a:lnTo>
                <a:lnTo>
                  <a:pt x="21854" y="196779"/>
                </a:lnTo>
                <a:lnTo>
                  <a:pt x="22494" y="199065"/>
                </a:lnTo>
                <a:lnTo>
                  <a:pt x="23409" y="201259"/>
                </a:lnTo>
                <a:lnTo>
                  <a:pt x="24597" y="203363"/>
                </a:lnTo>
                <a:lnTo>
                  <a:pt x="25969" y="205283"/>
                </a:lnTo>
                <a:lnTo>
                  <a:pt x="27615" y="207112"/>
                </a:lnTo>
                <a:lnTo>
                  <a:pt x="29352" y="208666"/>
                </a:lnTo>
                <a:lnTo>
                  <a:pt x="31364" y="210129"/>
                </a:lnTo>
                <a:lnTo>
                  <a:pt x="33376" y="211226"/>
                </a:lnTo>
                <a:lnTo>
                  <a:pt x="35662" y="212141"/>
                </a:lnTo>
                <a:lnTo>
                  <a:pt x="37948" y="212781"/>
                </a:lnTo>
                <a:lnTo>
                  <a:pt x="40325" y="213238"/>
                </a:lnTo>
                <a:lnTo>
                  <a:pt x="42702" y="213330"/>
                </a:lnTo>
                <a:lnTo>
                  <a:pt x="213330" y="213330"/>
                </a:lnTo>
                <a:close/>
              </a:path>
            </a:pathLst>
          </a:custGeom>
          <a:noFill/>
          <a:ln w="21336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07592" y="1801368"/>
            <a:ext cx="27614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.codex\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79576" y="2167128"/>
            <a:ext cx="2889504" cy="283464"/>
          </a:xfrm>
          <a:prstGeom prst="roundRect">
            <a:avLst>
              <a:gd name="adj" fmla="val 1612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4440" y="2180844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64008" y="234726"/>
                </a:moveTo>
                <a:lnTo>
                  <a:pt x="61631" y="234544"/>
                </a:lnTo>
                <a:lnTo>
                  <a:pt x="59253" y="234178"/>
                </a:lnTo>
                <a:lnTo>
                  <a:pt x="56967" y="233538"/>
                </a:lnTo>
                <a:lnTo>
                  <a:pt x="54773" y="232623"/>
                </a:lnTo>
                <a:lnTo>
                  <a:pt x="52669" y="231435"/>
                </a:lnTo>
                <a:lnTo>
                  <a:pt x="50749" y="230063"/>
                </a:lnTo>
                <a:lnTo>
                  <a:pt x="48920" y="228417"/>
                </a:lnTo>
                <a:lnTo>
                  <a:pt x="47366" y="226680"/>
                </a:lnTo>
                <a:lnTo>
                  <a:pt x="45903" y="224668"/>
                </a:lnTo>
                <a:lnTo>
                  <a:pt x="44806" y="222656"/>
                </a:lnTo>
                <a:lnTo>
                  <a:pt x="43891" y="220370"/>
                </a:lnTo>
                <a:lnTo>
                  <a:pt x="43251" y="218084"/>
                </a:lnTo>
                <a:lnTo>
                  <a:pt x="42794" y="215707"/>
                </a:lnTo>
                <a:lnTo>
                  <a:pt x="42702" y="213330"/>
                </a:lnTo>
                <a:lnTo>
                  <a:pt x="42702" y="42702"/>
                </a:lnTo>
                <a:lnTo>
                  <a:pt x="42794" y="40325"/>
                </a:lnTo>
                <a:lnTo>
                  <a:pt x="43251" y="37948"/>
                </a:lnTo>
                <a:lnTo>
                  <a:pt x="43891" y="35662"/>
                </a:lnTo>
                <a:lnTo>
                  <a:pt x="44806" y="33376"/>
                </a:lnTo>
                <a:lnTo>
                  <a:pt x="45903" y="31364"/>
                </a:lnTo>
                <a:lnTo>
                  <a:pt x="47366" y="29352"/>
                </a:lnTo>
                <a:lnTo>
                  <a:pt x="48920" y="27615"/>
                </a:lnTo>
                <a:lnTo>
                  <a:pt x="50749" y="25969"/>
                </a:lnTo>
                <a:lnTo>
                  <a:pt x="52669" y="24597"/>
                </a:lnTo>
                <a:lnTo>
                  <a:pt x="54773" y="23409"/>
                </a:lnTo>
                <a:lnTo>
                  <a:pt x="56967" y="22494"/>
                </a:lnTo>
                <a:lnTo>
                  <a:pt x="59253" y="21854"/>
                </a:lnTo>
                <a:lnTo>
                  <a:pt x="61631" y="21488"/>
                </a:lnTo>
                <a:lnTo>
                  <a:pt x="64008" y="21306"/>
                </a:lnTo>
                <a:lnTo>
                  <a:pt x="149322" y="21306"/>
                </a:lnTo>
                <a:lnTo>
                  <a:pt x="150785" y="21397"/>
                </a:lnTo>
                <a:lnTo>
                  <a:pt x="152248" y="21488"/>
                </a:lnTo>
                <a:lnTo>
                  <a:pt x="153619" y="21671"/>
                </a:lnTo>
                <a:lnTo>
                  <a:pt x="155082" y="21946"/>
                </a:lnTo>
                <a:lnTo>
                  <a:pt x="156454" y="22311"/>
                </a:lnTo>
                <a:lnTo>
                  <a:pt x="157825" y="22769"/>
                </a:lnTo>
                <a:lnTo>
                  <a:pt x="159197" y="23317"/>
                </a:lnTo>
                <a:lnTo>
                  <a:pt x="160477" y="23866"/>
                </a:lnTo>
                <a:lnTo>
                  <a:pt x="161757" y="24506"/>
                </a:lnTo>
                <a:lnTo>
                  <a:pt x="163038" y="25237"/>
                </a:lnTo>
                <a:lnTo>
                  <a:pt x="164226" y="26060"/>
                </a:lnTo>
                <a:lnTo>
                  <a:pt x="165415" y="26975"/>
                </a:lnTo>
                <a:lnTo>
                  <a:pt x="166512" y="27889"/>
                </a:lnTo>
                <a:lnTo>
                  <a:pt x="167518" y="28895"/>
                </a:lnTo>
                <a:lnTo>
                  <a:pt x="205831" y="67117"/>
                </a:lnTo>
                <a:lnTo>
                  <a:pt x="206837" y="68214"/>
                </a:lnTo>
                <a:lnTo>
                  <a:pt x="207752" y="69312"/>
                </a:lnTo>
                <a:lnTo>
                  <a:pt x="208575" y="70409"/>
                </a:lnTo>
                <a:lnTo>
                  <a:pt x="209398" y="71689"/>
                </a:lnTo>
                <a:lnTo>
                  <a:pt x="210129" y="72878"/>
                </a:lnTo>
                <a:lnTo>
                  <a:pt x="210769" y="74158"/>
                </a:lnTo>
                <a:lnTo>
                  <a:pt x="211409" y="75529"/>
                </a:lnTo>
                <a:lnTo>
                  <a:pt x="211958" y="76810"/>
                </a:lnTo>
                <a:lnTo>
                  <a:pt x="212324" y="78181"/>
                </a:lnTo>
                <a:lnTo>
                  <a:pt x="212689" y="79644"/>
                </a:lnTo>
                <a:lnTo>
                  <a:pt x="212964" y="81016"/>
                </a:lnTo>
                <a:lnTo>
                  <a:pt x="213238" y="82479"/>
                </a:lnTo>
                <a:lnTo>
                  <a:pt x="213330" y="83942"/>
                </a:lnTo>
                <a:lnTo>
                  <a:pt x="213330" y="85314"/>
                </a:lnTo>
                <a:lnTo>
                  <a:pt x="213330" y="213330"/>
                </a:lnTo>
                <a:lnTo>
                  <a:pt x="213238" y="215707"/>
                </a:lnTo>
                <a:lnTo>
                  <a:pt x="212781" y="218084"/>
                </a:lnTo>
                <a:lnTo>
                  <a:pt x="212141" y="220370"/>
                </a:lnTo>
                <a:lnTo>
                  <a:pt x="211226" y="222656"/>
                </a:lnTo>
                <a:lnTo>
                  <a:pt x="210129" y="224668"/>
                </a:lnTo>
                <a:lnTo>
                  <a:pt x="208666" y="226680"/>
                </a:lnTo>
                <a:lnTo>
                  <a:pt x="207112" y="228417"/>
                </a:lnTo>
                <a:lnTo>
                  <a:pt x="205283" y="230063"/>
                </a:lnTo>
                <a:lnTo>
                  <a:pt x="203363" y="231435"/>
                </a:lnTo>
                <a:lnTo>
                  <a:pt x="201259" y="232623"/>
                </a:lnTo>
                <a:lnTo>
                  <a:pt x="199065" y="233538"/>
                </a:lnTo>
                <a:lnTo>
                  <a:pt x="196779" y="234178"/>
                </a:lnTo>
                <a:lnTo>
                  <a:pt x="194401" y="234544"/>
                </a:lnTo>
                <a:lnTo>
                  <a:pt x="192024" y="234726"/>
                </a:lnTo>
                <a:lnTo>
                  <a:pt x="64008" y="234726"/>
                </a:lnTo>
                <a:close/>
                <a:moveTo>
                  <a:pt x="149322" y="21306"/>
                </a:moveTo>
                <a:lnTo>
                  <a:pt x="149322" y="74706"/>
                </a:lnTo>
                <a:lnTo>
                  <a:pt x="149413" y="75895"/>
                </a:lnTo>
                <a:lnTo>
                  <a:pt x="149596" y="77084"/>
                </a:lnTo>
                <a:lnTo>
                  <a:pt x="149962" y="78181"/>
                </a:lnTo>
                <a:lnTo>
                  <a:pt x="150419" y="79278"/>
                </a:lnTo>
                <a:lnTo>
                  <a:pt x="150967" y="80376"/>
                </a:lnTo>
                <a:lnTo>
                  <a:pt x="151699" y="81290"/>
                </a:lnTo>
                <a:lnTo>
                  <a:pt x="152522" y="82205"/>
                </a:lnTo>
                <a:lnTo>
                  <a:pt x="153345" y="83028"/>
                </a:lnTo>
                <a:lnTo>
                  <a:pt x="154351" y="83668"/>
                </a:lnTo>
                <a:lnTo>
                  <a:pt x="155357" y="84308"/>
                </a:lnTo>
                <a:lnTo>
                  <a:pt x="156454" y="84765"/>
                </a:lnTo>
                <a:lnTo>
                  <a:pt x="157643" y="85039"/>
                </a:lnTo>
                <a:lnTo>
                  <a:pt x="158831" y="85314"/>
                </a:lnTo>
                <a:lnTo>
                  <a:pt x="160020" y="85314"/>
                </a:lnTo>
                <a:lnTo>
                  <a:pt x="213330" y="85314"/>
                </a:lnTo>
                <a:moveTo>
                  <a:pt x="106710" y="96012"/>
                </a:moveTo>
                <a:lnTo>
                  <a:pt x="85314" y="96012"/>
                </a:lnTo>
                <a:moveTo>
                  <a:pt x="170718" y="138714"/>
                </a:moveTo>
                <a:lnTo>
                  <a:pt x="85314" y="138714"/>
                </a:lnTo>
                <a:moveTo>
                  <a:pt x="170718" y="181326"/>
                </a:moveTo>
                <a:lnTo>
                  <a:pt x="85314" y="181326"/>
                </a:lnTo>
              </a:path>
            </a:pathLst>
          </a:custGeom>
          <a:noFill/>
          <a:ln w="21336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81912" y="2139696"/>
            <a:ext cx="16184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config.toml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91840" y="2203704"/>
            <a:ext cx="777240" cy="210312"/>
          </a:xfrm>
          <a:prstGeom prst="roundRect">
            <a:avLst>
              <a:gd name="adj" fmla="val 2173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203704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2642616"/>
            <a:ext cx="33832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2642616"/>
            <a:ext cx="64008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64261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ユーザー環境変数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setx で保存。キー・リソース名・デプロイ名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43400" y="1133856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作業するProjectの例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71416" y="1760220"/>
            <a:ext cx="0" cy="210312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1416" y="1970532"/>
            <a:ext cx="109728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71416" y="1760220"/>
            <a:ext cx="0" cy="54864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1416" y="2308860"/>
            <a:ext cx="109728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71416" y="1760220"/>
            <a:ext cx="0" cy="886968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71416" y="2647188"/>
            <a:ext cx="109728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45736" y="2775204"/>
            <a:ext cx="0" cy="210312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45736" y="2985516"/>
            <a:ext cx="109728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71416" y="1760220"/>
            <a:ext cx="0" cy="1563624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71416" y="3323844"/>
            <a:ext cx="109728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71416" y="1760220"/>
            <a:ext cx="0" cy="1901952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71416" y="3662172"/>
            <a:ext cx="109728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71416" y="1760220"/>
            <a:ext cx="0" cy="224028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71416" y="4000500"/>
            <a:ext cx="109728" cy="0"/>
          </a:xfrm>
          <a:prstGeom prst="line">
            <a:avLst/>
          </a:prstGeom>
          <a:noFill/>
          <a:ln w="12700">
            <a:solidFill>
              <a:srgbClr val="9AA3B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43400" y="1504188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213330" y="213330"/>
                </a:moveTo>
                <a:lnTo>
                  <a:pt x="215707" y="213238"/>
                </a:lnTo>
                <a:lnTo>
                  <a:pt x="218084" y="212781"/>
                </a:lnTo>
                <a:lnTo>
                  <a:pt x="220370" y="212141"/>
                </a:lnTo>
                <a:lnTo>
                  <a:pt x="222656" y="211226"/>
                </a:lnTo>
                <a:lnTo>
                  <a:pt x="224668" y="210129"/>
                </a:lnTo>
                <a:lnTo>
                  <a:pt x="226680" y="208666"/>
                </a:lnTo>
                <a:lnTo>
                  <a:pt x="228417" y="207112"/>
                </a:lnTo>
                <a:lnTo>
                  <a:pt x="230063" y="205283"/>
                </a:lnTo>
                <a:lnTo>
                  <a:pt x="231435" y="203363"/>
                </a:lnTo>
                <a:lnTo>
                  <a:pt x="232623" y="201259"/>
                </a:lnTo>
                <a:lnTo>
                  <a:pt x="233538" y="199065"/>
                </a:lnTo>
                <a:lnTo>
                  <a:pt x="234178" y="196779"/>
                </a:lnTo>
                <a:lnTo>
                  <a:pt x="234544" y="194401"/>
                </a:lnTo>
                <a:lnTo>
                  <a:pt x="234726" y="192024"/>
                </a:lnTo>
                <a:lnTo>
                  <a:pt x="234726" y="85314"/>
                </a:lnTo>
                <a:lnTo>
                  <a:pt x="234544" y="82936"/>
                </a:lnTo>
                <a:lnTo>
                  <a:pt x="234178" y="80559"/>
                </a:lnTo>
                <a:lnTo>
                  <a:pt x="233538" y="78273"/>
                </a:lnTo>
                <a:lnTo>
                  <a:pt x="232623" y="76078"/>
                </a:lnTo>
                <a:lnTo>
                  <a:pt x="231435" y="73975"/>
                </a:lnTo>
                <a:lnTo>
                  <a:pt x="230063" y="72055"/>
                </a:lnTo>
                <a:lnTo>
                  <a:pt x="228417" y="70226"/>
                </a:lnTo>
                <a:lnTo>
                  <a:pt x="226680" y="68671"/>
                </a:lnTo>
                <a:lnTo>
                  <a:pt x="224668" y="67300"/>
                </a:lnTo>
                <a:lnTo>
                  <a:pt x="222656" y="66111"/>
                </a:lnTo>
                <a:lnTo>
                  <a:pt x="220370" y="65197"/>
                </a:lnTo>
                <a:lnTo>
                  <a:pt x="218084" y="64557"/>
                </a:lnTo>
                <a:lnTo>
                  <a:pt x="215707" y="64099"/>
                </a:lnTo>
                <a:lnTo>
                  <a:pt x="213330" y="64008"/>
                </a:lnTo>
                <a:lnTo>
                  <a:pt x="129113" y="64008"/>
                </a:lnTo>
                <a:lnTo>
                  <a:pt x="127559" y="64008"/>
                </a:lnTo>
                <a:lnTo>
                  <a:pt x="126004" y="63825"/>
                </a:lnTo>
                <a:lnTo>
                  <a:pt x="124541" y="63551"/>
                </a:lnTo>
                <a:lnTo>
                  <a:pt x="123078" y="63185"/>
                </a:lnTo>
                <a:lnTo>
                  <a:pt x="121615" y="62728"/>
                </a:lnTo>
                <a:lnTo>
                  <a:pt x="120244" y="62179"/>
                </a:lnTo>
                <a:lnTo>
                  <a:pt x="118872" y="61539"/>
                </a:lnTo>
                <a:lnTo>
                  <a:pt x="117500" y="60716"/>
                </a:lnTo>
                <a:lnTo>
                  <a:pt x="116312" y="59893"/>
                </a:lnTo>
                <a:lnTo>
                  <a:pt x="115032" y="58979"/>
                </a:lnTo>
                <a:lnTo>
                  <a:pt x="113934" y="57882"/>
                </a:lnTo>
                <a:lnTo>
                  <a:pt x="112928" y="56784"/>
                </a:lnTo>
                <a:lnTo>
                  <a:pt x="111923" y="55687"/>
                </a:lnTo>
                <a:lnTo>
                  <a:pt x="111100" y="54407"/>
                </a:lnTo>
                <a:lnTo>
                  <a:pt x="102413" y="41605"/>
                </a:lnTo>
                <a:lnTo>
                  <a:pt x="101498" y="40416"/>
                </a:lnTo>
                <a:lnTo>
                  <a:pt x="100584" y="39228"/>
                </a:lnTo>
                <a:lnTo>
                  <a:pt x="99578" y="38130"/>
                </a:lnTo>
                <a:lnTo>
                  <a:pt x="98481" y="37125"/>
                </a:lnTo>
                <a:lnTo>
                  <a:pt x="97292" y="36210"/>
                </a:lnTo>
                <a:lnTo>
                  <a:pt x="96012" y="35296"/>
                </a:lnTo>
                <a:lnTo>
                  <a:pt x="94732" y="34564"/>
                </a:lnTo>
                <a:lnTo>
                  <a:pt x="93360" y="33924"/>
                </a:lnTo>
                <a:lnTo>
                  <a:pt x="91989" y="33284"/>
                </a:lnTo>
                <a:lnTo>
                  <a:pt x="90526" y="32827"/>
                </a:lnTo>
                <a:lnTo>
                  <a:pt x="89063" y="32461"/>
                </a:lnTo>
                <a:lnTo>
                  <a:pt x="87600" y="32187"/>
                </a:lnTo>
                <a:lnTo>
                  <a:pt x="86136" y="32095"/>
                </a:lnTo>
                <a:lnTo>
                  <a:pt x="84582" y="32004"/>
                </a:lnTo>
                <a:lnTo>
                  <a:pt x="42702" y="32004"/>
                </a:lnTo>
                <a:lnTo>
                  <a:pt x="40325" y="32095"/>
                </a:lnTo>
                <a:lnTo>
                  <a:pt x="37948" y="32553"/>
                </a:lnTo>
                <a:lnTo>
                  <a:pt x="35662" y="33193"/>
                </a:lnTo>
                <a:lnTo>
                  <a:pt x="33376" y="34107"/>
                </a:lnTo>
                <a:lnTo>
                  <a:pt x="31364" y="35296"/>
                </a:lnTo>
                <a:lnTo>
                  <a:pt x="29352" y="36667"/>
                </a:lnTo>
                <a:lnTo>
                  <a:pt x="27615" y="38222"/>
                </a:lnTo>
                <a:lnTo>
                  <a:pt x="25969" y="40051"/>
                </a:lnTo>
                <a:lnTo>
                  <a:pt x="24597" y="41971"/>
                </a:lnTo>
                <a:lnTo>
                  <a:pt x="23409" y="44074"/>
                </a:lnTo>
                <a:lnTo>
                  <a:pt x="22494" y="46269"/>
                </a:lnTo>
                <a:lnTo>
                  <a:pt x="21854" y="48555"/>
                </a:lnTo>
                <a:lnTo>
                  <a:pt x="21488" y="50932"/>
                </a:lnTo>
                <a:lnTo>
                  <a:pt x="21306" y="53310"/>
                </a:lnTo>
                <a:lnTo>
                  <a:pt x="21306" y="192024"/>
                </a:lnTo>
                <a:lnTo>
                  <a:pt x="21488" y="194401"/>
                </a:lnTo>
                <a:lnTo>
                  <a:pt x="21854" y="196779"/>
                </a:lnTo>
                <a:lnTo>
                  <a:pt x="22494" y="199065"/>
                </a:lnTo>
                <a:lnTo>
                  <a:pt x="23409" y="201259"/>
                </a:lnTo>
                <a:lnTo>
                  <a:pt x="24597" y="203363"/>
                </a:lnTo>
                <a:lnTo>
                  <a:pt x="25969" y="205283"/>
                </a:lnTo>
                <a:lnTo>
                  <a:pt x="27615" y="207112"/>
                </a:lnTo>
                <a:lnTo>
                  <a:pt x="29352" y="208666"/>
                </a:lnTo>
                <a:lnTo>
                  <a:pt x="31364" y="210129"/>
                </a:lnTo>
                <a:lnTo>
                  <a:pt x="33376" y="211226"/>
                </a:lnTo>
                <a:lnTo>
                  <a:pt x="35662" y="212141"/>
                </a:lnTo>
                <a:lnTo>
                  <a:pt x="37948" y="212781"/>
                </a:lnTo>
                <a:lnTo>
                  <a:pt x="40325" y="213238"/>
                </a:lnTo>
                <a:lnTo>
                  <a:pt x="42702" y="213330"/>
                </a:lnTo>
                <a:lnTo>
                  <a:pt x="213330" y="213330"/>
                </a:lnTo>
                <a:close/>
              </a:path>
            </a:pathLst>
          </a:custGeom>
          <a:noFill/>
          <a:ln w="21336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90872" y="1463040"/>
            <a:ext cx="3995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&lt;project&gt;\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62856" y="1828800"/>
            <a:ext cx="4123944" cy="283464"/>
          </a:xfrm>
          <a:prstGeom prst="roundRect">
            <a:avLst>
              <a:gd name="adj" fmla="val 1612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17720" y="1842516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64008" y="234726"/>
                </a:moveTo>
                <a:lnTo>
                  <a:pt x="61631" y="234544"/>
                </a:lnTo>
                <a:lnTo>
                  <a:pt x="59253" y="234178"/>
                </a:lnTo>
                <a:lnTo>
                  <a:pt x="56967" y="233538"/>
                </a:lnTo>
                <a:lnTo>
                  <a:pt x="54773" y="232623"/>
                </a:lnTo>
                <a:lnTo>
                  <a:pt x="52669" y="231435"/>
                </a:lnTo>
                <a:lnTo>
                  <a:pt x="50749" y="230063"/>
                </a:lnTo>
                <a:lnTo>
                  <a:pt x="48920" y="228417"/>
                </a:lnTo>
                <a:lnTo>
                  <a:pt x="47366" y="226680"/>
                </a:lnTo>
                <a:lnTo>
                  <a:pt x="45903" y="224668"/>
                </a:lnTo>
                <a:lnTo>
                  <a:pt x="44806" y="222656"/>
                </a:lnTo>
                <a:lnTo>
                  <a:pt x="43891" y="220370"/>
                </a:lnTo>
                <a:lnTo>
                  <a:pt x="43251" y="218084"/>
                </a:lnTo>
                <a:lnTo>
                  <a:pt x="42794" y="215707"/>
                </a:lnTo>
                <a:lnTo>
                  <a:pt x="42702" y="213330"/>
                </a:lnTo>
                <a:lnTo>
                  <a:pt x="42702" y="42702"/>
                </a:lnTo>
                <a:lnTo>
                  <a:pt x="42794" y="40325"/>
                </a:lnTo>
                <a:lnTo>
                  <a:pt x="43251" y="37948"/>
                </a:lnTo>
                <a:lnTo>
                  <a:pt x="43891" y="35662"/>
                </a:lnTo>
                <a:lnTo>
                  <a:pt x="44806" y="33376"/>
                </a:lnTo>
                <a:lnTo>
                  <a:pt x="45903" y="31364"/>
                </a:lnTo>
                <a:lnTo>
                  <a:pt x="47366" y="29352"/>
                </a:lnTo>
                <a:lnTo>
                  <a:pt x="48920" y="27615"/>
                </a:lnTo>
                <a:lnTo>
                  <a:pt x="50749" y="25969"/>
                </a:lnTo>
                <a:lnTo>
                  <a:pt x="52669" y="24597"/>
                </a:lnTo>
                <a:lnTo>
                  <a:pt x="54773" y="23409"/>
                </a:lnTo>
                <a:lnTo>
                  <a:pt x="56967" y="22494"/>
                </a:lnTo>
                <a:lnTo>
                  <a:pt x="59253" y="21854"/>
                </a:lnTo>
                <a:lnTo>
                  <a:pt x="61631" y="21488"/>
                </a:lnTo>
                <a:lnTo>
                  <a:pt x="64008" y="21306"/>
                </a:lnTo>
                <a:lnTo>
                  <a:pt x="149322" y="21306"/>
                </a:lnTo>
                <a:lnTo>
                  <a:pt x="150785" y="21397"/>
                </a:lnTo>
                <a:lnTo>
                  <a:pt x="152248" y="21488"/>
                </a:lnTo>
                <a:lnTo>
                  <a:pt x="153619" y="21671"/>
                </a:lnTo>
                <a:lnTo>
                  <a:pt x="155082" y="21946"/>
                </a:lnTo>
                <a:lnTo>
                  <a:pt x="156454" y="22311"/>
                </a:lnTo>
                <a:lnTo>
                  <a:pt x="157825" y="22769"/>
                </a:lnTo>
                <a:lnTo>
                  <a:pt x="159197" y="23317"/>
                </a:lnTo>
                <a:lnTo>
                  <a:pt x="160477" y="23866"/>
                </a:lnTo>
                <a:lnTo>
                  <a:pt x="161757" y="24506"/>
                </a:lnTo>
                <a:lnTo>
                  <a:pt x="163038" y="25237"/>
                </a:lnTo>
                <a:lnTo>
                  <a:pt x="164226" y="26060"/>
                </a:lnTo>
                <a:lnTo>
                  <a:pt x="165415" y="26975"/>
                </a:lnTo>
                <a:lnTo>
                  <a:pt x="166512" y="27889"/>
                </a:lnTo>
                <a:lnTo>
                  <a:pt x="167518" y="28895"/>
                </a:lnTo>
                <a:lnTo>
                  <a:pt x="205831" y="67117"/>
                </a:lnTo>
                <a:lnTo>
                  <a:pt x="206837" y="68214"/>
                </a:lnTo>
                <a:lnTo>
                  <a:pt x="207752" y="69312"/>
                </a:lnTo>
                <a:lnTo>
                  <a:pt x="208575" y="70409"/>
                </a:lnTo>
                <a:lnTo>
                  <a:pt x="209398" y="71689"/>
                </a:lnTo>
                <a:lnTo>
                  <a:pt x="210129" y="72878"/>
                </a:lnTo>
                <a:lnTo>
                  <a:pt x="210769" y="74158"/>
                </a:lnTo>
                <a:lnTo>
                  <a:pt x="211409" y="75529"/>
                </a:lnTo>
                <a:lnTo>
                  <a:pt x="211958" y="76810"/>
                </a:lnTo>
                <a:lnTo>
                  <a:pt x="212324" y="78181"/>
                </a:lnTo>
                <a:lnTo>
                  <a:pt x="212689" y="79644"/>
                </a:lnTo>
                <a:lnTo>
                  <a:pt x="212964" y="81016"/>
                </a:lnTo>
                <a:lnTo>
                  <a:pt x="213238" y="82479"/>
                </a:lnTo>
                <a:lnTo>
                  <a:pt x="213330" y="83942"/>
                </a:lnTo>
                <a:lnTo>
                  <a:pt x="213330" y="85314"/>
                </a:lnTo>
                <a:lnTo>
                  <a:pt x="213330" y="213330"/>
                </a:lnTo>
                <a:lnTo>
                  <a:pt x="213238" y="215707"/>
                </a:lnTo>
                <a:lnTo>
                  <a:pt x="212781" y="218084"/>
                </a:lnTo>
                <a:lnTo>
                  <a:pt x="212141" y="220370"/>
                </a:lnTo>
                <a:lnTo>
                  <a:pt x="211226" y="222656"/>
                </a:lnTo>
                <a:lnTo>
                  <a:pt x="210129" y="224668"/>
                </a:lnTo>
                <a:lnTo>
                  <a:pt x="208666" y="226680"/>
                </a:lnTo>
                <a:lnTo>
                  <a:pt x="207112" y="228417"/>
                </a:lnTo>
                <a:lnTo>
                  <a:pt x="205283" y="230063"/>
                </a:lnTo>
                <a:lnTo>
                  <a:pt x="203363" y="231435"/>
                </a:lnTo>
                <a:lnTo>
                  <a:pt x="201259" y="232623"/>
                </a:lnTo>
                <a:lnTo>
                  <a:pt x="199065" y="233538"/>
                </a:lnTo>
                <a:lnTo>
                  <a:pt x="196779" y="234178"/>
                </a:lnTo>
                <a:lnTo>
                  <a:pt x="194401" y="234544"/>
                </a:lnTo>
                <a:lnTo>
                  <a:pt x="192024" y="234726"/>
                </a:lnTo>
                <a:lnTo>
                  <a:pt x="64008" y="234726"/>
                </a:lnTo>
                <a:close/>
                <a:moveTo>
                  <a:pt x="149322" y="21306"/>
                </a:moveTo>
                <a:lnTo>
                  <a:pt x="149322" y="74706"/>
                </a:lnTo>
                <a:lnTo>
                  <a:pt x="149413" y="75895"/>
                </a:lnTo>
                <a:lnTo>
                  <a:pt x="149596" y="77084"/>
                </a:lnTo>
                <a:lnTo>
                  <a:pt x="149962" y="78181"/>
                </a:lnTo>
                <a:lnTo>
                  <a:pt x="150419" y="79278"/>
                </a:lnTo>
                <a:lnTo>
                  <a:pt x="150967" y="80376"/>
                </a:lnTo>
                <a:lnTo>
                  <a:pt x="151699" y="81290"/>
                </a:lnTo>
                <a:lnTo>
                  <a:pt x="152522" y="82205"/>
                </a:lnTo>
                <a:lnTo>
                  <a:pt x="153345" y="83028"/>
                </a:lnTo>
                <a:lnTo>
                  <a:pt x="154351" y="83668"/>
                </a:lnTo>
                <a:lnTo>
                  <a:pt x="155357" y="84308"/>
                </a:lnTo>
                <a:lnTo>
                  <a:pt x="156454" y="84765"/>
                </a:lnTo>
                <a:lnTo>
                  <a:pt x="157643" y="85039"/>
                </a:lnTo>
                <a:lnTo>
                  <a:pt x="158831" y="85314"/>
                </a:lnTo>
                <a:lnTo>
                  <a:pt x="160020" y="85314"/>
                </a:lnTo>
                <a:lnTo>
                  <a:pt x="213330" y="85314"/>
                </a:lnTo>
                <a:moveTo>
                  <a:pt x="106710" y="96012"/>
                </a:moveTo>
                <a:lnTo>
                  <a:pt x="85314" y="96012"/>
                </a:lnTo>
                <a:moveTo>
                  <a:pt x="170718" y="138714"/>
                </a:moveTo>
                <a:lnTo>
                  <a:pt x="85314" y="138714"/>
                </a:lnTo>
                <a:moveTo>
                  <a:pt x="170718" y="181326"/>
                </a:moveTo>
                <a:lnTo>
                  <a:pt x="85314" y="181326"/>
                </a:lnTo>
              </a:path>
            </a:pathLst>
          </a:custGeom>
          <a:noFill/>
          <a:ln w="21336">
            <a:solidFill>
              <a:srgbClr val="0EA5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65192" y="1801368"/>
            <a:ext cx="2852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AGENTS.md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909560" y="1865376"/>
            <a:ext cx="777240" cy="210312"/>
          </a:xfrm>
          <a:prstGeom prst="roundRect">
            <a:avLst>
              <a:gd name="adj" fmla="val 2173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09560" y="1865376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562856" y="2167128"/>
            <a:ext cx="4123944" cy="283464"/>
          </a:xfrm>
          <a:prstGeom prst="roundRect">
            <a:avLst>
              <a:gd name="adj" fmla="val 1612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17720" y="2180844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64008" y="234726"/>
                </a:moveTo>
                <a:lnTo>
                  <a:pt x="61631" y="234544"/>
                </a:lnTo>
                <a:lnTo>
                  <a:pt x="59253" y="234178"/>
                </a:lnTo>
                <a:lnTo>
                  <a:pt x="56967" y="233538"/>
                </a:lnTo>
                <a:lnTo>
                  <a:pt x="54773" y="232623"/>
                </a:lnTo>
                <a:lnTo>
                  <a:pt x="52669" y="231435"/>
                </a:lnTo>
                <a:lnTo>
                  <a:pt x="50749" y="230063"/>
                </a:lnTo>
                <a:lnTo>
                  <a:pt x="48920" y="228417"/>
                </a:lnTo>
                <a:lnTo>
                  <a:pt x="47366" y="226680"/>
                </a:lnTo>
                <a:lnTo>
                  <a:pt x="45903" y="224668"/>
                </a:lnTo>
                <a:lnTo>
                  <a:pt x="44806" y="222656"/>
                </a:lnTo>
                <a:lnTo>
                  <a:pt x="43891" y="220370"/>
                </a:lnTo>
                <a:lnTo>
                  <a:pt x="43251" y="218084"/>
                </a:lnTo>
                <a:lnTo>
                  <a:pt x="42794" y="215707"/>
                </a:lnTo>
                <a:lnTo>
                  <a:pt x="42702" y="213330"/>
                </a:lnTo>
                <a:lnTo>
                  <a:pt x="42702" y="42702"/>
                </a:lnTo>
                <a:lnTo>
                  <a:pt x="42794" y="40325"/>
                </a:lnTo>
                <a:lnTo>
                  <a:pt x="43251" y="37948"/>
                </a:lnTo>
                <a:lnTo>
                  <a:pt x="43891" y="35662"/>
                </a:lnTo>
                <a:lnTo>
                  <a:pt x="44806" y="33376"/>
                </a:lnTo>
                <a:lnTo>
                  <a:pt x="45903" y="31364"/>
                </a:lnTo>
                <a:lnTo>
                  <a:pt x="47366" y="29352"/>
                </a:lnTo>
                <a:lnTo>
                  <a:pt x="48920" y="27615"/>
                </a:lnTo>
                <a:lnTo>
                  <a:pt x="50749" y="25969"/>
                </a:lnTo>
                <a:lnTo>
                  <a:pt x="52669" y="24597"/>
                </a:lnTo>
                <a:lnTo>
                  <a:pt x="54773" y="23409"/>
                </a:lnTo>
                <a:lnTo>
                  <a:pt x="56967" y="22494"/>
                </a:lnTo>
                <a:lnTo>
                  <a:pt x="59253" y="21854"/>
                </a:lnTo>
                <a:lnTo>
                  <a:pt x="61631" y="21488"/>
                </a:lnTo>
                <a:lnTo>
                  <a:pt x="64008" y="21306"/>
                </a:lnTo>
                <a:lnTo>
                  <a:pt x="149322" y="21306"/>
                </a:lnTo>
                <a:lnTo>
                  <a:pt x="150785" y="21397"/>
                </a:lnTo>
                <a:lnTo>
                  <a:pt x="152248" y="21488"/>
                </a:lnTo>
                <a:lnTo>
                  <a:pt x="153619" y="21671"/>
                </a:lnTo>
                <a:lnTo>
                  <a:pt x="155082" y="21946"/>
                </a:lnTo>
                <a:lnTo>
                  <a:pt x="156454" y="22311"/>
                </a:lnTo>
                <a:lnTo>
                  <a:pt x="157825" y="22769"/>
                </a:lnTo>
                <a:lnTo>
                  <a:pt x="159197" y="23317"/>
                </a:lnTo>
                <a:lnTo>
                  <a:pt x="160477" y="23866"/>
                </a:lnTo>
                <a:lnTo>
                  <a:pt x="161757" y="24506"/>
                </a:lnTo>
                <a:lnTo>
                  <a:pt x="163038" y="25237"/>
                </a:lnTo>
                <a:lnTo>
                  <a:pt x="164226" y="26060"/>
                </a:lnTo>
                <a:lnTo>
                  <a:pt x="165415" y="26975"/>
                </a:lnTo>
                <a:lnTo>
                  <a:pt x="166512" y="27889"/>
                </a:lnTo>
                <a:lnTo>
                  <a:pt x="167518" y="28895"/>
                </a:lnTo>
                <a:lnTo>
                  <a:pt x="205831" y="67117"/>
                </a:lnTo>
                <a:lnTo>
                  <a:pt x="206837" y="68214"/>
                </a:lnTo>
                <a:lnTo>
                  <a:pt x="207752" y="69312"/>
                </a:lnTo>
                <a:lnTo>
                  <a:pt x="208575" y="70409"/>
                </a:lnTo>
                <a:lnTo>
                  <a:pt x="209398" y="71689"/>
                </a:lnTo>
                <a:lnTo>
                  <a:pt x="210129" y="72878"/>
                </a:lnTo>
                <a:lnTo>
                  <a:pt x="210769" y="74158"/>
                </a:lnTo>
                <a:lnTo>
                  <a:pt x="211409" y="75529"/>
                </a:lnTo>
                <a:lnTo>
                  <a:pt x="211958" y="76810"/>
                </a:lnTo>
                <a:lnTo>
                  <a:pt x="212324" y="78181"/>
                </a:lnTo>
                <a:lnTo>
                  <a:pt x="212689" y="79644"/>
                </a:lnTo>
                <a:lnTo>
                  <a:pt x="212964" y="81016"/>
                </a:lnTo>
                <a:lnTo>
                  <a:pt x="213238" y="82479"/>
                </a:lnTo>
                <a:lnTo>
                  <a:pt x="213330" y="83942"/>
                </a:lnTo>
                <a:lnTo>
                  <a:pt x="213330" y="85314"/>
                </a:lnTo>
                <a:lnTo>
                  <a:pt x="213330" y="213330"/>
                </a:lnTo>
                <a:lnTo>
                  <a:pt x="213238" y="215707"/>
                </a:lnTo>
                <a:lnTo>
                  <a:pt x="212781" y="218084"/>
                </a:lnTo>
                <a:lnTo>
                  <a:pt x="212141" y="220370"/>
                </a:lnTo>
                <a:lnTo>
                  <a:pt x="211226" y="222656"/>
                </a:lnTo>
                <a:lnTo>
                  <a:pt x="210129" y="224668"/>
                </a:lnTo>
                <a:lnTo>
                  <a:pt x="208666" y="226680"/>
                </a:lnTo>
                <a:lnTo>
                  <a:pt x="207112" y="228417"/>
                </a:lnTo>
                <a:lnTo>
                  <a:pt x="205283" y="230063"/>
                </a:lnTo>
                <a:lnTo>
                  <a:pt x="203363" y="231435"/>
                </a:lnTo>
                <a:lnTo>
                  <a:pt x="201259" y="232623"/>
                </a:lnTo>
                <a:lnTo>
                  <a:pt x="199065" y="233538"/>
                </a:lnTo>
                <a:lnTo>
                  <a:pt x="196779" y="234178"/>
                </a:lnTo>
                <a:lnTo>
                  <a:pt x="194401" y="234544"/>
                </a:lnTo>
                <a:lnTo>
                  <a:pt x="192024" y="234726"/>
                </a:lnTo>
                <a:lnTo>
                  <a:pt x="64008" y="234726"/>
                </a:lnTo>
                <a:close/>
                <a:moveTo>
                  <a:pt x="149322" y="21306"/>
                </a:moveTo>
                <a:lnTo>
                  <a:pt x="149322" y="74706"/>
                </a:lnTo>
                <a:lnTo>
                  <a:pt x="149413" y="75895"/>
                </a:lnTo>
                <a:lnTo>
                  <a:pt x="149596" y="77084"/>
                </a:lnTo>
                <a:lnTo>
                  <a:pt x="149962" y="78181"/>
                </a:lnTo>
                <a:lnTo>
                  <a:pt x="150419" y="79278"/>
                </a:lnTo>
                <a:lnTo>
                  <a:pt x="150967" y="80376"/>
                </a:lnTo>
                <a:lnTo>
                  <a:pt x="151699" y="81290"/>
                </a:lnTo>
                <a:lnTo>
                  <a:pt x="152522" y="82205"/>
                </a:lnTo>
                <a:lnTo>
                  <a:pt x="153345" y="83028"/>
                </a:lnTo>
                <a:lnTo>
                  <a:pt x="154351" y="83668"/>
                </a:lnTo>
                <a:lnTo>
                  <a:pt x="155357" y="84308"/>
                </a:lnTo>
                <a:lnTo>
                  <a:pt x="156454" y="84765"/>
                </a:lnTo>
                <a:lnTo>
                  <a:pt x="157643" y="85039"/>
                </a:lnTo>
                <a:lnTo>
                  <a:pt x="158831" y="85314"/>
                </a:lnTo>
                <a:lnTo>
                  <a:pt x="160020" y="85314"/>
                </a:lnTo>
                <a:lnTo>
                  <a:pt x="213330" y="85314"/>
                </a:lnTo>
                <a:moveTo>
                  <a:pt x="106710" y="96012"/>
                </a:moveTo>
                <a:lnTo>
                  <a:pt x="85314" y="96012"/>
                </a:lnTo>
                <a:moveTo>
                  <a:pt x="170718" y="138714"/>
                </a:moveTo>
                <a:lnTo>
                  <a:pt x="85314" y="138714"/>
                </a:lnTo>
                <a:moveTo>
                  <a:pt x="170718" y="181326"/>
                </a:moveTo>
                <a:lnTo>
                  <a:pt x="85314" y="181326"/>
                </a:lnTo>
              </a:path>
            </a:pathLst>
          </a:custGeom>
          <a:noFill/>
          <a:ln w="21336">
            <a:solidFill>
              <a:srgbClr val="0EA5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65192" y="2139696"/>
            <a:ext cx="2852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CLAUDE.md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909560" y="2203704"/>
            <a:ext cx="777240" cy="210312"/>
          </a:xfrm>
          <a:prstGeom prst="roundRect">
            <a:avLst>
              <a:gd name="adj" fmla="val 2173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09560" y="2203704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617720" y="2519172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213330" y="213330"/>
                </a:moveTo>
                <a:lnTo>
                  <a:pt x="215707" y="213238"/>
                </a:lnTo>
                <a:lnTo>
                  <a:pt x="218084" y="212781"/>
                </a:lnTo>
                <a:lnTo>
                  <a:pt x="220370" y="212141"/>
                </a:lnTo>
                <a:lnTo>
                  <a:pt x="222656" y="211226"/>
                </a:lnTo>
                <a:lnTo>
                  <a:pt x="224668" y="210129"/>
                </a:lnTo>
                <a:lnTo>
                  <a:pt x="226680" y="208666"/>
                </a:lnTo>
                <a:lnTo>
                  <a:pt x="228417" y="207112"/>
                </a:lnTo>
                <a:lnTo>
                  <a:pt x="230063" y="205283"/>
                </a:lnTo>
                <a:lnTo>
                  <a:pt x="231435" y="203363"/>
                </a:lnTo>
                <a:lnTo>
                  <a:pt x="232623" y="201259"/>
                </a:lnTo>
                <a:lnTo>
                  <a:pt x="233538" y="199065"/>
                </a:lnTo>
                <a:lnTo>
                  <a:pt x="234178" y="196779"/>
                </a:lnTo>
                <a:lnTo>
                  <a:pt x="234544" y="194401"/>
                </a:lnTo>
                <a:lnTo>
                  <a:pt x="234726" y="192024"/>
                </a:lnTo>
                <a:lnTo>
                  <a:pt x="234726" y="85314"/>
                </a:lnTo>
                <a:lnTo>
                  <a:pt x="234544" y="82936"/>
                </a:lnTo>
                <a:lnTo>
                  <a:pt x="234178" y="80559"/>
                </a:lnTo>
                <a:lnTo>
                  <a:pt x="233538" y="78273"/>
                </a:lnTo>
                <a:lnTo>
                  <a:pt x="232623" y="76078"/>
                </a:lnTo>
                <a:lnTo>
                  <a:pt x="231435" y="73975"/>
                </a:lnTo>
                <a:lnTo>
                  <a:pt x="230063" y="72055"/>
                </a:lnTo>
                <a:lnTo>
                  <a:pt x="228417" y="70226"/>
                </a:lnTo>
                <a:lnTo>
                  <a:pt x="226680" y="68671"/>
                </a:lnTo>
                <a:lnTo>
                  <a:pt x="224668" y="67300"/>
                </a:lnTo>
                <a:lnTo>
                  <a:pt x="222656" y="66111"/>
                </a:lnTo>
                <a:lnTo>
                  <a:pt x="220370" y="65197"/>
                </a:lnTo>
                <a:lnTo>
                  <a:pt x="218084" y="64557"/>
                </a:lnTo>
                <a:lnTo>
                  <a:pt x="215707" y="64099"/>
                </a:lnTo>
                <a:lnTo>
                  <a:pt x="213330" y="64008"/>
                </a:lnTo>
                <a:lnTo>
                  <a:pt x="129113" y="64008"/>
                </a:lnTo>
                <a:lnTo>
                  <a:pt x="127559" y="64008"/>
                </a:lnTo>
                <a:lnTo>
                  <a:pt x="126004" y="63825"/>
                </a:lnTo>
                <a:lnTo>
                  <a:pt x="124541" y="63551"/>
                </a:lnTo>
                <a:lnTo>
                  <a:pt x="123078" y="63185"/>
                </a:lnTo>
                <a:lnTo>
                  <a:pt x="121615" y="62728"/>
                </a:lnTo>
                <a:lnTo>
                  <a:pt x="120244" y="62179"/>
                </a:lnTo>
                <a:lnTo>
                  <a:pt x="118872" y="61539"/>
                </a:lnTo>
                <a:lnTo>
                  <a:pt x="117500" y="60716"/>
                </a:lnTo>
                <a:lnTo>
                  <a:pt x="116312" y="59893"/>
                </a:lnTo>
                <a:lnTo>
                  <a:pt x="115032" y="58979"/>
                </a:lnTo>
                <a:lnTo>
                  <a:pt x="113934" y="57882"/>
                </a:lnTo>
                <a:lnTo>
                  <a:pt x="112928" y="56784"/>
                </a:lnTo>
                <a:lnTo>
                  <a:pt x="111923" y="55687"/>
                </a:lnTo>
                <a:lnTo>
                  <a:pt x="111100" y="54407"/>
                </a:lnTo>
                <a:lnTo>
                  <a:pt x="102413" y="41605"/>
                </a:lnTo>
                <a:lnTo>
                  <a:pt x="101498" y="40416"/>
                </a:lnTo>
                <a:lnTo>
                  <a:pt x="100584" y="39228"/>
                </a:lnTo>
                <a:lnTo>
                  <a:pt x="99578" y="38130"/>
                </a:lnTo>
                <a:lnTo>
                  <a:pt x="98481" y="37125"/>
                </a:lnTo>
                <a:lnTo>
                  <a:pt x="97292" y="36210"/>
                </a:lnTo>
                <a:lnTo>
                  <a:pt x="96012" y="35296"/>
                </a:lnTo>
                <a:lnTo>
                  <a:pt x="94732" y="34564"/>
                </a:lnTo>
                <a:lnTo>
                  <a:pt x="93360" y="33924"/>
                </a:lnTo>
                <a:lnTo>
                  <a:pt x="91989" y="33284"/>
                </a:lnTo>
                <a:lnTo>
                  <a:pt x="90526" y="32827"/>
                </a:lnTo>
                <a:lnTo>
                  <a:pt x="89063" y="32461"/>
                </a:lnTo>
                <a:lnTo>
                  <a:pt x="87600" y="32187"/>
                </a:lnTo>
                <a:lnTo>
                  <a:pt x="86136" y="32095"/>
                </a:lnTo>
                <a:lnTo>
                  <a:pt x="84582" y="32004"/>
                </a:lnTo>
                <a:lnTo>
                  <a:pt x="42702" y="32004"/>
                </a:lnTo>
                <a:lnTo>
                  <a:pt x="40325" y="32095"/>
                </a:lnTo>
                <a:lnTo>
                  <a:pt x="37948" y="32553"/>
                </a:lnTo>
                <a:lnTo>
                  <a:pt x="35662" y="33193"/>
                </a:lnTo>
                <a:lnTo>
                  <a:pt x="33376" y="34107"/>
                </a:lnTo>
                <a:lnTo>
                  <a:pt x="31364" y="35296"/>
                </a:lnTo>
                <a:lnTo>
                  <a:pt x="29352" y="36667"/>
                </a:lnTo>
                <a:lnTo>
                  <a:pt x="27615" y="38222"/>
                </a:lnTo>
                <a:lnTo>
                  <a:pt x="25969" y="40051"/>
                </a:lnTo>
                <a:lnTo>
                  <a:pt x="24597" y="41971"/>
                </a:lnTo>
                <a:lnTo>
                  <a:pt x="23409" y="44074"/>
                </a:lnTo>
                <a:lnTo>
                  <a:pt x="22494" y="46269"/>
                </a:lnTo>
                <a:lnTo>
                  <a:pt x="21854" y="48555"/>
                </a:lnTo>
                <a:lnTo>
                  <a:pt x="21488" y="50932"/>
                </a:lnTo>
                <a:lnTo>
                  <a:pt x="21306" y="53310"/>
                </a:lnTo>
                <a:lnTo>
                  <a:pt x="21306" y="192024"/>
                </a:lnTo>
                <a:lnTo>
                  <a:pt x="21488" y="194401"/>
                </a:lnTo>
                <a:lnTo>
                  <a:pt x="21854" y="196779"/>
                </a:lnTo>
                <a:lnTo>
                  <a:pt x="22494" y="199065"/>
                </a:lnTo>
                <a:lnTo>
                  <a:pt x="23409" y="201259"/>
                </a:lnTo>
                <a:lnTo>
                  <a:pt x="24597" y="203363"/>
                </a:lnTo>
                <a:lnTo>
                  <a:pt x="25969" y="205283"/>
                </a:lnTo>
                <a:lnTo>
                  <a:pt x="27615" y="207112"/>
                </a:lnTo>
                <a:lnTo>
                  <a:pt x="29352" y="208666"/>
                </a:lnTo>
                <a:lnTo>
                  <a:pt x="31364" y="210129"/>
                </a:lnTo>
                <a:lnTo>
                  <a:pt x="33376" y="211226"/>
                </a:lnTo>
                <a:lnTo>
                  <a:pt x="35662" y="212141"/>
                </a:lnTo>
                <a:lnTo>
                  <a:pt x="37948" y="212781"/>
                </a:lnTo>
                <a:lnTo>
                  <a:pt x="40325" y="213238"/>
                </a:lnTo>
                <a:lnTo>
                  <a:pt x="42702" y="213330"/>
                </a:lnTo>
                <a:lnTo>
                  <a:pt x="213330" y="213330"/>
                </a:lnTo>
                <a:close/>
              </a:path>
            </a:pathLst>
          </a:custGeom>
          <a:noFill/>
          <a:ln w="21336">
            <a:solidFill>
              <a:srgbClr val="3B82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65192" y="2478024"/>
            <a:ext cx="3721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scripts\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837176" y="2843784"/>
            <a:ext cx="3849624" cy="283464"/>
          </a:xfrm>
          <a:prstGeom prst="roundRect">
            <a:avLst>
              <a:gd name="adj" fmla="val 1612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92040" y="2857500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64008" y="234726"/>
                </a:moveTo>
                <a:lnTo>
                  <a:pt x="61631" y="234544"/>
                </a:lnTo>
                <a:lnTo>
                  <a:pt x="59253" y="234178"/>
                </a:lnTo>
                <a:lnTo>
                  <a:pt x="56967" y="233538"/>
                </a:lnTo>
                <a:lnTo>
                  <a:pt x="54773" y="232623"/>
                </a:lnTo>
                <a:lnTo>
                  <a:pt x="52669" y="231435"/>
                </a:lnTo>
                <a:lnTo>
                  <a:pt x="50749" y="230063"/>
                </a:lnTo>
                <a:lnTo>
                  <a:pt x="48920" y="228417"/>
                </a:lnTo>
                <a:lnTo>
                  <a:pt x="47366" y="226680"/>
                </a:lnTo>
                <a:lnTo>
                  <a:pt x="45903" y="224668"/>
                </a:lnTo>
                <a:lnTo>
                  <a:pt x="44806" y="222656"/>
                </a:lnTo>
                <a:lnTo>
                  <a:pt x="43891" y="220370"/>
                </a:lnTo>
                <a:lnTo>
                  <a:pt x="43251" y="218084"/>
                </a:lnTo>
                <a:lnTo>
                  <a:pt x="42794" y="215707"/>
                </a:lnTo>
                <a:lnTo>
                  <a:pt x="42702" y="213330"/>
                </a:lnTo>
                <a:lnTo>
                  <a:pt x="42702" y="42702"/>
                </a:lnTo>
                <a:lnTo>
                  <a:pt x="42794" y="40325"/>
                </a:lnTo>
                <a:lnTo>
                  <a:pt x="43251" y="37948"/>
                </a:lnTo>
                <a:lnTo>
                  <a:pt x="43891" y="35662"/>
                </a:lnTo>
                <a:lnTo>
                  <a:pt x="44806" y="33376"/>
                </a:lnTo>
                <a:lnTo>
                  <a:pt x="45903" y="31364"/>
                </a:lnTo>
                <a:lnTo>
                  <a:pt x="47366" y="29352"/>
                </a:lnTo>
                <a:lnTo>
                  <a:pt x="48920" y="27615"/>
                </a:lnTo>
                <a:lnTo>
                  <a:pt x="50749" y="25969"/>
                </a:lnTo>
                <a:lnTo>
                  <a:pt x="52669" y="24597"/>
                </a:lnTo>
                <a:lnTo>
                  <a:pt x="54773" y="23409"/>
                </a:lnTo>
                <a:lnTo>
                  <a:pt x="56967" y="22494"/>
                </a:lnTo>
                <a:lnTo>
                  <a:pt x="59253" y="21854"/>
                </a:lnTo>
                <a:lnTo>
                  <a:pt x="61631" y="21488"/>
                </a:lnTo>
                <a:lnTo>
                  <a:pt x="64008" y="21306"/>
                </a:lnTo>
                <a:lnTo>
                  <a:pt x="149322" y="21306"/>
                </a:lnTo>
                <a:lnTo>
                  <a:pt x="150785" y="21397"/>
                </a:lnTo>
                <a:lnTo>
                  <a:pt x="152248" y="21488"/>
                </a:lnTo>
                <a:lnTo>
                  <a:pt x="153619" y="21671"/>
                </a:lnTo>
                <a:lnTo>
                  <a:pt x="155082" y="21946"/>
                </a:lnTo>
                <a:lnTo>
                  <a:pt x="156454" y="22311"/>
                </a:lnTo>
                <a:lnTo>
                  <a:pt x="157825" y="22769"/>
                </a:lnTo>
                <a:lnTo>
                  <a:pt x="159197" y="23317"/>
                </a:lnTo>
                <a:lnTo>
                  <a:pt x="160477" y="23866"/>
                </a:lnTo>
                <a:lnTo>
                  <a:pt x="161757" y="24506"/>
                </a:lnTo>
                <a:lnTo>
                  <a:pt x="163038" y="25237"/>
                </a:lnTo>
                <a:lnTo>
                  <a:pt x="164226" y="26060"/>
                </a:lnTo>
                <a:lnTo>
                  <a:pt x="165415" y="26975"/>
                </a:lnTo>
                <a:lnTo>
                  <a:pt x="166512" y="27889"/>
                </a:lnTo>
                <a:lnTo>
                  <a:pt x="167518" y="28895"/>
                </a:lnTo>
                <a:lnTo>
                  <a:pt x="205831" y="67117"/>
                </a:lnTo>
                <a:lnTo>
                  <a:pt x="206837" y="68214"/>
                </a:lnTo>
                <a:lnTo>
                  <a:pt x="207752" y="69312"/>
                </a:lnTo>
                <a:lnTo>
                  <a:pt x="208575" y="70409"/>
                </a:lnTo>
                <a:lnTo>
                  <a:pt x="209398" y="71689"/>
                </a:lnTo>
                <a:lnTo>
                  <a:pt x="210129" y="72878"/>
                </a:lnTo>
                <a:lnTo>
                  <a:pt x="210769" y="74158"/>
                </a:lnTo>
                <a:lnTo>
                  <a:pt x="211409" y="75529"/>
                </a:lnTo>
                <a:lnTo>
                  <a:pt x="211958" y="76810"/>
                </a:lnTo>
                <a:lnTo>
                  <a:pt x="212324" y="78181"/>
                </a:lnTo>
                <a:lnTo>
                  <a:pt x="212689" y="79644"/>
                </a:lnTo>
                <a:lnTo>
                  <a:pt x="212964" y="81016"/>
                </a:lnTo>
                <a:lnTo>
                  <a:pt x="213238" y="82479"/>
                </a:lnTo>
                <a:lnTo>
                  <a:pt x="213330" y="83942"/>
                </a:lnTo>
                <a:lnTo>
                  <a:pt x="213330" y="85314"/>
                </a:lnTo>
                <a:lnTo>
                  <a:pt x="213330" y="213330"/>
                </a:lnTo>
                <a:lnTo>
                  <a:pt x="213238" y="215707"/>
                </a:lnTo>
                <a:lnTo>
                  <a:pt x="212781" y="218084"/>
                </a:lnTo>
                <a:lnTo>
                  <a:pt x="212141" y="220370"/>
                </a:lnTo>
                <a:lnTo>
                  <a:pt x="211226" y="222656"/>
                </a:lnTo>
                <a:lnTo>
                  <a:pt x="210129" y="224668"/>
                </a:lnTo>
                <a:lnTo>
                  <a:pt x="208666" y="226680"/>
                </a:lnTo>
                <a:lnTo>
                  <a:pt x="207112" y="228417"/>
                </a:lnTo>
                <a:lnTo>
                  <a:pt x="205283" y="230063"/>
                </a:lnTo>
                <a:lnTo>
                  <a:pt x="203363" y="231435"/>
                </a:lnTo>
                <a:lnTo>
                  <a:pt x="201259" y="232623"/>
                </a:lnTo>
                <a:lnTo>
                  <a:pt x="199065" y="233538"/>
                </a:lnTo>
                <a:lnTo>
                  <a:pt x="196779" y="234178"/>
                </a:lnTo>
                <a:lnTo>
                  <a:pt x="194401" y="234544"/>
                </a:lnTo>
                <a:lnTo>
                  <a:pt x="192024" y="234726"/>
                </a:lnTo>
                <a:lnTo>
                  <a:pt x="64008" y="234726"/>
                </a:lnTo>
                <a:close/>
                <a:moveTo>
                  <a:pt x="149322" y="21306"/>
                </a:moveTo>
                <a:lnTo>
                  <a:pt x="149322" y="74706"/>
                </a:lnTo>
                <a:lnTo>
                  <a:pt x="149413" y="75895"/>
                </a:lnTo>
                <a:lnTo>
                  <a:pt x="149596" y="77084"/>
                </a:lnTo>
                <a:lnTo>
                  <a:pt x="149962" y="78181"/>
                </a:lnTo>
                <a:lnTo>
                  <a:pt x="150419" y="79278"/>
                </a:lnTo>
                <a:lnTo>
                  <a:pt x="150967" y="80376"/>
                </a:lnTo>
                <a:lnTo>
                  <a:pt x="151699" y="81290"/>
                </a:lnTo>
                <a:lnTo>
                  <a:pt x="152522" y="82205"/>
                </a:lnTo>
                <a:lnTo>
                  <a:pt x="153345" y="83028"/>
                </a:lnTo>
                <a:lnTo>
                  <a:pt x="154351" y="83668"/>
                </a:lnTo>
                <a:lnTo>
                  <a:pt x="155357" y="84308"/>
                </a:lnTo>
                <a:lnTo>
                  <a:pt x="156454" y="84765"/>
                </a:lnTo>
                <a:lnTo>
                  <a:pt x="157643" y="85039"/>
                </a:lnTo>
                <a:lnTo>
                  <a:pt x="158831" y="85314"/>
                </a:lnTo>
                <a:lnTo>
                  <a:pt x="160020" y="85314"/>
                </a:lnTo>
                <a:lnTo>
                  <a:pt x="213330" y="85314"/>
                </a:lnTo>
                <a:moveTo>
                  <a:pt x="106710" y="96012"/>
                </a:moveTo>
                <a:lnTo>
                  <a:pt x="85314" y="96012"/>
                </a:lnTo>
                <a:moveTo>
                  <a:pt x="170718" y="138714"/>
                </a:moveTo>
                <a:lnTo>
                  <a:pt x="85314" y="138714"/>
                </a:lnTo>
                <a:moveTo>
                  <a:pt x="170718" y="181326"/>
                </a:moveTo>
                <a:lnTo>
                  <a:pt x="85314" y="181326"/>
                </a:lnTo>
              </a:path>
            </a:pathLst>
          </a:custGeom>
          <a:noFill/>
          <a:ln w="21336">
            <a:solidFill>
              <a:srgbClr val="0EA5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39512" y="2816352"/>
            <a:ext cx="2578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gen-image.ps1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909560" y="2880360"/>
            <a:ext cx="777240" cy="210312"/>
          </a:xfrm>
          <a:prstGeom prst="roundRect">
            <a:avLst>
              <a:gd name="adj" fmla="val 2173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09560" y="2880360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4562856" y="3182112"/>
            <a:ext cx="4123944" cy="283464"/>
          </a:xfrm>
          <a:prstGeom prst="roundRect">
            <a:avLst>
              <a:gd name="adj" fmla="val 1612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17720" y="3195828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64008" y="234726"/>
                </a:moveTo>
                <a:lnTo>
                  <a:pt x="61631" y="234544"/>
                </a:lnTo>
                <a:lnTo>
                  <a:pt x="59253" y="234178"/>
                </a:lnTo>
                <a:lnTo>
                  <a:pt x="56967" y="233538"/>
                </a:lnTo>
                <a:lnTo>
                  <a:pt x="54773" y="232623"/>
                </a:lnTo>
                <a:lnTo>
                  <a:pt x="52669" y="231435"/>
                </a:lnTo>
                <a:lnTo>
                  <a:pt x="50749" y="230063"/>
                </a:lnTo>
                <a:lnTo>
                  <a:pt x="48920" y="228417"/>
                </a:lnTo>
                <a:lnTo>
                  <a:pt x="47366" y="226680"/>
                </a:lnTo>
                <a:lnTo>
                  <a:pt x="45903" y="224668"/>
                </a:lnTo>
                <a:lnTo>
                  <a:pt x="44806" y="222656"/>
                </a:lnTo>
                <a:lnTo>
                  <a:pt x="43891" y="220370"/>
                </a:lnTo>
                <a:lnTo>
                  <a:pt x="43251" y="218084"/>
                </a:lnTo>
                <a:lnTo>
                  <a:pt x="42794" y="215707"/>
                </a:lnTo>
                <a:lnTo>
                  <a:pt x="42702" y="213330"/>
                </a:lnTo>
                <a:lnTo>
                  <a:pt x="42702" y="42702"/>
                </a:lnTo>
                <a:lnTo>
                  <a:pt x="42794" y="40325"/>
                </a:lnTo>
                <a:lnTo>
                  <a:pt x="43251" y="37948"/>
                </a:lnTo>
                <a:lnTo>
                  <a:pt x="43891" y="35662"/>
                </a:lnTo>
                <a:lnTo>
                  <a:pt x="44806" y="33376"/>
                </a:lnTo>
                <a:lnTo>
                  <a:pt x="45903" y="31364"/>
                </a:lnTo>
                <a:lnTo>
                  <a:pt x="47366" y="29352"/>
                </a:lnTo>
                <a:lnTo>
                  <a:pt x="48920" y="27615"/>
                </a:lnTo>
                <a:lnTo>
                  <a:pt x="50749" y="25969"/>
                </a:lnTo>
                <a:lnTo>
                  <a:pt x="52669" y="24597"/>
                </a:lnTo>
                <a:lnTo>
                  <a:pt x="54773" y="23409"/>
                </a:lnTo>
                <a:lnTo>
                  <a:pt x="56967" y="22494"/>
                </a:lnTo>
                <a:lnTo>
                  <a:pt x="59253" y="21854"/>
                </a:lnTo>
                <a:lnTo>
                  <a:pt x="61631" y="21488"/>
                </a:lnTo>
                <a:lnTo>
                  <a:pt x="64008" y="21306"/>
                </a:lnTo>
                <a:lnTo>
                  <a:pt x="149322" y="21306"/>
                </a:lnTo>
                <a:lnTo>
                  <a:pt x="150785" y="21397"/>
                </a:lnTo>
                <a:lnTo>
                  <a:pt x="152248" y="21488"/>
                </a:lnTo>
                <a:lnTo>
                  <a:pt x="153619" y="21671"/>
                </a:lnTo>
                <a:lnTo>
                  <a:pt x="155082" y="21946"/>
                </a:lnTo>
                <a:lnTo>
                  <a:pt x="156454" y="22311"/>
                </a:lnTo>
                <a:lnTo>
                  <a:pt x="157825" y="22769"/>
                </a:lnTo>
                <a:lnTo>
                  <a:pt x="159197" y="23317"/>
                </a:lnTo>
                <a:lnTo>
                  <a:pt x="160477" y="23866"/>
                </a:lnTo>
                <a:lnTo>
                  <a:pt x="161757" y="24506"/>
                </a:lnTo>
                <a:lnTo>
                  <a:pt x="163038" y="25237"/>
                </a:lnTo>
                <a:lnTo>
                  <a:pt x="164226" y="26060"/>
                </a:lnTo>
                <a:lnTo>
                  <a:pt x="165415" y="26975"/>
                </a:lnTo>
                <a:lnTo>
                  <a:pt x="166512" y="27889"/>
                </a:lnTo>
                <a:lnTo>
                  <a:pt x="167518" y="28895"/>
                </a:lnTo>
                <a:lnTo>
                  <a:pt x="205831" y="67117"/>
                </a:lnTo>
                <a:lnTo>
                  <a:pt x="206837" y="68214"/>
                </a:lnTo>
                <a:lnTo>
                  <a:pt x="207752" y="69312"/>
                </a:lnTo>
                <a:lnTo>
                  <a:pt x="208575" y="70409"/>
                </a:lnTo>
                <a:lnTo>
                  <a:pt x="209398" y="71689"/>
                </a:lnTo>
                <a:lnTo>
                  <a:pt x="210129" y="72878"/>
                </a:lnTo>
                <a:lnTo>
                  <a:pt x="210769" y="74158"/>
                </a:lnTo>
                <a:lnTo>
                  <a:pt x="211409" y="75529"/>
                </a:lnTo>
                <a:lnTo>
                  <a:pt x="211958" y="76810"/>
                </a:lnTo>
                <a:lnTo>
                  <a:pt x="212324" y="78181"/>
                </a:lnTo>
                <a:lnTo>
                  <a:pt x="212689" y="79644"/>
                </a:lnTo>
                <a:lnTo>
                  <a:pt x="212964" y="81016"/>
                </a:lnTo>
                <a:lnTo>
                  <a:pt x="213238" y="82479"/>
                </a:lnTo>
                <a:lnTo>
                  <a:pt x="213330" y="83942"/>
                </a:lnTo>
                <a:lnTo>
                  <a:pt x="213330" y="85314"/>
                </a:lnTo>
                <a:lnTo>
                  <a:pt x="213330" y="213330"/>
                </a:lnTo>
                <a:lnTo>
                  <a:pt x="213238" y="215707"/>
                </a:lnTo>
                <a:lnTo>
                  <a:pt x="212781" y="218084"/>
                </a:lnTo>
                <a:lnTo>
                  <a:pt x="212141" y="220370"/>
                </a:lnTo>
                <a:lnTo>
                  <a:pt x="211226" y="222656"/>
                </a:lnTo>
                <a:lnTo>
                  <a:pt x="210129" y="224668"/>
                </a:lnTo>
                <a:lnTo>
                  <a:pt x="208666" y="226680"/>
                </a:lnTo>
                <a:lnTo>
                  <a:pt x="207112" y="228417"/>
                </a:lnTo>
                <a:lnTo>
                  <a:pt x="205283" y="230063"/>
                </a:lnTo>
                <a:lnTo>
                  <a:pt x="203363" y="231435"/>
                </a:lnTo>
                <a:lnTo>
                  <a:pt x="201259" y="232623"/>
                </a:lnTo>
                <a:lnTo>
                  <a:pt x="199065" y="233538"/>
                </a:lnTo>
                <a:lnTo>
                  <a:pt x="196779" y="234178"/>
                </a:lnTo>
                <a:lnTo>
                  <a:pt x="194401" y="234544"/>
                </a:lnTo>
                <a:lnTo>
                  <a:pt x="192024" y="234726"/>
                </a:lnTo>
                <a:lnTo>
                  <a:pt x="64008" y="234726"/>
                </a:lnTo>
                <a:close/>
                <a:moveTo>
                  <a:pt x="149322" y="21306"/>
                </a:moveTo>
                <a:lnTo>
                  <a:pt x="149322" y="74706"/>
                </a:lnTo>
                <a:lnTo>
                  <a:pt x="149413" y="75895"/>
                </a:lnTo>
                <a:lnTo>
                  <a:pt x="149596" y="77084"/>
                </a:lnTo>
                <a:lnTo>
                  <a:pt x="149962" y="78181"/>
                </a:lnTo>
                <a:lnTo>
                  <a:pt x="150419" y="79278"/>
                </a:lnTo>
                <a:lnTo>
                  <a:pt x="150967" y="80376"/>
                </a:lnTo>
                <a:lnTo>
                  <a:pt x="151699" y="81290"/>
                </a:lnTo>
                <a:lnTo>
                  <a:pt x="152522" y="82205"/>
                </a:lnTo>
                <a:lnTo>
                  <a:pt x="153345" y="83028"/>
                </a:lnTo>
                <a:lnTo>
                  <a:pt x="154351" y="83668"/>
                </a:lnTo>
                <a:lnTo>
                  <a:pt x="155357" y="84308"/>
                </a:lnTo>
                <a:lnTo>
                  <a:pt x="156454" y="84765"/>
                </a:lnTo>
                <a:lnTo>
                  <a:pt x="157643" y="85039"/>
                </a:lnTo>
                <a:lnTo>
                  <a:pt x="158831" y="85314"/>
                </a:lnTo>
                <a:lnTo>
                  <a:pt x="160020" y="85314"/>
                </a:lnTo>
                <a:lnTo>
                  <a:pt x="213330" y="85314"/>
                </a:lnTo>
                <a:moveTo>
                  <a:pt x="106710" y="96012"/>
                </a:moveTo>
                <a:lnTo>
                  <a:pt x="85314" y="96012"/>
                </a:lnTo>
                <a:moveTo>
                  <a:pt x="170718" y="138714"/>
                </a:moveTo>
                <a:lnTo>
                  <a:pt x="85314" y="138714"/>
                </a:lnTo>
                <a:moveTo>
                  <a:pt x="170718" y="181326"/>
                </a:moveTo>
                <a:lnTo>
                  <a:pt x="85314" y="181326"/>
                </a:lnTo>
              </a:path>
            </a:pathLst>
          </a:custGeom>
          <a:noFill/>
          <a:ln w="21336">
            <a:solidFill>
              <a:srgbClr val="1218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65192" y="3154680"/>
            <a:ext cx="2852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computer_use_loop.py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909560" y="3218688"/>
            <a:ext cx="777240" cy="210312"/>
          </a:xfrm>
          <a:prstGeom prst="roundRect">
            <a:avLst>
              <a:gd name="adj" fmla="val 21739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09560" y="3218688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4562856" y="3520440"/>
            <a:ext cx="4123944" cy="283464"/>
          </a:xfrm>
          <a:prstGeom prst="roundRect">
            <a:avLst>
              <a:gd name="adj" fmla="val 1612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17720" y="3534156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213330" y="213330"/>
                </a:moveTo>
                <a:lnTo>
                  <a:pt x="215707" y="213238"/>
                </a:lnTo>
                <a:lnTo>
                  <a:pt x="218084" y="212781"/>
                </a:lnTo>
                <a:lnTo>
                  <a:pt x="220370" y="212141"/>
                </a:lnTo>
                <a:lnTo>
                  <a:pt x="222656" y="211226"/>
                </a:lnTo>
                <a:lnTo>
                  <a:pt x="224668" y="210129"/>
                </a:lnTo>
                <a:lnTo>
                  <a:pt x="226680" y="208666"/>
                </a:lnTo>
                <a:lnTo>
                  <a:pt x="228417" y="207112"/>
                </a:lnTo>
                <a:lnTo>
                  <a:pt x="230063" y="205283"/>
                </a:lnTo>
                <a:lnTo>
                  <a:pt x="231435" y="203363"/>
                </a:lnTo>
                <a:lnTo>
                  <a:pt x="232623" y="201259"/>
                </a:lnTo>
                <a:lnTo>
                  <a:pt x="233538" y="199065"/>
                </a:lnTo>
                <a:lnTo>
                  <a:pt x="234178" y="196779"/>
                </a:lnTo>
                <a:lnTo>
                  <a:pt x="234544" y="194401"/>
                </a:lnTo>
                <a:lnTo>
                  <a:pt x="234726" y="192024"/>
                </a:lnTo>
                <a:lnTo>
                  <a:pt x="234726" y="85314"/>
                </a:lnTo>
                <a:lnTo>
                  <a:pt x="234544" y="82936"/>
                </a:lnTo>
                <a:lnTo>
                  <a:pt x="234178" y="80559"/>
                </a:lnTo>
                <a:lnTo>
                  <a:pt x="233538" y="78273"/>
                </a:lnTo>
                <a:lnTo>
                  <a:pt x="232623" y="76078"/>
                </a:lnTo>
                <a:lnTo>
                  <a:pt x="231435" y="73975"/>
                </a:lnTo>
                <a:lnTo>
                  <a:pt x="230063" y="72055"/>
                </a:lnTo>
                <a:lnTo>
                  <a:pt x="228417" y="70226"/>
                </a:lnTo>
                <a:lnTo>
                  <a:pt x="226680" y="68671"/>
                </a:lnTo>
                <a:lnTo>
                  <a:pt x="224668" y="67300"/>
                </a:lnTo>
                <a:lnTo>
                  <a:pt x="222656" y="66111"/>
                </a:lnTo>
                <a:lnTo>
                  <a:pt x="220370" y="65197"/>
                </a:lnTo>
                <a:lnTo>
                  <a:pt x="218084" y="64557"/>
                </a:lnTo>
                <a:lnTo>
                  <a:pt x="215707" y="64099"/>
                </a:lnTo>
                <a:lnTo>
                  <a:pt x="213330" y="64008"/>
                </a:lnTo>
                <a:lnTo>
                  <a:pt x="129113" y="64008"/>
                </a:lnTo>
                <a:lnTo>
                  <a:pt x="127559" y="64008"/>
                </a:lnTo>
                <a:lnTo>
                  <a:pt x="126004" y="63825"/>
                </a:lnTo>
                <a:lnTo>
                  <a:pt x="124541" y="63551"/>
                </a:lnTo>
                <a:lnTo>
                  <a:pt x="123078" y="63185"/>
                </a:lnTo>
                <a:lnTo>
                  <a:pt x="121615" y="62728"/>
                </a:lnTo>
                <a:lnTo>
                  <a:pt x="120244" y="62179"/>
                </a:lnTo>
                <a:lnTo>
                  <a:pt x="118872" y="61539"/>
                </a:lnTo>
                <a:lnTo>
                  <a:pt x="117500" y="60716"/>
                </a:lnTo>
                <a:lnTo>
                  <a:pt x="116312" y="59893"/>
                </a:lnTo>
                <a:lnTo>
                  <a:pt x="115032" y="58979"/>
                </a:lnTo>
                <a:lnTo>
                  <a:pt x="113934" y="57882"/>
                </a:lnTo>
                <a:lnTo>
                  <a:pt x="112928" y="56784"/>
                </a:lnTo>
                <a:lnTo>
                  <a:pt x="111923" y="55687"/>
                </a:lnTo>
                <a:lnTo>
                  <a:pt x="111100" y="54407"/>
                </a:lnTo>
                <a:lnTo>
                  <a:pt x="102413" y="41605"/>
                </a:lnTo>
                <a:lnTo>
                  <a:pt x="101498" y="40416"/>
                </a:lnTo>
                <a:lnTo>
                  <a:pt x="100584" y="39228"/>
                </a:lnTo>
                <a:lnTo>
                  <a:pt x="99578" y="38130"/>
                </a:lnTo>
                <a:lnTo>
                  <a:pt x="98481" y="37125"/>
                </a:lnTo>
                <a:lnTo>
                  <a:pt x="97292" y="36210"/>
                </a:lnTo>
                <a:lnTo>
                  <a:pt x="96012" y="35296"/>
                </a:lnTo>
                <a:lnTo>
                  <a:pt x="94732" y="34564"/>
                </a:lnTo>
                <a:lnTo>
                  <a:pt x="93360" y="33924"/>
                </a:lnTo>
                <a:lnTo>
                  <a:pt x="91989" y="33284"/>
                </a:lnTo>
                <a:lnTo>
                  <a:pt x="90526" y="32827"/>
                </a:lnTo>
                <a:lnTo>
                  <a:pt x="89063" y="32461"/>
                </a:lnTo>
                <a:lnTo>
                  <a:pt x="87600" y="32187"/>
                </a:lnTo>
                <a:lnTo>
                  <a:pt x="86136" y="32095"/>
                </a:lnTo>
                <a:lnTo>
                  <a:pt x="84582" y="32004"/>
                </a:lnTo>
                <a:lnTo>
                  <a:pt x="42702" y="32004"/>
                </a:lnTo>
                <a:lnTo>
                  <a:pt x="40325" y="32095"/>
                </a:lnTo>
                <a:lnTo>
                  <a:pt x="37948" y="32553"/>
                </a:lnTo>
                <a:lnTo>
                  <a:pt x="35662" y="33193"/>
                </a:lnTo>
                <a:lnTo>
                  <a:pt x="33376" y="34107"/>
                </a:lnTo>
                <a:lnTo>
                  <a:pt x="31364" y="35296"/>
                </a:lnTo>
                <a:lnTo>
                  <a:pt x="29352" y="36667"/>
                </a:lnTo>
                <a:lnTo>
                  <a:pt x="27615" y="38222"/>
                </a:lnTo>
                <a:lnTo>
                  <a:pt x="25969" y="40051"/>
                </a:lnTo>
                <a:lnTo>
                  <a:pt x="24597" y="41971"/>
                </a:lnTo>
                <a:lnTo>
                  <a:pt x="23409" y="44074"/>
                </a:lnTo>
                <a:lnTo>
                  <a:pt x="22494" y="46269"/>
                </a:lnTo>
                <a:lnTo>
                  <a:pt x="21854" y="48555"/>
                </a:lnTo>
                <a:lnTo>
                  <a:pt x="21488" y="50932"/>
                </a:lnTo>
                <a:lnTo>
                  <a:pt x="21306" y="53310"/>
                </a:lnTo>
                <a:lnTo>
                  <a:pt x="21306" y="192024"/>
                </a:lnTo>
                <a:lnTo>
                  <a:pt x="21488" y="194401"/>
                </a:lnTo>
                <a:lnTo>
                  <a:pt x="21854" y="196779"/>
                </a:lnTo>
                <a:lnTo>
                  <a:pt x="22494" y="199065"/>
                </a:lnTo>
                <a:lnTo>
                  <a:pt x="23409" y="201259"/>
                </a:lnTo>
                <a:lnTo>
                  <a:pt x="24597" y="203363"/>
                </a:lnTo>
                <a:lnTo>
                  <a:pt x="25969" y="205283"/>
                </a:lnTo>
                <a:lnTo>
                  <a:pt x="27615" y="207112"/>
                </a:lnTo>
                <a:lnTo>
                  <a:pt x="29352" y="208666"/>
                </a:lnTo>
                <a:lnTo>
                  <a:pt x="31364" y="210129"/>
                </a:lnTo>
                <a:lnTo>
                  <a:pt x="33376" y="211226"/>
                </a:lnTo>
                <a:lnTo>
                  <a:pt x="35662" y="212141"/>
                </a:lnTo>
                <a:lnTo>
                  <a:pt x="37948" y="212781"/>
                </a:lnTo>
                <a:lnTo>
                  <a:pt x="40325" y="213238"/>
                </a:lnTo>
                <a:lnTo>
                  <a:pt x="42702" y="213330"/>
                </a:lnTo>
                <a:lnTo>
                  <a:pt x="213330" y="213330"/>
                </a:lnTo>
                <a:close/>
              </a:path>
            </a:pathLst>
          </a:custGeom>
          <a:noFill/>
          <a:ln w="21336">
            <a:solidFill>
              <a:srgbClr val="3B82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65192" y="3493008"/>
            <a:ext cx="2852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.venv\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909560" y="3557016"/>
            <a:ext cx="777240" cy="210312"/>
          </a:xfrm>
          <a:prstGeom prst="roundRect">
            <a:avLst>
              <a:gd name="adj" fmla="val 21739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909560" y="3557016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4617720" y="3872484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64008" y="234726"/>
                </a:moveTo>
                <a:lnTo>
                  <a:pt x="61631" y="234544"/>
                </a:lnTo>
                <a:lnTo>
                  <a:pt x="59253" y="234178"/>
                </a:lnTo>
                <a:lnTo>
                  <a:pt x="56967" y="233538"/>
                </a:lnTo>
                <a:lnTo>
                  <a:pt x="54773" y="232623"/>
                </a:lnTo>
                <a:lnTo>
                  <a:pt x="52669" y="231435"/>
                </a:lnTo>
                <a:lnTo>
                  <a:pt x="50749" y="230063"/>
                </a:lnTo>
                <a:lnTo>
                  <a:pt x="48920" y="228417"/>
                </a:lnTo>
                <a:lnTo>
                  <a:pt x="47366" y="226680"/>
                </a:lnTo>
                <a:lnTo>
                  <a:pt x="45903" y="224668"/>
                </a:lnTo>
                <a:lnTo>
                  <a:pt x="44806" y="222656"/>
                </a:lnTo>
                <a:lnTo>
                  <a:pt x="43891" y="220370"/>
                </a:lnTo>
                <a:lnTo>
                  <a:pt x="43251" y="218084"/>
                </a:lnTo>
                <a:lnTo>
                  <a:pt x="42794" y="215707"/>
                </a:lnTo>
                <a:lnTo>
                  <a:pt x="42702" y="213330"/>
                </a:lnTo>
                <a:lnTo>
                  <a:pt x="42702" y="42702"/>
                </a:lnTo>
                <a:lnTo>
                  <a:pt x="42794" y="40325"/>
                </a:lnTo>
                <a:lnTo>
                  <a:pt x="43251" y="37948"/>
                </a:lnTo>
                <a:lnTo>
                  <a:pt x="43891" y="35662"/>
                </a:lnTo>
                <a:lnTo>
                  <a:pt x="44806" y="33376"/>
                </a:lnTo>
                <a:lnTo>
                  <a:pt x="45903" y="31364"/>
                </a:lnTo>
                <a:lnTo>
                  <a:pt x="47366" y="29352"/>
                </a:lnTo>
                <a:lnTo>
                  <a:pt x="48920" y="27615"/>
                </a:lnTo>
                <a:lnTo>
                  <a:pt x="50749" y="25969"/>
                </a:lnTo>
                <a:lnTo>
                  <a:pt x="52669" y="24597"/>
                </a:lnTo>
                <a:lnTo>
                  <a:pt x="54773" y="23409"/>
                </a:lnTo>
                <a:lnTo>
                  <a:pt x="56967" y="22494"/>
                </a:lnTo>
                <a:lnTo>
                  <a:pt x="59253" y="21854"/>
                </a:lnTo>
                <a:lnTo>
                  <a:pt x="61631" y="21488"/>
                </a:lnTo>
                <a:lnTo>
                  <a:pt x="64008" y="21306"/>
                </a:lnTo>
                <a:lnTo>
                  <a:pt x="149322" y="21306"/>
                </a:lnTo>
                <a:lnTo>
                  <a:pt x="150785" y="21397"/>
                </a:lnTo>
                <a:lnTo>
                  <a:pt x="152248" y="21488"/>
                </a:lnTo>
                <a:lnTo>
                  <a:pt x="153619" y="21671"/>
                </a:lnTo>
                <a:lnTo>
                  <a:pt x="155082" y="21946"/>
                </a:lnTo>
                <a:lnTo>
                  <a:pt x="156454" y="22311"/>
                </a:lnTo>
                <a:lnTo>
                  <a:pt x="157825" y="22769"/>
                </a:lnTo>
                <a:lnTo>
                  <a:pt x="159197" y="23317"/>
                </a:lnTo>
                <a:lnTo>
                  <a:pt x="160477" y="23866"/>
                </a:lnTo>
                <a:lnTo>
                  <a:pt x="161757" y="24506"/>
                </a:lnTo>
                <a:lnTo>
                  <a:pt x="163038" y="25237"/>
                </a:lnTo>
                <a:lnTo>
                  <a:pt x="164226" y="26060"/>
                </a:lnTo>
                <a:lnTo>
                  <a:pt x="165415" y="26975"/>
                </a:lnTo>
                <a:lnTo>
                  <a:pt x="166512" y="27889"/>
                </a:lnTo>
                <a:lnTo>
                  <a:pt x="167518" y="28895"/>
                </a:lnTo>
                <a:lnTo>
                  <a:pt x="205831" y="67117"/>
                </a:lnTo>
                <a:lnTo>
                  <a:pt x="206837" y="68214"/>
                </a:lnTo>
                <a:lnTo>
                  <a:pt x="207752" y="69312"/>
                </a:lnTo>
                <a:lnTo>
                  <a:pt x="208575" y="70409"/>
                </a:lnTo>
                <a:lnTo>
                  <a:pt x="209398" y="71689"/>
                </a:lnTo>
                <a:lnTo>
                  <a:pt x="210129" y="72878"/>
                </a:lnTo>
                <a:lnTo>
                  <a:pt x="210769" y="74158"/>
                </a:lnTo>
                <a:lnTo>
                  <a:pt x="211409" y="75529"/>
                </a:lnTo>
                <a:lnTo>
                  <a:pt x="211958" y="76810"/>
                </a:lnTo>
                <a:lnTo>
                  <a:pt x="212324" y="78181"/>
                </a:lnTo>
                <a:lnTo>
                  <a:pt x="212689" y="79644"/>
                </a:lnTo>
                <a:lnTo>
                  <a:pt x="212964" y="81016"/>
                </a:lnTo>
                <a:lnTo>
                  <a:pt x="213238" y="82479"/>
                </a:lnTo>
                <a:lnTo>
                  <a:pt x="213330" y="83942"/>
                </a:lnTo>
                <a:lnTo>
                  <a:pt x="213330" y="85314"/>
                </a:lnTo>
                <a:lnTo>
                  <a:pt x="213330" y="213330"/>
                </a:lnTo>
                <a:lnTo>
                  <a:pt x="213238" y="215707"/>
                </a:lnTo>
                <a:lnTo>
                  <a:pt x="212781" y="218084"/>
                </a:lnTo>
                <a:lnTo>
                  <a:pt x="212141" y="220370"/>
                </a:lnTo>
                <a:lnTo>
                  <a:pt x="211226" y="222656"/>
                </a:lnTo>
                <a:lnTo>
                  <a:pt x="210129" y="224668"/>
                </a:lnTo>
                <a:lnTo>
                  <a:pt x="208666" y="226680"/>
                </a:lnTo>
                <a:lnTo>
                  <a:pt x="207112" y="228417"/>
                </a:lnTo>
                <a:lnTo>
                  <a:pt x="205283" y="230063"/>
                </a:lnTo>
                <a:lnTo>
                  <a:pt x="203363" y="231435"/>
                </a:lnTo>
                <a:lnTo>
                  <a:pt x="201259" y="232623"/>
                </a:lnTo>
                <a:lnTo>
                  <a:pt x="199065" y="233538"/>
                </a:lnTo>
                <a:lnTo>
                  <a:pt x="196779" y="234178"/>
                </a:lnTo>
                <a:lnTo>
                  <a:pt x="194401" y="234544"/>
                </a:lnTo>
                <a:lnTo>
                  <a:pt x="192024" y="234726"/>
                </a:lnTo>
                <a:lnTo>
                  <a:pt x="64008" y="234726"/>
                </a:lnTo>
                <a:close/>
                <a:moveTo>
                  <a:pt x="149322" y="21306"/>
                </a:moveTo>
                <a:lnTo>
                  <a:pt x="149322" y="74706"/>
                </a:lnTo>
                <a:lnTo>
                  <a:pt x="149413" y="75895"/>
                </a:lnTo>
                <a:lnTo>
                  <a:pt x="149596" y="77084"/>
                </a:lnTo>
                <a:lnTo>
                  <a:pt x="149962" y="78181"/>
                </a:lnTo>
                <a:lnTo>
                  <a:pt x="150419" y="79278"/>
                </a:lnTo>
                <a:lnTo>
                  <a:pt x="150967" y="80376"/>
                </a:lnTo>
                <a:lnTo>
                  <a:pt x="151699" y="81290"/>
                </a:lnTo>
                <a:lnTo>
                  <a:pt x="152522" y="82205"/>
                </a:lnTo>
                <a:lnTo>
                  <a:pt x="153345" y="83028"/>
                </a:lnTo>
                <a:lnTo>
                  <a:pt x="154351" y="83668"/>
                </a:lnTo>
                <a:lnTo>
                  <a:pt x="155357" y="84308"/>
                </a:lnTo>
                <a:lnTo>
                  <a:pt x="156454" y="84765"/>
                </a:lnTo>
                <a:lnTo>
                  <a:pt x="157643" y="85039"/>
                </a:lnTo>
                <a:lnTo>
                  <a:pt x="158831" y="85314"/>
                </a:lnTo>
                <a:lnTo>
                  <a:pt x="160020" y="85314"/>
                </a:lnTo>
                <a:lnTo>
                  <a:pt x="213330" y="85314"/>
                </a:lnTo>
                <a:moveTo>
                  <a:pt x="106710" y="96012"/>
                </a:moveTo>
                <a:lnTo>
                  <a:pt x="85314" y="96012"/>
                </a:lnTo>
                <a:moveTo>
                  <a:pt x="170718" y="138714"/>
                </a:moveTo>
                <a:lnTo>
                  <a:pt x="85314" y="138714"/>
                </a:lnTo>
                <a:moveTo>
                  <a:pt x="170718" y="181326"/>
                </a:moveTo>
                <a:lnTo>
                  <a:pt x="85314" y="181326"/>
                </a:lnTo>
              </a:path>
            </a:pathLst>
          </a:custGeom>
          <a:noFill/>
          <a:ln w="21336">
            <a:solidFill>
              <a:srgbClr val="9AA3B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65192" y="3831336"/>
            <a:ext cx="3721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umbrella.png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85800" y="4242816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Codeの設定はファイルではなく環境変数だけ（Part 2）。Projectの配置は一例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準備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2588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85800" y="2834640"/>
            <a:ext cx="7315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063240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インストール → config.toml → APIキー → 起動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CLIをインストールする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PowerShellで次のどちらかを実行し、バージョン表示で確認する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8001000" cy="1911096"/>
          </a:xfrm>
          <a:prstGeom prst="roundRect">
            <a:avLst>
              <a:gd name="adj" fmla="val 2871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763524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推奨: スタンドアロンインストーラー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powershell -ExecutionPolicy ByPass -c `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"irm https://chatgpt.com/codex/install.ps1 | iex"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代替: npm（Node.jsが必要）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install -g @openai/codex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codex --version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703320"/>
            <a:ext cx="2154936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38039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246156"/>
                </a:moveTo>
                <a:lnTo>
                  <a:pt x="259050" y="246156"/>
                </a:lnTo>
                <a:moveTo>
                  <a:pt x="51846" y="220188"/>
                </a:moveTo>
                <a:lnTo>
                  <a:pt x="129570" y="142464"/>
                </a:lnTo>
                <a:lnTo>
                  <a:pt x="51846" y="64740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3703320"/>
            <a:ext cx="1533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PowerShell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86456" y="39593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115056" y="3703320"/>
            <a:ext cx="2301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3072" y="38039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194310"/>
                </a:moveTo>
                <a:lnTo>
                  <a:pt x="155448" y="38862"/>
                </a:lnTo>
                <a:moveTo>
                  <a:pt x="272034" y="194310"/>
                </a:moveTo>
                <a:lnTo>
                  <a:pt x="272034" y="246156"/>
                </a:lnTo>
                <a:lnTo>
                  <a:pt x="271851" y="248991"/>
                </a:lnTo>
                <a:lnTo>
                  <a:pt x="271394" y="251917"/>
                </a:lnTo>
                <a:lnTo>
                  <a:pt x="270571" y="254660"/>
                </a:lnTo>
                <a:lnTo>
                  <a:pt x="269474" y="257404"/>
                </a:lnTo>
                <a:lnTo>
                  <a:pt x="268102" y="259872"/>
                </a:lnTo>
                <a:lnTo>
                  <a:pt x="266365" y="262250"/>
                </a:lnTo>
                <a:lnTo>
                  <a:pt x="264444" y="264444"/>
                </a:lnTo>
                <a:lnTo>
                  <a:pt x="262250" y="266365"/>
                </a:lnTo>
                <a:lnTo>
                  <a:pt x="259872" y="268102"/>
                </a:lnTo>
                <a:lnTo>
                  <a:pt x="257404" y="269474"/>
                </a:lnTo>
                <a:lnTo>
                  <a:pt x="254660" y="270571"/>
                </a:lnTo>
                <a:lnTo>
                  <a:pt x="251917" y="271394"/>
                </a:lnTo>
                <a:lnTo>
                  <a:pt x="248991" y="271851"/>
                </a:lnTo>
                <a:lnTo>
                  <a:pt x="246156" y="272034"/>
                </a:lnTo>
                <a:lnTo>
                  <a:pt x="64740" y="272034"/>
                </a:lnTo>
                <a:lnTo>
                  <a:pt x="61905" y="271851"/>
                </a:lnTo>
                <a:lnTo>
                  <a:pt x="58979" y="271394"/>
                </a:lnTo>
                <a:lnTo>
                  <a:pt x="56236" y="270571"/>
                </a:lnTo>
                <a:lnTo>
                  <a:pt x="53492" y="269474"/>
                </a:lnTo>
                <a:lnTo>
                  <a:pt x="51024" y="268102"/>
                </a:lnTo>
                <a:lnTo>
                  <a:pt x="48646" y="266365"/>
                </a:lnTo>
                <a:lnTo>
                  <a:pt x="46452" y="264444"/>
                </a:lnTo>
                <a:lnTo>
                  <a:pt x="44531" y="262250"/>
                </a:lnTo>
                <a:lnTo>
                  <a:pt x="42794" y="259872"/>
                </a:lnTo>
                <a:lnTo>
                  <a:pt x="41422" y="257404"/>
                </a:lnTo>
                <a:lnTo>
                  <a:pt x="40325" y="254660"/>
                </a:lnTo>
                <a:lnTo>
                  <a:pt x="39502" y="251917"/>
                </a:lnTo>
                <a:lnTo>
                  <a:pt x="39045" y="248991"/>
                </a:lnTo>
                <a:lnTo>
                  <a:pt x="38862" y="246156"/>
                </a:lnTo>
                <a:lnTo>
                  <a:pt x="38862" y="194310"/>
                </a:lnTo>
                <a:moveTo>
                  <a:pt x="90708" y="129570"/>
                </a:moveTo>
                <a:lnTo>
                  <a:pt x="155448" y="194310"/>
                </a:lnTo>
                <a:lnTo>
                  <a:pt x="220188" y="129570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45408" y="3703320"/>
            <a:ext cx="1679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インストール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62016" y="39593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690616" y="3703320"/>
            <a:ext cx="2996184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18632" y="38039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16586" y="155448"/>
                </a:moveTo>
                <a:lnTo>
                  <a:pt x="142464" y="181326"/>
                </a:lnTo>
                <a:lnTo>
                  <a:pt x="194310" y="129570"/>
                </a:lnTo>
                <a:moveTo>
                  <a:pt x="285018" y="155448"/>
                </a:moveTo>
                <a:lnTo>
                  <a:pt x="281727" y="184252"/>
                </a:lnTo>
                <a:lnTo>
                  <a:pt x="272125" y="211684"/>
                </a:lnTo>
                <a:lnTo>
                  <a:pt x="256764" y="236190"/>
                </a:lnTo>
                <a:lnTo>
                  <a:pt x="236190" y="256764"/>
                </a:lnTo>
                <a:lnTo>
                  <a:pt x="211684" y="272125"/>
                </a:lnTo>
                <a:lnTo>
                  <a:pt x="184252" y="281727"/>
                </a:lnTo>
                <a:lnTo>
                  <a:pt x="155448" y="285018"/>
                </a:lnTo>
                <a:lnTo>
                  <a:pt x="126644" y="281727"/>
                </a:lnTo>
                <a:lnTo>
                  <a:pt x="99212" y="272125"/>
                </a:lnTo>
                <a:lnTo>
                  <a:pt x="74706" y="256764"/>
                </a:lnTo>
                <a:lnTo>
                  <a:pt x="54132" y="236190"/>
                </a:lnTo>
                <a:lnTo>
                  <a:pt x="38771" y="211684"/>
                </a:lnTo>
                <a:lnTo>
                  <a:pt x="29169" y="184252"/>
                </a:lnTo>
                <a:lnTo>
                  <a:pt x="25878" y="155448"/>
                </a:lnTo>
                <a:lnTo>
                  <a:pt x="29169" y="126644"/>
                </a:lnTo>
                <a:lnTo>
                  <a:pt x="38771" y="99212"/>
                </a:lnTo>
                <a:lnTo>
                  <a:pt x="54132" y="74706"/>
                </a:lnTo>
                <a:lnTo>
                  <a:pt x="74706" y="54132"/>
                </a:lnTo>
                <a:lnTo>
                  <a:pt x="99212" y="38771"/>
                </a:lnTo>
                <a:lnTo>
                  <a:pt x="126644" y="29169"/>
                </a:lnTo>
                <a:lnTo>
                  <a:pt x="155448" y="25878"/>
                </a:lnTo>
                <a:lnTo>
                  <a:pt x="184252" y="29169"/>
                </a:lnTo>
                <a:lnTo>
                  <a:pt x="211684" y="38771"/>
                </a:lnTo>
                <a:lnTo>
                  <a:pt x="236190" y="54132"/>
                </a:lnTo>
                <a:lnTo>
                  <a:pt x="256764" y="74706"/>
                </a:lnTo>
                <a:lnTo>
                  <a:pt x="272125" y="99212"/>
                </a:lnTo>
                <a:lnTo>
                  <a:pt x="281727" y="126644"/>
                </a:lnTo>
                <a:lnTo>
                  <a:pt x="285018" y="155448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0968" y="3703320"/>
            <a:ext cx="2374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codex --version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4261104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ネイティブ環境で問題が出る場合は、WSL2上でLinux向け手順を使う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  Codex CLI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config.tomlでAzureを指定する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%USERPROFILE%\.codex\config.toml に次を記述する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8001000" cy="2241296"/>
          </a:xfrm>
          <a:prstGeom prst="roundRect">
            <a:avLst>
              <a:gd name="adj" fmla="val 2448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7635240" cy="19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 = "&lt;deployment&gt;"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model_provider = "azure"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model_reasoning_effort = "medium"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[model_providers.azure]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 = "Azure OpenAI"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base_url = "https://&lt;resource&gt;.openai.azure.com/openai/v1"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env_key = "AZURE_OPENAI_API_KEY"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wire_api = "responses"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033520"/>
            <a:ext cx="24460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41341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94310" y="103602"/>
                </a:moveTo>
                <a:lnTo>
                  <a:pt x="192847" y="103510"/>
                </a:lnTo>
                <a:lnTo>
                  <a:pt x="191384" y="103327"/>
                </a:lnTo>
                <a:lnTo>
                  <a:pt x="190012" y="102870"/>
                </a:lnTo>
                <a:lnTo>
                  <a:pt x="188732" y="102321"/>
                </a:lnTo>
                <a:lnTo>
                  <a:pt x="187452" y="101681"/>
                </a:lnTo>
                <a:lnTo>
                  <a:pt x="186263" y="100767"/>
                </a:lnTo>
                <a:lnTo>
                  <a:pt x="185166" y="99852"/>
                </a:lnTo>
                <a:lnTo>
                  <a:pt x="184160" y="98755"/>
                </a:lnTo>
                <a:lnTo>
                  <a:pt x="183337" y="97566"/>
                </a:lnTo>
                <a:lnTo>
                  <a:pt x="182606" y="96286"/>
                </a:lnTo>
                <a:lnTo>
                  <a:pt x="182057" y="94915"/>
                </a:lnTo>
                <a:lnTo>
                  <a:pt x="181691" y="93543"/>
                </a:lnTo>
                <a:lnTo>
                  <a:pt x="181417" y="92172"/>
                </a:lnTo>
                <a:lnTo>
                  <a:pt x="181326" y="90708"/>
                </a:lnTo>
                <a:lnTo>
                  <a:pt x="181326" y="25878"/>
                </a:lnTo>
                <a:lnTo>
                  <a:pt x="183063" y="25969"/>
                </a:lnTo>
                <a:lnTo>
                  <a:pt x="184892" y="26060"/>
                </a:lnTo>
                <a:lnTo>
                  <a:pt x="186629" y="26335"/>
                </a:lnTo>
                <a:lnTo>
                  <a:pt x="188275" y="26700"/>
                </a:lnTo>
                <a:lnTo>
                  <a:pt x="190012" y="27158"/>
                </a:lnTo>
                <a:lnTo>
                  <a:pt x="191658" y="27615"/>
                </a:lnTo>
                <a:lnTo>
                  <a:pt x="193304" y="28255"/>
                </a:lnTo>
                <a:lnTo>
                  <a:pt x="194950" y="28986"/>
                </a:lnTo>
                <a:lnTo>
                  <a:pt x="196505" y="29809"/>
                </a:lnTo>
                <a:lnTo>
                  <a:pt x="197968" y="30724"/>
                </a:lnTo>
                <a:lnTo>
                  <a:pt x="199431" y="31638"/>
                </a:lnTo>
                <a:lnTo>
                  <a:pt x="200802" y="32736"/>
                </a:lnTo>
                <a:lnTo>
                  <a:pt x="202174" y="33833"/>
                </a:lnTo>
                <a:lnTo>
                  <a:pt x="203454" y="35022"/>
                </a:lnTo>
                <a:lnTo>
                  <a:pt x="249906" y="81564"/>
                </a:lnTo>
                <a:lnTo>
                  <a:pt x="251094" y="82845"/>
                </a:lnTo>
                <a:lnTo>
                  <a:pt x="252283" y="84125"/>
                </a:lnTo>
                <a:lnTo>
                  <a:pt x="253289" y="85496"/>
                </a:lnTo>
                <a:lnTo>
                  <a:pt x="254295" y="86959"/>
                </a:lnTo>
                <a:lnTo>
                  <a:pt x="255209" y="88514"/>
                </a:lnTo>
                <a:lnTo>
                  <a:pt x="256032" y="90068"/>
                </a:lnTo>
                <a:lnTo>
                  <a:pt x="256672" y="91623"/>
                </a:lnTo>
                <a:lnTo>
                  <a:pt x="257312" y="93269"/>
                </a:lnTo>
                <a:lnTo>
                  <a:pt x="257861" y="95006"/>
                </a:lnTo>
                <a:lnTo>
                  <a:pt x="258318" y="96652"/>
                </a:lnTo>
                <a:lnTo>
                  <a:pt x="258684" y="98389"/>
                </a:lnTo>
                <a:lnTo>
                  <a:pt x="258867" y="100127"/>
                </a:lnTo>
                <a:lnTo>
                  <a:pt x="259050" y="101864"/>
                </a:lnTo>
                <a:lnTo>
                  <a:pt x="259050" y="103602"/>
                </a:lnTo>
                <a:lnTo>
                  <a:pt x="194310" y="103602"/>
                </a:lnTo>
                <a:close/>
                <a:moveTo>
                  <a:pt x="259050" y="103602"/>
                </a:moveTo>
                <a:lnTo>
                  <a:pt x="259050" y="259050"/>
                </a:lnTo>
                <a:lnTo>
                  <a:pt x="258958" y="261976"/>
                </a:lnTo>
                <a:lnTo>
                  <a:pt x="258409" y="264810"/>
                </a:lnTo>
                <a:lnTo>
                  <a:pt x="257586" y="267645"/>
                </a:lnTo>
                <a:lnTo>
                  <a:pt x="256489" y="270297"/>
                </a:lnTo>
                <a:lnTo>
                  <a:pt x="255118" y="272857"/>
                </a:lnTo>
                <a:lnTo>
                  <a:pt x="253472" y="275234"/>
                </a:lnTo>
                <a:lnTo>
                  <a:pt x="251460" y="277429"/>
                </a:lnTo>
                <a:lnTo>
                  <a:pt x="249357" y="279349"/>
                </a:lnTo>
                <a:lnTo>
                  <a:pt x="246979" y="280995"/>
                </a:lnTo>
                <a:lnTo>
                  <a:pt x="244419" y="282458"/>
                </a:lnTo>
                <a:lnTo>
                  <a:pt x="241767" y="283555"/>
                </a:lnTo>
                <a:lnTo>
                  <a:pt x="238933" y="284378"/>
                </a:lnTo>
                <a:lnTo>
                  <a:pt x="236098" y="284836"/>
                </a:lnTo>
                <a:lnTo>
                  <a:pt x="233172" y="285018"/>
                </a:lnTo>
                <a:lnTo>
                  <a:pt x="179040" y="285018"/>
                </a:lnTo>
                <a:moveTo>
                  <a:pt x="42794" y="253014"/>
                </a:moveTo>
                <a:lnTo>
                  <a:pt x="54773" y="248077"/>
                </a:lnTo>
                <a:moveTo>
                  <a:pt x="51846" y="137251"/>
                </a:moveTo>
                <a:lnTo>
                  <a:pt x="51846" y="51846"/>
                </a:lnTo>
                <a:lnTo>
                  <a:pt x="51938" y="48920"/>
                </a:lnTo>
                <a:lnTo>
                  <a:pt x="52487" y="46086"/>
                </a:lnTo>
                <a:lnTo>
                  <a:pt x="53310" y="43251"/>
                </a:lnTo>
                <a:lnTo>
                  <a:pt x="54407" y="40599"/>
                </a:lnTo>
                <a:lnTo>
                  <a:pt x="55778" y="38039"/>
                </a:lnTo>
                <a:lnTo>
                  <a:pt x="57424" y="35662"/>
                </a:lnTo>
                <a:lnTo>
                  <a:pt x="59436" y="33467"/>
                </a:lnTo>
                <a:lnTo>
                  <a:pt x="61539" y="31547"/>
                </a:lnTo>
                <a:lnTo>
                  <a:pt x="63917" y="29901"/>
                </a:lnTo>
                <a:lnTo>
                  <a:pt x="66477" y="28438"/>
                </a:lnTo>
                <a:lnTo>
                  <a:pt x="69129" y="27341"/>
                </a:lnTo>
                <a:lnTo>
                  <a:pt x="71963" y="26518"/>
                </a:lnTo>
                <a:lnTo>
                  <a:pt x="74798" y="26060"/>
                </a:lnTo>
                <a:lnTo>
                  <a:pt x="77724" y="25878"/>
                </a:lnTo>
                <a:lnTo>
                  <a:pt x="181326" y="25878"/>
                </a:lnTo>
                <a:moveTo>
                  <a:pt x="54773" y="218267"/>
                </a:moveTo>
                <a:lnTo>
                  <a:pt x="42794" y="213330"/>
                </a:lnTo>
                <a:moveTo>
                  <a:pt x="75804" y="197236"/>
                </a:moveTo>
                <a:lnTo>
                  <a:pt x="70866" y="185349"/>
                </a:lnTo>
                <a:moveTo>
                  <a:pt x="75804" y="269108"/>
                </a:moveTo>
                <a:lnTo>
                  <a:pt x="70866" y="281087"/>
                </a:lnTo>
                <a:moveTo>
                  <a:pt x="105522" y="197236"/>
                </a:moveTo>
                <a:lnTo>
                  <a:pt x="110551" y="185349"/>
                </a:lnTo>
                <a:moveTo>
                  <a:pt x="110460" y="281087"/>
                </a:moveTo>
                <a:lnTo>
                  <a:pt x="105522" y="269108"/>
                </a:lnTo>
                <a:moveTo>
                  <a:pt x="126644" y="218267"/>
                </a:moveTo>
                <a:lnTo>
                  <a:pt x="138532" y="213330"/>
                </a:lnTo>
                <a:moveTo>
                  <a:pt x="126644" y="248077"/>
                </a:moveTo>
                <a:lnTo>
                  <a:pt x="138532" y="253014"/>
                </a:lnTo>
                <a:moveTo>
                  <a:pt x="129570" y="233172"/>
                </a:moveTo>
                <a:lnTo>
                  <a:pt x="128565" y="241859"/>
                </a:lnTo>
                <a:lnTo>
                  <a:pt x="125730" y="249997"/>
                </a:lnTo>
                <a:lnTo>
                  <a:pt x="121067" y="257404"/>
                </a:lnTo>
                <a:lnTo>
                  <a:pt x="114940" y="263530"/>
                </a:lnTo>
                <a:lnTo>
                  <a:pt x="107533" y="268194"/>
                </a:lnTo>
                <a:lnTo>
                  <a:pt x="99304" y="271028"/>
                </a:lnTo>
                <a:lnTo>
                  <a:pt x="90708" y="272034"/>
                </a:lnTo>
                <a:lnTo>
                  <a:pt x="82022" y="271028"/>
                </a:lnTo>
                <a:lnTo>
                  <a:pt x="73792" y="268194"/>
                </a:lnTo>
                <a:lnTo>
                  <a:pt x="66477" y="263530"/>
                </a:lnTo>
                <a:lnTo>
                  <a:pt x="60259" y="257404"/>
                </a:lnTo>
                <a:lnTo>
                  <a:pt x="55687" y="249997"/>
                </a:lnTo>
                <a:lnTo>
                  <a:pt x="52761" y="241859"/>
                </a:lnTo>
                <a:lnTo>
                  <a:pt x="51846" y="233172"/>
                </a:lnTo>
                <a:lnTo>
                  <a:pt x="52761" y="224485"/>
                </a:lnTo>
                <a:lnTo>
                  <a:pt x="55687" y="216347"/>
                </a:lnTo>
                <a:lnTo>
                  <a:pt x="60259" y="208940"/>
                </a:lnTo>
                <a:lnTo>
                  <a:pt x="66477" y="202814"/>
                </a:lnTo>
                <a:lnTo>
                  <a:pt x="73792" y="198150"/>
                </a:lnTo>
                <a:lnTo>
                  <a:pt x="82022" y="195316"/>
                </a:lnTo>
                <a:lnTo>
                  <a:pt x="90708" y="194310"/>
                </a:lnTo>
                <a:lnTo>
                  <a:pt x="99304" y="195316"/>
                </a:lnTo>
                <a:lnTo>
                  <a:pt x="107533" y="198150"/>
                </a:lnTo>
                <a:lnTo>
                  <a:pt x="114940" y="202814"/>
                </a:lnTo>
                <a:lnTo>
                  <a:pt x="121067" y="208940"/>
                </a:lnTo>
                <a:lnTo>
                  <a:pt x="125730" y="216347"/>
                </a:lnTo>
                <a:lnTo>
                  <a:pt x="128565" y="224485"/>
                </a:lnTo>
                <a:lnTo>
                  <a:pt x="129570" y="233172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4033520"/>
            <a:ext cx="18242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config.toml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77540" y="42895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06140" y="4033520"/>
            <a:ext cx="24460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34156" y="41341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33467" y="225582"/>
                </a:moveTo>
                <a:lnTo>
                  <a:pt x="32461" y="226680"/>
                </a:lnTo>
                <a:lnTo>
                  <a:pt x="31547" y="227777"/>
                </a:lnTo>
                <a:lnTo>
                  <a:pt x="30724" y="228874"/>
                </a:lnTo>
                <a:lnTo>
                  <a:pt x="29901" y="230154"/>
                </a:lnTo>
                <a:lnTo>
                  <a:pt x="29169" y="231343"/>
                </a:lnTo>
                <a:lnTo>
                  <a:pt x="28438" y="232623"/>
                </a:lnTo>
                <a:lnTo>
                  <a:pt x="27889" y="233995"/>
                </a:lnTo>
                <a:lnTo>
                  <a:pt x="27341" y="235367"/>
                </a:lnTo>
                <a:lnTo>
                  <a:pt x="26883" y="236738"/>
                </a:lnTo>
                <a:lnTo>
                  <a:pt x="26518" y="238110"/>
                </a:lnTo>
                <a:lnTo>
                  <a:pt x="26243" y="239573"/>
                </a:lnTo>
                <a:lnTo>
                  <a:pt x="26060" y="241036"/>
                </a:lnTo>
                <a:lnTo>
                  <a:pt x="25969" y="242407"/>
                </a:lnTo>
                <a:lnTo>
                  <a:pt x="25878" y="243870"/>
                </a:lnTo>
                <a:lnTo>
                  <a:pt x="25878" y="272034"/>
                </a:lnTo>
                <a:lnTo>
                  <a:pt x="25969" y="273497"/>
                </a:lnTo>
                <a:lnTo>
                  <a:pt x="26243" y="274960"/>
                </a:lnTo>
                <a:lnTo>
                  <a:pt x="26609" y="276332"/>
                </a:lnTo>
                <a:lnTo>
                  <a:pt x="27158" y="277612"/>
                </a:lnTo>
                <a:lnTo>
                  <a:pt x="27889" y="278892"/>
                </a:lnTo>
                <a:lnTo>
                  <a:pt x="28712" y="280081"/>
                </a:lnTo>
                <a:lnTo>
                  <a:pt x="29718" y="281178"/>
                </a:lnTo>
                <a:lnTo>
                  <a:pt x="30815" y="282184"/>
                </a:lnTo>
                <a:lnTo>
                  <a:pt x="32004" y="283007"/>
                </a:lnTo>
                <a:lnTo>
                  <a:pt x="33284" y="283738"/>
                </a:lnTo>
                <a:lnTo>
                  <a:pt x="34564" y="284287"/>
                </a:lnTo>
                <a:lnTo>
                  <a:pt x="35936" y="284653"/>
                </a:lnTo>
                <a:lnTo>
                  <a:pt x="37399" y="284927"/>
                </a:lnTo>
                <a:lnTo>
                  <a:pt x="38862" y="285018"/>
                </a:lnTo>
                <a:lnTo>
                  <a:pt x="77724" y="285018"/>
                </a:lnTo>
                <a:lnTo>
                  <a:pt x="79187" y="284927"/>
                </a:lnTo>
                <a:lnTo>
                  <a:pt x="80650" y="284653"/>
                </a:lnTo>
                <a:lnTo>
                  <a:pt x="82022" y="284287"/>
                </a:lnTo>
                <a:lnTo>
                  <a:pt x="83302" y="283738"/>
                </a:lnTo>
                <a:lnTo>
                  <a:pt x="84582" y="283007"/>
                </a:lnTo>
                <a:lnTo>
                  <a:pt x="85771" y="282184"/>
                </a:lnTo>
                <a:lnTo>
                  <a:pt x="86868" y="281178"/>
                </a:lnTo>
                <a:lnTo>
                  <a:pt x="87874" y="280081"/>
                </a:lnTo>
                <a:lnTo>
                  <a:pt x="88697" y="278892"/>
                </a:lnTo>
                <a:lnTo>
                  <a:pt x="89428" y="277612"/>
                </a:lnTo>
                <a:lnTo>
                  <a:pt x="89977" y="276332"/>
                </a:lnTo>
                <a:lnTo>
                  <a:pt x="90343" y="274960"/>
                </a:lnTo>
                <a:lnTo>
                  <a:pt x="90617" y="273497"/>
                </a:lnTo>
                <a:lnTo>
                  <a:pt x="90708" y="272034"/>
                </a:lnTo>
                <a:lnTo>
                  <a:pt x="90708" y="259050"/>
                </a:lnTo>
                <a:lnTo>
                  <a:pt x="90800" y="257586"/>
                </a:lnTo>
                <a:lnTo>
                  <a:pt x="90983" y="256215"/>
                </a:lnTo>
                <a:lnTo>
                  <a:pt x="91440" y="254843"/>
                </a:lnTo>
                <a:lnTo>
                  <a:pt x="91989" y="253472"/>
                </a:lnTo>
                <a:lnTo>
                  <a:pt x="92629" y="252192"/>
                </a:lnTo>
                <a:lnTo>
                  <a:pt x="93543" y="251003"/>
                </a:lnTo>
                <a:lnTo>
                  <a:pt x="94458" y="249906"/>
                </a:lnTo>
                <a:lnTo>
                  <a:pt x="95555" y="248991"/>
                </a:lnTo>
                <a:lnTo>
                  <a:pt x="96744" y="248077"/>
                </a:lnTo>
                <a:lnTo>
                  <a:pt x="98024" y="247437"/>
                </a:lnTo>
                <a:lnTo>
                  <a:pt x="99395" y="246888"/>
                </a:lnTo>
                <a:lnTo>
                  <a:pt x="100767" y="246431"/>
                </a:lnTo>
                <a:lnTo>
                  <a:pt x="102138" y="246248"/>
                </a:lnTo>
                <a:lnTo>
                  <a:pt x="103602" y="246156"/>
                </a:lnTo>
                <a:lnTo>
                  <a:pt x="116586" y="246156"/>
                </a:lnTo>
                <a:lnTo>
                  <a:pt x="118049" y="246065"/>
                </a:lnTo>
                <a:lnTo>
                  <a:pt x="119512" y="245791"/>
                </a:lnTo>
                <a:lnTo>
                  <a:pt x="120884" y="245425"/>
                </a:lnTo>
                <a:lnTo>
                  <a:pt x="122164" y="244876"/>
                </a:lnTo>
                <a:lnTo>
                  <a:pt x="123444" y="244145"/>
                </a:lnTo>
                <a:lnTo>
                  <a:pt x="124633" y="243322"/>
                </a:lnTo>
                <a:lnTo>
                  <a:pt x="125730" y="242316"/>
                </a:lnTo>
                <a:lnTo>
                  <a:pt x="126736" y="241219"/>
                </a:lnTo>
                <a:lnTo>
                  <a:pt x="127559" y="240030"/>
                </a:lnTo>
                <a:lnTo>
                  <a:pt x="128290" y="238750"/>
                </a:lnTo>
                <a:lnTo>
                  <a:pt x="128839" y="237470"/>
                </a:lnTo>
                <a:lnTo>
                  <a:pt x="129205" y="236098"/>
                </a:lnTo>
                <a:lnTo>
                  <a:pt x="129479" y="234635"/>
                </a:lnTo>
                <a:lnTo>
                  <a:pt x="129570" y="233172"/>
                </a:lnTo>
                <a:lnTo>
                  <a:pt x="129570" y="220188"/>
                </a:lnTo>
                <a:lnTo>
                  <a:pt x="129662" y="218724"/>
                </a:lnTo>
                <a:lnTo>
                  <a:pt x="129845" y="217353"/>
                </a:lnTo>
                <a:lnTo>
                  <a:pt x="130302" y="215981"/>
                </a:lnTo>
                <a:lnTo>
                  <a:pt x="130851" y="214610"/>
                </a:lnTo>
                <a:lnTo>
                  <a:pt x="131491" y="213330"/>
                </a:lnTo>
                <a:lnTo>
                  <a:pt x="132405" y="212141"/>
                </a:lnTo>
                <a:lnTo>
                  <a:pt x="133320" y="211044"/>
                </a:lnTo>
                <a:lnTo>
                  <a:pt x="134417" y="210129"/>
                </a:lnTo>
                <a:lnTo>
                  <a:pt x="135606" y="209215"/>
                </a:lnTo>
                <a:lnTo>
                  <a:pt x="136886" y="208575"/>
                </a:lnTo>
                <a:lnTo>
                  <a:pt x="138257" y="208026"/>
                </a:lnTo>
                <a:lnTo>
                  <a:pt x="139629" y="207569"/>
                </a:lnTo>
                <a:lnTo>
                  <a:pt x="141000" y="207386"/>
                </a:lnTo>
                <a:lnTo>
                  <a:pt x="142464" y="207294"/>
                </a:lnTo>
                <a:lnTo>
                  <a:pt x="144750" y="207294"/>
                </a:lnTo>
                <a:lnTo>
                  <a:pt x="146213" y="207203"/>
                </a:lnTo>
                <a:lnTo>
                  <a:pt x="147584" y="207112"/>
                </a:lnTo>
                <a:lnTo>
                  <a:pt x="149047" y="206929"/>
                </a:lnTo>
                <a:lnTo>
                  <a:pt x="150510" y="206654"/>
                </a:lnTo>
                <a:lnTo>
                  <a:pt x="151882" y="206289"/>
                </a:lnTo>
                <a:lnTo>
                  <a:pt x="153253" y="205831"/>
                </a:lnTo>
                <a:lnTo>
                  <a:pt x="154625" y="205283"/>
                </a:lnTo>
                <a:lnTo>
                  <a:pt x="155997" y="204734"/>
                </a:lnTo>
                <a:lnTo>
                  <a:pt x="157277" y="204003"/>
                </a:lnTo>
                <a:lnTo>
                  <a:pt x="158466" y="203271"/>
                </a:lnTo>
                <a:lnTo>
                  <a:pt x="159746" y="202448"/>
                </a:lnTo>
                <a:lnTo>
                  <a:pt x="160843" y="201625"/>
                </a:lnTo>
                <a:lnTo>
                  <a:pt x="161940" y="200711"/>
                </a:lnTo>
                <a:lnTo>
                  <a:pt x="163038" y="199705"/>
                </a:lnTo>
                <a:lnTo>
                  <a:pt x="173553" y="189098"/>
                </a:lnTo>
                <a:lnTo>
                  <a:pt x="205466" y="193670"/>
                </a:lnTo>
                <a:lnTo>
                  <a:pt x="236647" y="185989"/>
                </a:lnTo>
                <a:lnTo>
                  <a:pt x="262707" y="167152"/>
                </a:lnTo>
                <a:lnTo>
                  <a:pt x="279806" y="139903"/>
                </a:lnTo>
                <a:lnTo>
                  <a:pt x="285476" y="108265"/>
                </a:lnTo>
                <a:lnTo>
                  <a:pt x="278801" y="76718"/>
                </a:lnTo>
                <a:lnTo>
                  <a:pt x="260787" y="50109"/>
                </a:lnTo>
                <a:lnTo>
                  <a:pt x="234178" y="32095"/>
                </a:lnTo>
                <a:lnTo>
                  <a:pt x="202631" y="25420"/>
                </a:lnTo>
                <a:lnTo>
                  <a:pt x="170993" y="31090"/>
                </a:lnTo>
                <a:lnTo>
                  <a:pt x="143744" y="48189"/>
                </a:lnTo>
                <a:lnTo>
                  <a:pt x="124907" y="74249"/>
                </a:lnTo>
                <a:lnTo>
                  <a:pt x="117226" y="105430"/>
                </a:lnTo>
                <a:lnTo>
                  <a:pt x="121798" y="137343"/>
                </a:lnTo>
                <a:lnTo>
                  <a:pt x="33467" y="225582"/>
                </a:lnTo>
                <a:close/>
                <a:moveTo>
                  <a:pt x="220188" y="97201"/>
                </a:moveTo>
                <a:lnTo>
                  <a:pt x="220096" y="98572"/>
                </a:lnTo>
                <a:lnTo>
                  <a:pt x="219547" y="99944"/>
                </a:lnTo>
                <a:lnTo>
                  <a:pt x="218816" y="101224"/>
                </a:lnTo>
                <a:lnTo>
                  <a:pt x="217810" y="102230"/>
                </a:lnTo>
                <a:lnTo>
                  <a:pt x="216530" y="102961"/>
                </a:lnTo>
                <a:lnTo>
                  <a:pt x="215158" y="103510"/>
                </a:lnTo>
                <a:lnTo>
                  <a:pt x="213787" y="103602"/>
                </a:lnTo>
                <a:lnTo>
                  <a:pt x="212324" y="103510"/>
                </a:lnTo>
                <a:lnTo>
                  <a:pt x="210952" y="102961"/>
                </a:lnTo>
                <a:lnTo>
                  <a:pt x="209672" y="102230"/>
                </a:lnTo>
                <a:lnTo>
                  <a:pt x="208666" y="101224"/>
                </a:lnTo>
                <a:lnTo>
                  <a:pt x="207935" y="99944"/>
                </a:lnTo>
                <a:lnTo>
                  <a:pt x="207386" y="98572"/>
                </a:lnTo>
                <a:lnTo>
                  <a:pt x="207294" y="97201"/>
                </a:lnTo>
                <a:lnTo>
                  <a:pt x="207386" y="95738"/>
                </a:lnTo>
                <a:lnTo>
                  <a:pt x="207935" y="94366"/>
                </a:lnTo>
                <a:lnTo>
                  <a:pt x="208666" y="93086"/>
                </a:lnTo>
                <a:lnTo>
                  <a:pt x="209672" y="92080"/>
                </a:lnTo>
                <a:lnTo>
                  <a:pt x="210952" y="91349"/>
                </a:lnTo>
                <a:lnTo>
                  <a:pt x="212324" y="90800"/>
                </a:lnTo>
                <a:lnTo>
                  <a:pt x="213787" y="90708"/>
                </a:lnTo>
                <a:lnTo>
                  <a:pt x="215158" y="90800"/>
                </a:lnTo>
                <a:lnTo>
                  <a:pt x="216530" y="91349"/>
                </a:lnTo>
                <a:lnTo>
                  <a:pt x="217810" y="92080"/>
                </a:lnTo>
                <a:lnTo>
                  <a:pt x="218816" y="93086"/>
                </a:lnTo>
                <a:lnTo>
                  <a:pt x="219547" y="94366"/>
                </a:lnTo>
                <a:lnTo>
                  <a:pt x="220096" y="95738"/>
                </a:lnTo>
                <a:lnTo>
                  <a:pt x="220188" y="97201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6492" y="4033520"/>
            <a:ext cx="18242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env_key の変数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97880" y="42895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26480" y="4033520"/>
            <a:ext cx="25603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4496" y="41341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26680" y="246156"/>
                </a:moveTo>
                <a:lnTo>
                  <a:pt x="116586" y="246156"/>
                </a:lnTo>
                <a:lnTo>
                  <a:pt x="88422" y="241676"/>
                </a:lnTo>
                <a:lnTo>
                  <a:pt x="63002" y="228600"/>
                </a:lnTo>
                <a:lnTo>
                  <a:pt x="42977" y="208392"/>
                </a:lnTo>
                <a:lnTo>
                  <a:pt x="30175" y="182880"/>
                </a:lnTo>
                <a:lnTo>
                  <a:pt x="25969" y="154625"/>
                </a:lnTo>
                <a:lnTo>
                  <a:pt x="30632" y="126553"/>
                </a:lnTo>
                <a:lnTo>
                  <a:pt x="43891" y="101224"/>
                </a:lnTo>
                <a:lnTo>
                  <a:pt x="64374" y="81382"/>
                </a:lnTo>
                <a:lnTo>
                  <a:pt x="89977" y="68763"/>
                </a:lnTo>
                <a:lnTo>
                  <a:pt x="118232" y="64740"/>
                </a:lnTo>
                <a:lnTo>
                  <a:pt x="146304" y="69769"/>
                </a:lnTo>
                <a:lnTo>
                  <a:pt x="171450" y="83210"/>
                </a:lnTo>
                <a:lnTo>
                  <a:pt x="191201" y="103784"/>
                </a:lnTo>
                <a:lnTo>
                  <a:pt x="203545" y="129570"/>
                </a:lnTo>
                <a:lnTo>
                  <a:pt x="226680" y="129570"/>
                </a:lnTo>
                <a:lnTo>
                  <a:pt x="239664" y="131034"/>
                </a:lnTo>
                <a:lnTo>
                  <a:pt x="252009" y="135331"/>
                </a:lnTo>
                <a:lnTo>
                  <a:pt x="263073" y="142281"/>
                </a:lnTo>
                <a:lnTo>
                  <a:pt x="272308" y="151516"/>
                </a:lnTo>
                <a:lnTo>
                  <a:pt x="279258" y="162580"/>
                </a:lnTo>
                <a:lnTo>
                  <a:pt x="283555" y="174833"/>
                </a:lnTo>
                <a:lnTo>
                  <a:pt x="285018" y="187818"/>
                </a:lnTo>
                <a:lnTo>
                  <a:pt x="283555" y="200802"/>
                </a:lnTo>
                <a:lnTo>
                  <a:pt x="279258" y="213147"/>
                </a:lnTo>
                <a:lnTo>
                  <a:pt x="272308" y="224211"/>
                </a:lnTo>
                <a:lnTo>
                  <a:pt x="263073" y="233446"/>
                </a:lnTo>
                <a:lnTo>
                  <a:pt x="252009" y="240396"/>
                </a:lnTo>
                <a:lnTo>
                  <a:pt x="239664" y="244693"/>
                </a:lnTo>
                <a:lnTo>
                  <a:pt x="226680" y="246156"/>
                </a:lnTo>
                <a:lnTo>
                  <a:pt x="226680" y="246156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4033520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base_url へ接続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  Codex CLI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APIキーを環境変数で渡して起動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88720"/>
            <a:ext cx="8001000" cy="2177796"/>
          </a:xfrm>
          <a:prstGeom prst="roundRect">
            <a:avLst>
              <a:gd name="adj" fmla="val 2519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25880"/>
            <a:ext cx="7635240" cy="1903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AZURE_OPENAI_API_KEY "&lt;api-key&gt;"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新しいPowerShellを開いてから実行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cd &lt;project&gt;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codex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非対話で疎通を確認する場合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codex exec "このリポジトリの構成を説明して"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3512820"/>
            <a:ext cx="21640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36134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96870" y="38862"/>
                </a:moveTo>
                <a:lnTo>
                  <a:pt x="198333" y="38953"/>
                </a:lnTo>
                <a:lnTo>
                  <a:pt x="199796" y="39045"/>
                </a:lnTo>
                <a:lnTo>
                  <a:pt x="201168" y="39319"/>
                </a:lnTo>
                <a:lnTo>
                  <a:pt x="202631" y="39594"/>
                </a:lnTo>
                <a:lnTo>
                  <a:pt x="204003" y="39959"/>
                </a:lnTo>
                <a:lnTo>
                  <a:pt x="205374" y="40416"/>
                </a:lnTo>
                <a:lnTo>
                  <a:pt x="206746" y="40965"/>
                </a:lnTo>
                <a:lnTo>
                  <a:pt x="208026" y="41605"/>
                </a:lnTo>
                <a:lnTo>
                  <a:pt x="209306" y="42245"/>
                </a:lnTo>
                <a:lnTo>
                  <a:pt x="210586" y="42977"/>
                </a:lnTo>
                <a:lnTo>
                  <a:pt x="211775" y="43800"/>
                </a:lnTo>
                <a:lnTo>
                  <a:pt x="212872" y="44714"/>
                </a:lnTo>
                <a:lnTo>
                  <a:pt x="213970" y="45629"/>
                </a:lnTo>
                <a:lnTo>
                  <a:pt x="215067" y="46634"/>
                </a:lnTo>
                <a:lnTo>
                  <a:pt x="264262" y="95829"/>
                </a:lnTo>
                <a:lnTo>
                  <a:pt x="265267" y="96926"/>
                </a:lnTo>
                <a:lnTo>
                  <a:pt x="266182" y="98024"/>
                </a:lnTo>
                <a:lnTo>
                  <a:pt x="267096" y="99121"/>
                </a:lnTo>
                <a:lnTo>
                  <a:pt x="267919" y="100310"/>
                </a:lnTo>
                <a:lnTo>
                  <a:pt x="268651" y="101590"/>
                </a:lnTo>
                <a:lnTo>
                  <a:pt x="269291" y="102870"/>
                </a:lnTo>
                <a:lnTo>
                  <a:pt x="269931" y="104150"/>
                </a:lnTo>
                <a:lnTo>
                  <a:pt x="270480" y="105522"/>
                </a:lnTo>
                <a:lnTo>
                  <a:pt x="270937" y="106893"/>
                </a:lnTo>
                <a:lnTo>
                  <a:pt x="271302" y="108265"/>
                </a:lnTo>
                <a:lnTo>
                  <a:pt x="271577" y="109728"/>
                </a:lnTo>
                <a:lnTo>
                  <a:pt x="271851" y="111100"/>
                </a:lnTo>
                <a:lnTo>
                  <a:pt x="271943" y="112563"/>
                </a:lnTo>
                <a:lnTo>
                  <a:pt x="272034" y="114026"/>
                </a:lnTo>
                <a:lnTo>
                  <a:pt x="272034" y="246156"/>
                </a:lnTo>
                <a:lnTo>
                  <a:pt x="271851" y="248991"/>
                </a:lnTo>
                <a:lnTo>
                  <a:pt x="271394" y="251917"/>
                </a:lnTo>
                <a:lnTo>
                  <a:pt x="270571" y="254660"/>
                </a:lnTo>
                <a:lnTo>
                  <a:pt x="269474" y="257404"/>
                </a:lnTo>
                <a:lnTo>
                  <a:pt x="268102" y="259872"/>
                </a:lnTo>
                <a:lnTo>
                  <a:pt x="266365" y="262250"/>
                </a:lnTo>
                <a:lnTo>
                  <a:pt x="264444" y="264444"/>
                </a:lnTo>
                <a:lnTo>
                  <a:pt x="262250" y="266365"/>
                </a:lnTo>
                <a:lnTo>
                  <a:pt x="259872" y="268102"/>
                </a:lnTo>
                <a:lnTo>
                  <a:pt x="257404" y="269474"/>
                </a:lnTo>
                <a:lnTo>
                  <a:pt x="254660" y="270571"/>
                </a:lnTo>
                <a:lnTo>
                  <a:pt x="251917" y="271394"/>
                </a:lnTo>
                <a:lnTo>
                  <a:pt x="248991" y="271851"/>
                </a:lnTo>
                <a:lnTo>
                  <a:pt x="246156" y="272034"/>
                </a:lnTo>
                <a:lnTo>
                  <a:pt x="64740" y="272034"/>
                </a:lnTo>
                <a:lnTo>
                  <a:pt x="61905" y="271851"/>
                </a:lnTo>
                <a:lnTo>
                  <a:pt x="58979" y="271394"/>
                </a:lnTo>
                <a:lnTo>
                  <a:pt x="56236" y="270571"/>
                </a:lnTo>
                <a:lnTo>
                  <a:pt x="53492" y="269474"/>
                </a:lnTo>
                <a:lnTo>
                  <a:pt x="51024" y="268102"/>
                </a:lnTo>
                <a:lnTo>
                  <a:pt x="48646" y="266365"/>
                </a:lnTo>
                <a:lnTo>
                  <a:pt x="46452" y="264444"/>
                </a:lnTo>
                <a:lnTo>
                  <a:pt x="44531" y="262250"/>
                </a:lnTo>
                <a:lnTo>
                  <a:pt x="42794" y="259872"/>
                </a:lnTo>
                <a:lnTo>
                  <a:pt x="41422" y="257404"/>
                </a:lnTo>
                <a:lnTo>
                  <a:pt x="40325" y="254660"/>
                </a:lnTo>
                <a:lnTo>
                  <a:pt x="39502" y="251917"/>
                </a:lnTo>
                <a:lnTo>
                  <a:pt x="39045" y="248991"/>
                </a:lnTo>
                <a:lnTo>
                  <a:pt x="38862" y="246156"/>
                </a:lnTo>
                <a:lnTo>
                  <a:pt x="38862" y="64740"/>
                </a:lnTo>
                <a:lnTo>
                  <a:pt x="39045" y="61905"/>
                </a:lnTo>
                <a:lnTo>
                  <a:pt x="39502" y="58979"/>
                </a:lnTo>
                <a:lnTo>
                  <a:pt x="40325" y="56236"/>
                </a:lnTo>
                <a:lnTo>
                  <a:pt x="41422" y="53492"/>
                </a:lnTo>
                <a:lnTo>
                  <a:pt x="42794" y="51024"/>
                </a:lnTo>
                <a:lnTo>
                  <a:pt x="44531" y="48646"/>
                </a:lnTo>
                <a:lnTo>
                  <a:pt x="46452" y="46452"/>
                </a:lnTo>
                <a:lnTo>
                  <a:pt x="48646" y="44531"/>
                </a:lnTo>
                <a:lnTo>
                  <a:pt x="51024" y="42794"/>
                </a:lnTo>
                <a:lnTo>
                  <a:pt x="53492" y="41422"/>
                </a:lnTo>
                <a:lnTo>
                  <a:pt x="56236" y="40325"/>
                </a:lnTo>
                <a:lnTo>
                  <a:pt x="58979" y="39502"/>
                </a:lnTo>
                <a:lnTo>
                  <a:pt x="61905" y="39045"/>
                </a:lnTo>
                <a:lnTo>
                  <a:pt x="64740" y="38862"/>
                </a:lnTo>
                <a:lnTo>
                  <a:pt x="196870" y="38862"/>
                </a:lnTo>
                <a:close/>
                <a:moveTo>
                  <a:pt x="220188" y="272034"/>
                </a:moveTo>
                <a:lnTo>
                  <a:pt x="220188" y="181326"/>
                </a:lnTo>
                <a:lnTo>
                  <a:pt x="220096" y="179862"/>
                </a:lnTo>
                <a:lnTo>
                  <a:pt x="219913" y="178491"/>
                </a:lnTo>
                <a:lnTo>
                  <a:pt x="219456" y="177119"/>
                </a:lnTo>
                <a:lnTo>
                  <a:pt x="218907" y="175748"/>
                </a:lnTo>
                <a:lnTo>
                  <a:pt x="218267" y="174468"/>
                </a:lnTo>
                <a:lnTo>
                  <a:pt x="217353" y="173279"/>
                </a:lnTo>
                <a:lnTo>
                  <a:pt x="216438" y="172182"/>
                </a:lnTo>
                <a:lnTo>
                  <a:pt x="215341" y="171267"/>
                </a:lnTo>
                <a:lnTo>
                  <a:pt x="214152" y="170353"/>
                </a:lnTo>
                <a:lnTo>
                  <a:pt x="212872" y="169713"/>
                </a:lnTo>
                <a:lnTo>
                  <a:pt x="211501" y="169164"/>
                </a:lnTo>
                <a:lnTo>
                  <a:pt x="210129" y="168707"/>
                </a:lnTo>
                <a:lnTo>
                  <a:pt x="208758" y="168524"/>
                </a:lnTo>
                <a:lnTo>
                  <a:pt x="207294" y="168432"/>
                </a:lnTo>
                <a:lnTo>
                  <a:pt x="103602" y="168432"/>
                </a:lnTo>
                <a:lnTo>
                  <a:pt x="102138" y="168524"/>
                </a:lnTo>
                <a:lnTo>
                  <a:pt x="100767" y="168707"/>
                </a:lnTo>
                <a:lnTo>
                  <a:pt x="99395" y="169164"/>
                </a:lnTo>
                <a:lnTo>
                  <a:pt x="98024" y="169713"/>
                </a:lnTo>
                <a:lnTo>
                  <a:pt x="96744" y="170353"/>
                </a:lnTo>
                <a:lnTo>
                  <a:pt x="95555" y="171267"/>
                </a:lnTo>
                <a:lnTo>
                  <a:pt x="94458" y="172182"/>
                </a:lnTo>
                <a:lnTo>
                  <a:pt x="93543" y="173279"/>
                </a:lnTo>
                <a:lnTo>
                  <a:pt x="92629" y="174468"/>
                </a:lnTo>
                <a:lnTo>
                  <a:pt x="91989" y="175748"/>
                </a:lnTo>
                <a:lnTo>
                  <a:pt x="91440" y="177119"/>
                </a:lnTo>
                <a:lnTo>
                  <a:pt x="90983" y="178491"/>
                </a:lnTo>
                <a:lnTo>
                  <a:pt x="90800" y="179862"/>
                </a:lnTo>
                <a:lnTo>
                  <a:pt x="90708" y="181326"/>
                </a:lnTo>
                <a:lnTo>
                  <a:pt x="90708" y="272034"/>
                </a:lnTo>
                <a:moveTo>
                  <a:pt x="90708" y="38862"/>
                </a:moveTo>
                <a:lnTo>
                  <a:pt x="90708" y="90708"/>
                </a:lnTo>
                <a:lnTo>
                  <a:pt x="90800" y="92172"/>
                </a:lnTo>
                <a:lnTo>
                  <a:pt x="90983" y="93543"/>
                </a:lnTo>
                <a:lnTo>
                  <a:pt x="91440" y="94915"/>
                </a:lnTo>
                <a:lnTo>
                  <a:pt x="91989" y="96286"/>
                </a:lnTo>
                <a:lnTo>
                  <a:pt x="92629" y="97566"/>
                </a:lnTo>
                <a:lnTo>
                  <a:pt x="93543" y="98755"/>
                </a:lnTo>
                <a:lnTo>
                  <a:pt x="94458" y="99852"/>
                </a:lnTo>
                <a:lnTo>
                  <a:pt x="95555" y="100767"/>
                </a:lnTo>
                <a:lnTo>
                  <a:pt x="96744" y="101681"/>
                </a:lnTo>
                <a:lnTo>
                  <a:pt x="98024" y="102321"/>
                </a:lnTo>
                <a:lnTo>
                  <a:pt x="99395" y="102870"/>
                </a:lnTo>
                <a:lnTo>
                  <a:pt x="100767" y="103327"/>
                </a:lnTo>
                <a:lnTo>
                  <a:pt x="102138" y="103510"/>
                </a:lnTo>
                <a:lnTo>
                  <a:pt x="103602" y="103602"/>
                </a:lnTo>
                <a:lnTo>
                  <a:pt x="194310" y="103602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3512820"/>
            <a:ext cx="1542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setxで保存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95600" y="37688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24200" y="3512820"/>
            <a:ext cx="342595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52216" y="36134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246156"/>
                </a:moveTo>
                <a:lnTo>
                  <a:pt x="259050" y="246156"/>
                </a:lnTo>
                <a:moveTo>
                  <a:pt x="51846" y="220188"/>
                </a:moveTo>
                <a:lnTo>
                  <a:pt x="129570" y="142464"/>
                </a:lnTo>
                <a:lnTo>
                  <a:pt x="51846" y="64740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4552" y="3512820"/>
            <a:ext cx="280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新しいターミナルで起動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95872" y="37688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24472" y="3512820"/>
            <a:ext cx="1862328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52488" y="36134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26680" y="246156"/>
                </a:moveTo>
                <a:lnTo>
                  <a:pt x="116586" y="246156"/>
                </a:lnTo>
                <a:lnTo>
                  <a:pt x="88422" y="241676"/>
                </a:lnTo>
                <a:lnTo>
                  <a:pt x="63002" y="228600"/>
                </a:lnTo>
                <a:lnTo>
                  <a:pt x="42977" y="208392"/>
                </a:lnTo>
                <a:lnTo>
                  <a:pt x="30175" y="182880"/>
                </a:lnTo>
                <a:lnTo>
                  <a:pt x="25969" y="154625"/>
                </a:lnTo>
                <a:lnTo>
                  <a:pt x="30632" y="126553"/>
                </a:lnTo>
                <a:lnTo>
                  <a:pt x="43891" y="101224"/>
                </a:lnTo>
                <a:lnTo>
                  <a:pt x="64374" y="81382"/>
                </a:lnTo>
                <a:lnTo>
                  <a:pt x="89977" y="68763"/>
                </a:lnTo>
                <a:lnTo>
                  <a:pt x="118232" y="64740"/>
                </a:lnTo>
                <a:lnTo>
                  <a:pt x="146304" y="69769"/>
                </a:lnTo>
                <a:lnTo>
                  <a:pt x="171450" y="83210"/>
                </a:lnTo>
                <a:lnTo>
                  <a:pt x="191201" y="103784"/>
                </a:lnTo>
                <a:lnTo>
                  <a:pt x="203545" y="129570"/>
                </a:lnTo>
                <a:lnTo>
                  <a:pt x="226680" y="129570"/>
                </a:lnTo>
                <a:lnTo>
                  <a:pt x="239664" y="131034"/>
                </a:lnTo>
                <a:lnTo>
                  <a:pt x="252009" y="135331"/>
                </a:lnTo>
                <a:lnTo>
                  <a:pt x="263073" y="142281"/>
                </a:lnTo>
                <a:lnTo>
                  <a:pt x="272308" y="151516"/>
                </a:lnTo>
                <a:lnTo>
                  <a:pt x="279258" y="162580"/>
                </a:lnTo>
                <a:lnTo>
                  <a:pt x="283555" y="174833"/>
                </a:lnTo>
                <a:lnTo>
                  <a:pt x="285018" y="187818"/>
                </a:lnTo>
                <a:lnTo>
                  <a:pt x="283555" y="200802"/>
                </a:lnTo>
                <a:lnTo>
                  <a:pt x="279258" y="213147"/>
                </a:lnTo>
                <a:lnTo>
                  <a:pt x="272308" y="224211"/>
                </a:lnTo>
                <a:lnTo>
                  <a:pt x="263073" y="233446"/>
                </a:lnTo>
                <a:lnTo>
                  <a:pt x="252009" y="240396"/>
                </a:lnTo>
                <a:lnTo>
                  <a:pt x="239664" y="244693"/>
                </a:lnTo>
                <a:lnTo>
                  <a:pt x="226680" y="246156"/>
                </a:lnTo>
                <a:lnTo>
                  <a:pt x="226680" y="246156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54824" y="3512820"/>
            <a:ext cx="1240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4070604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CLIは現時点でEntra ID認証に非対応（MS Learn）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  Codex CLI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2588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85800" y="2834640"/>
            <a:ext cx="7315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063240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インストール → 環境変数 → モデル固定 → 認証の選択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Codeをインストールする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PowerShellで実行する（管理者権限は不要）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8001000" cy="1911096"/>
          </a:xfrm>
          <a:prstGeom prst="roundRect">
            <a:avLst>
              <a:gd name="adj" fmla="val 2871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763524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推奨: ネイティブインストーラー（自動更新）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irm https://claude.ai/install.ps1 | iex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代替: WinGet（自動更新されない）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winget install Anthropic.ClaudeCode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--version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doctor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703320"/>
            <a:ext cx="2066544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38039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194310"/>
                </a:moveTo>
                <a:lnTo>
                  <a:pt x="155448" y="38862"/>
                </a:lnTo>
                <a:moveTo>
                  <a:pt x="272034" y="194310"/>
                </a:moveTo>
                <a:lnTo>
                  <a:pt x="272034" y="246156"/>
                </a:lnTo>
                <a:lnTo>
                  <a:pt x="271851" y="248991"/>
                </a:lnTo>
                <a:lnTo>
                  <a:pt x="271394" y="251917"/>
                </a:lnTo>
                <a:lnTo>
                  <a:pt x="270571" y="254660"/>
                </a:lnTo>
                <a:lnTo>
                  <a:pt x="269474" y="257404"/>
                </a:lnTo>
                <a:lnTo>
                  <a:pt x="268102" y="259872"/>
                </a:lnTo>
                <a:lnTo>
                  <a:pt x="266365" y="262250"/>
                </a:lnTo>
                <a:lnTo>
                  <a:pt x="264444" y="264444"/>
                </a:lnTo>
                <a:lnTo>
                  <a:pt x="262250" y="266365"/>
                </a:lnTo>
                <a:lnTo>
                  <a:pt x="259872" y="268102"/>
                </a:lnTo>
                <a:lnTo>
                  <a:pt x="257404" y="269474"/>
                </a:lnTo>
                <a:lnTo>
                  <a:pt x="254660" y="270571"/>
                </a:lnTo>
                <a:lnTo>
                  <a:pt x="251917" y="271394"/>
                </a:lnTo>
                <a:lnTo>
                  <a:pt x="248991" y="271851"/>
                </a:lnTo>
                <a:lnTo>
                  <a:pt x="246156" y="272034"/>
                </a:lnTo>
                <a:lnTo>
                  <a:pt x="64740" y="272034"/>
                </a:lnTo>
                <a:lnTo>
                  <a:pt x="61905" y="271851"/>
                </a:lnTo>
                <a:lnTo>
                  <a:pt x="58979" y="271394"/>
                </a:lnTo>
                <a:lnTo>
                  <a:pt x="56236" y="270571"/>
                </a:lnTo>
                <a:lnTo>
                  <a:pt x="53492" y="269474"/>
                </a:lnTo>
                <a:lnTo>
                  <a:pt x="51024" y="268102"/>
                </a:lnTo>
                <a:lnTo>
                  <a:pt x="48646" y="266365"/>
                </a:lnTo>
                <a:lnTo>
                  <a:pt x="46452" y="264444"/>
                </a:lnTo>
                <a:lnTo>
                  <a:pt x="44531" y="262250"/>
                </a:lnTo>
                <a:lnTo>
                  <a:pt x="42794" y="259872"/>
                </a:lnTo>
                <a:lnTo>
                  <a:pt x="41422" y="257404"/>
                </a:lnTo>
                <a:lnTo>
                  <a:pt x="40325" y="254660"/>
                </a:lnTo>
                <a:lnTo>
                  <a:pt x="39502" y="251917"/>
                </a:lnTo>
                <a:lnTo>
                  <a:pt x="39045" y="248991"/>
                </a:lnTo>
                <a:lnTo>
                  <a:pt x="38862" y="246156"/>
                </a:lnTo>
                <a:lnTo>
                  <a:pt x="38862" y="194310"/>
                </a:lnTo>
                <a:moveTo>
                  <a:pt x="90708" y="129570"/>
                </a:moveTo>
                <a:lnTo>
                  <a:pt x="155448" y="194310"/>
                </a:lnTo>
                <a:lnTo>
                  <a:pt x="220188" y="129570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3703320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インストール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98064" y="39593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26664" y="3703320"/>
            <a:ext cx="2898648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38039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16586" y="155448"/>
                </a:moveTo>
                <a:lnTo>
                  <a:pt x="142464" y="181326"/>
                </a:lnTo>
                <a:lnTo>
                  <a:pt x="194310" y="129570"/>
                </a:lnTo>
                <a:moveTo>
                  <a:pt x="285018" y="155448"/>
                </a:moveTo>
                <a:lnTo>
                  <a:pt x="281727" y="184252"/>
                </a:lnTo>
                <a:lnTo>
                  <a:pt x="272125" y="211684"/>
                </a:lnTo>
                <a:lnTo>
                  <a:pt x="256764" y="236190"/>
                </a:lnTo>
                <a:lnTo>
                  <a:pt x="236190" y="256764"/>
                </a:lnTo>
                <a:lnTo>
                  <a:pt x="211684" y="272125"/>
                </a:lnTo>
                <a:lnTo>
                  <a:pt x="184252" y="281727"/>
                </a:lnTo>
                <a:lnTo>
                  <a:pt x="155448" y="285018"/>
                </a:lnTo>
                <a:lnTo>
                  <a:pt x="126644" y="281727"/>
                </a:lnTo>
                <a:lnTo>
                  <a:pt x="99212" y="272125"/>
                </a:lnTo>
                <a:lnTo>
                  <a:pt x="74706" y="256764"/>
                </a:lnTo>
                <a:lnTo>
                  <a:pt x="54132" y="236190"/>
                </a:lnTo>
                <a:lnTo>
                  <a:pt x="38771" y="211684"/>
                </a:lnTo>
                <a:lnTo>
                  <a:pt x="29169" y="184252"/>
                </a:lnTo>
                <a:lnTo>
                  <a:pt x="25878" y="155448"/>
                </a:lnTo>
                <a:lnTo>
                  <a:pt x="29169" y="126644"/>
                </a:lnTo>
                <a:lnTo>
                  <a:pt x="38771" y="99212"/>
                </a:lnTo>
                <a:lnTo>
                  <a:pt x="54132" y="74706"/>
                </a:lnTo>
                <a:lnTo>
                  <a:pt x="74706" y="54132"/>
                </a:lnTo>
                <a:lnTo>
                  <a:pt x="99212" y="38771"/>
                </a:lnTo>
                <a:lnTo>
                  <a:pt x="126644" y="29169"/>
                </a:lnTo>
                <a:lnTo>
                  <a:pt x="155448" y="25878"/>
                </a:lnTo>
                <a:lnTo>
                  <a:pt x="184252" y="29169"/>
                </a:lnTo>
                <a:lnTo>
                  <a:pt x="211684" y="38771"/>
                </a:lnTo>
                <a:lnTo>
                  <a:pt x="236190" y="54132"/>
                </a:lnTo>
                <a:lnTo>
                  <a:pt x="256764" y="74706"/>
                </a:lnTo>
                <a:lnTo>
                  <a:pt x="272125" y="99212"/>
                </a:lnTo>
                <a:lnTo>
                  <a:pt x="281727" y="126644"/>
                </a:lnTo>
                <a:lnTo>
                  <a:pt x="285018" y="155448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7016" y="3703320"/>
            <a:ext cx="2276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--version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71032" y="39593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99632" y="3703320"/>
            <a:ext cx="2487168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7648" y="38039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42464" y="25878"/>
                </a:moveTo>
                <a:lnTo>
                  <a:pt x="142464" y="51846"/>
                </a:lnTo>
                <a:moveTo>
                  <a:pt x="64740" y="25878"/>
                </a:moveTo>
                <a:lnTo>
                  <a:pt x="64740" y="51846"/>
                </a:lnTo>
                <a:moveTo>
                  <a:pt x="64740" y="38862"/>
                </a:moveTo>
                <a:lnTo>
                  <a:pt x="51846" y="38862"/>
                </a:lnTo>
                <a:lnTo>
                  <a:pt x="48920" y="39045"/>
                </a:lnTo>
                <a:lnTo>
                  <a:pt x="46086" y="39502"/>
                </a:lnTo>
                <a:lnTo>
                  <a:pt x="43251" y="40325"/>
                </a:lnTo>
                <a:lnTo>
                  <a:pt x="40599" y="41422"/>
                </a:lnTo>
                <a:lnTo>
                  <a:pt x="38039" y="42794"/>
                </a:lnTo>
                <a:lnTo>
                  <a:pt x="35662" y="44531"/>
                </a:lnTo>
                <a:lnTo>
                  <a:pt x="33467" y="46452"/>
                </a:lnTo>
                <a:lnTo>
                  <a:pt x="31547" y="48646"/>
                </a:lnTo>
                <a:lnTo>
                  <a:pt x="29901" y="51024"/>
                </a:lnTo>
                <a:lnTo>
                  <a:pt x="28438" y="53492"/>
                </a:lnTo>
                <a:lnTo>
                  <a:pt x="27341" y="56236"/>
                </a:lnTo>
                <a:lnTo>
                  <a:pt x="26518" y="58979"/>
                </a:lnTo>
                <a:lnTo>
                  <a:pt x="26060" y="61905"/>
                </a:lnTo>
                <a:lnTo>
                  <a:pt x="25878" y="64740"/>
                </a:lnTo>
                <a:lnTo>
                  <a:pt x="25878" y="116586"/>
                </a:lnTo>
                <a:lnTo>
                  <a:pt x="27889" y="133868"/>
                </a:lnTo>
                <a:lnTo>
                  <a:pt x="33650" y="150327"/>
                </a:lnTo>
                <a:lnTo>
                  <a:pt x="42885" y="165049"/>
                </a:lnTo>
                <a:lnTo>
                  <a:pt x="55138" y="177394"/>
                </a:lnTo>
                <a:lnTo>
                  <a:pt x="69952" y="186629"/>
                </a:lnTo>
                <a:lnTo>
                  <a:pt x="86319" y="192390"/>
                </a:lnTo>
                <a:lnTo>
                  <a:pt x="103602" y="194310"/>
                </a:lnTo>
                <a:lnTo>
                  <a:pt x="120884" y="192390"/>
                </a:lnTo>
                <a:lnTo>
                  <a:pt x="137343" y="186629"/>
                </a:lnTo>
                <a:lnTo>
                  <a:pt x="152065" y="177394"/>
                </a:lnTo>
                <a:lnTo>
                  <a:pt x="164409" y="165049"/>
                </a:lnTo>
                <a:lnTo>
                  <a:pt x="173645" y="150327"/>
                </a:lnTo>
                <a:lnTo>
                  <a:pt x="179405" y="133868"/>
                </a:lnTo>
                <a:lnTo>
                  <a:pt x="181326" y="116586"/>
                </a:lnTo>
                <a:lnTo>
                  <a:pt x="181326" y="64740"/>
                </a:lnTo>
                <a:lnTo>
                  <a:pt x="181234" y="61905"/>
                </a:lnTo>
                <a:lnTo>
                  <a:pt x="180685" y="58979"/>
                </a:lnTo>
                <a:lnTo>
                  <a:pt x="179862" y="56236"/>
                </a:lnTo>
                <a:lnTo>
                  <a:pt x="178765" y="53492"/>
                </a:lnTo>
                <a:lnTo>
                  <a:pt x="177394" y="51024"/>
                </a:lnTo>
                <a:lnTo>
                  <a:pt x="175748" y="48646"/>
                </a:lnTo>
                <a:lnTo>
                  <a:pt x="173736" y="46452"/>
                </a:lnTo>
                <a:lnTo>
                  <a:pt x="171633" y="44531"/>
                </a:lnTo>
                <a:lnTo>
                  <a:pt x="169255" y="42794"/>
                </a:lnTo>
                <a:lnTo>
                  <a:pt x="166695" y="41422"/>
                </a:lnTo>
                <a:lnTo>
                  <a:pt x="164043" y="40325"/>
                </a:lnTo>
                <a:lnTo>
                  <a:pt x="161209" y="39502"/>
                </a:lnTo>
                <a:lnTo>
                  <a:pt x="158374" y="39045"/>
                </a:lnTo>
                <a:lnTo>
                  <a:pt x="155448" y="38862"/>
                </a:lnTo>
                <a:lnTo>
                  <a:pt x="142464" y="38862"/>
                </a:lnTo>
                <a:moveTo>
                  <a:pt x="103602" y="194310"/>
                </a:moveTo>
                <a:lnTo>
                  <a:pt x="105613" y="211592"/>
                </a:lnTo>
                <a:lnTo>
                  <a:pt x="111374" y="228051"/>
                </a:lnTo>
                <a:lnTo>
                  <a:pt x="120609" y="242773"/>
                </a:lnTo>
                <a:lnTo>
                  <a:pt x="132862" y="255118"/>
                </a:lnTo>
                <a:lnTo>
                  <a:pt x="147676" y="264353"/>
                </a:lnTo>
                <a:lnTo>
                  <a:pt x="164043" y="270114"/>
                </a:lnTo>
                <a:lnTo>
                  <a:pt x="181326" y="272034"/>
                </a:lnTo>
                <a:lnTo>
                  <a:pt x="198608" y="270114"/>
                </a:lnTo>
                <a:lnTo>
                  <a:pt x="215067" y="264353"/>
                </a:lnTo>
                <a:lnTo>
                  <a:pt x="229789" y="255118"/>
                </a:lnTo>
                <a:lnTo>
                  <a:pt x="242133" y="242773"/>
                </a:lnTo>
                <a:lnTo>
                  <a:pt x="251369" y="228051"/>
                </a:lnTo>
                <a:lnTo>
                  <a:pt x="257129" y="211592"/>
                </a:lnTo>
                <a:lnTo>
                  <a:pt x="259050" y="194310"/>
                </a:lnTo>
                <a:lnTo>
                  <a:pt x="259050" y="155448"/>
                </a:lnTo>
                <a:moveTo>
                  <a:pt x="285018" y="129570"/>
                </a:moveTo>
                <a:lnTo>
                  <a:pt x="284378" y="135331"/>
                </a:lnTo>
                <a:lnTo>
                  <a:pt x="282458" y="140818"/>
                </a:lnTo>
                <a:lnTo>
                  <a:pt x="279349" y="145664"/>
                </a:lnTo>
                <a:lnTo>
                  <a:pt x="275234" y="149779"/>
                </a:lnTo>
                <a:lnTo>
                  <a:pt x="270297" y="152888"/>
                </a:lnTo>
                <a:lnTo>
                  <a:pt x="264810" y="154808"/>
                </a:lnTo>
                <a:lnTo>
                  <a:pt x="259050" y="155448"/>
                </a:lnTo>
                <a:lnTo>
                  <a:pt x="253289" y="154808"/>
                </a:lnTo>
                <a:lnTo>
                  <a:pt x="247802" y="152888"/>
                </a:lnTo>
                <a:lnTo>
                  <a:pt x="242956" y="149779"/>
                </a:lnTo>
                <a:lnTo>
                  <a:pt x="238841" y="145664"/>
                </a:lnTo>
                <a:lnTo>
                  <a:pt x="235732" y="140818"/>
                </a:lnTo>
                <a:lnTo>
                  <a:pt x="233812" y="135331"/>
                </a:lnTo>
                <a:lnTo>
                  <a:pt x="233172" y="129570"/>
                </a:lnTo>
                <a:lnTo>
                  <a:pt x="233812" y="123810"/>
                </a:lnTo>
                <a:lnTo>
                  <a:pt x="235732" y="118323"/>
                </a:lnTo>
                <a:lnTo>
                  <a:pt x="238841" y="113386"/>
                </a:lnTo>
                <a:lnTo>
                  <a:pt x="242956" y="109271"/>
                </a:lnTo>
                <a:lnTo>
                  <a:pt x="247802" y="106162"/>
                </a:lnTo>
                <a:lnTo>
                  <a:pt x="253289" y="104242"/>
                </a:lnTo>
                <a:lnTo>
                  <a:pt x="259050" y="103602"/>
                </a:lnTo>
                <a:lnTo>
                  <a:pt x="264810" y="104242"/>
                </a:lnTo>
                <a:lnTo>
                  <a:pt x="270297" y="106162"/>
                </a:lnTo>
                <a:lnTo>
                  <a:pt x="275234" y="109271"/>
                </a:lnTo>
                <a:lnTo>
                  <a:pt x="279349" y="113386"/>
                </a:lnTo>
                <a:lnTo>
                  <a:pt x="282458" y="118323"/>
                </a:lnTo>
                <a:lnTo>
                  <a:pt x="284378" y="123810"/>
                </a:lnTo>
                <a:lnTo>
                  <a:pt x="285018" y="129570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9984" y="3703320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doctor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4261104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for Windowsを入れると、Claude CodeがBashツールを使える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  Claude Code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環境変数でFoundryを有効にする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88720"/>
            <a:ext cx="8001000" cy="1644396"/>
          </a:xfrm>
          <a:prstGeom prst="roundRect">
            <a:avLst>
              <a:gd name="adj" fmla="val 3336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25880"/>
            <a:ext cx="7635240" cy="137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Foundry連携を有効化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CLAUDE_CODE_USE_FOUNDRY 1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ANTHROPIC_FOUNDRY_RESOURCE "&lt;resource&gt;"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APIキー認証（Entra IDを使う場合は設定しない）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ANTHROPIC_FOUNDRY_API_KEY "&lt;api-key&gt;"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979420"/>
            <a:ext cx="21640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30800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96870" y="38862"/>
                </a:moveTo>
                <a:lnTo>
                  <a:pt x="198333" y="38953"/>
                </a:lnTo>
                <a:lnTo>
                  <a:pt x="199796" y="39045"/>
                </a:lnTo>
                <a:lnTo>
                  <a:pt x="201168" y="39319"/>
                </a:lnTo>
                <a:lnTo>
                  <a:pt x="202631" y="39594"/>
                </a:lnTo>
                <a:lnTo>
                  <a:pt x="204003" y="39959"/>
                </a:lnTo>
                <a:lnTo>
                  <a:pt x="205374" y="40416"/>
                </a:lnTo>
                <a:lnTo>
                  <a:pt x="206746" y="40965"/>
                </a:lnTo>
                <a:lnTo>
                  <a:pt x="208026" y="41605"/>
                </a:lnTo>
                <a:lnTo>
                  <a:pt x="209306" y="42245"/>
                </a:lnTo>
                <a:lnTo>
                  <a:pt x="210586" y="42977"/>
                </a:lnTo>
                <a:lnTo>
                  <a:pt x="211775" y="43800"/>
                </a:lnTo>
                <a:lnTo>
                  <a:pt x="212872" y="44714"/>
                </a:lnTo>
                <a:lnTo>
                  <a:pt x="213970" y="45629"/>
                </a:lnTo>
                <a:lnTo>
                  <a:pt x="215067" y="46634"/>
                </a:lnTo>
                <a:lnTo>
                  <a:pt x="264262" y="95829"/>
                </a:lnTo>
                <a:lnTo>
                  <a:pt x="265267" y="96926"/>
                </a:lnTo>
                <a:lnTo>
                  <a:pt x="266182" y="98024"/>
                </a:lnTo>
                <a:lnTo>
                  <a:pt x="267096" y="99121"/>
                </a:lnTo>
                <a:lnTo>
                  <a:pt x="267919" y="100310"/>
                </a:lnTo>
                <a:lnTo>
                  <a:pt x="268651" y="101590"/>
                </a:lnTo>
                <a:lnTo>
                  <a:pt x="269291" y="102870"/>
                </a:lnTo>
                <a:lnTo>
                  <a:pt x="269931" y="104150"/>
                </a:lnTo>
                <a:lnTo>
                  <a:pt x="270480" y="105522"/>
                </a:lnTo>
                <a:lnTo>
                  <a:pt x="270937" y="106893"/>
                </a:lnTo>
                <a:lnTo>
                  <a:pt x="271302" y="108265"/>
                </a:lnTo>
                <a:lnTo>
                  <a:pt x="271577" y="109728"/>
                </a:lnTo>
                <a:lnTo>
                  <a:pt x="271851" y="111100"/>
                </a:lnTo>
                <a:lnTo>
                  <a:pt x="271943" y="112563"/>
                </a:lnTo>
                <a:lnTo>
                  <a:pt x="272034" y="114026"/>
                </a:lnTo>
                <a:lnTo>
                  <a:pt x="272034" y="246156"/>
                </a:lnTo>
                <a:lnTo>
                  <a:pt x="271851" y="248991"/>
                </a:lnTo>
                <a:lnTo>
                  <a:pt x="271394" y="251917"/>
                </a:lnTo>
                <a:lnTo>
                  <a:pt x="270571" y="254660"/>
                </a:lnTo>
                <a:lnTo>
                  <a:pt x="269474" y="257404"/>
                </a:lnTo>
                <a:lnTo>
                  <a:pt x="268102" y="259872"/>
                </a:lnTo>
                <a:lnTo>
                  <a:pt x="266365" y="262250"/>
                </a:lnTo>
                <a:lnTo>
                  <a:pt x="264444" y="264444"/>
                </a:lnTo>
                <a:lnTo>
                  <a:pt x="262250" y="266365"/>
                </a:lnTo>
                <a:lnTo>
                  <a:pt x="259872" y="268102"/>
                </a:lnTo>
                <a:lnTo>
                  <a:pt x="257404" y="269474"/>
                </a:lnTo>
                <a:lnTo>
                  <a:pt x="254660" y="270571"/>
                </a:lnTo>
                <a:lnTo>
                  <a:pt x="251917" y="271394"/>
                </a:lnTo>
                <a:lnTo>
                  <a:pt x="248991" y="271851"/>
                </a:lnTo>
                <a:lnTo>
                  <a:pt x="246156" y="272034"/>
                </a:lnTo>
                <a:lnTo>
                  <a:pt x="64740" y="272034"/>
                </a:lnTo>
                <a:lnTo>
                  <a:pt x="61905" y="271851"/>
                </a:lnTo>
                <a:lnTo>
                  <a:pt x="58979" y="271394"/>
                </a:lnTo>
                <a:lnTo>
                  <a:pt x="56236" y="270571"/>
                </a:lnTo>
                <a:lnTo>
                  <a:pt x="53492" y="269474"/>
                </a:lnTo>
                <a:lnTo>
                  <a:pt x="51024" y="268102"/>
                </a:lnTo>
                <a:lnTo>
                  <a:pt x="48646" y="266365"/>
                </a:lnTo>
                <a:lnTo>
                  <a:pt x="46452" y="264444"/>
                </a:lnTo>
                <a:lnTo>
                  <a:pt x="44531" y="262250"/>
                </a:lnTo>
                <a:lnTo>
                  <a:pt x="42794" y="259872"/>
                </a:lnTo>
                <a:lnTo>
                  <a:pt x="41422" y="257404"/>
                </a:lnTo>
                <a:lnTo>
                  <a:pt x="40325" y="254660"/>
                </a:lnTo>
                <a:lnTo>
                  <a:pt x="39502" y="251917"/>
                </a:lnTo>
                <a:lnTo>
                  <a:pt x="39045" y="248991"/>
                </a:lnTo>
                <a:lnTo>
                  <a:pt x="38862" y="246156"/>
                </a:lnTo>
                <a:lnTo>
                  <a:pt x="38862" y="64740"/>
                </a:lnTo>
                <a:lnTo>
                  <a:pt x="39045" y="61905"/>
                </a:lnTo>
                <a:lnTo>
                  <a:pt x="39502" y="58979"/>
                </a:lnTo>
                <a:lnTo>
                  <a:pt x="40325" y="56236"/>
                </a:lnTo>
                <a:lnTo>
                  <a:pt x="41422" y="53492"/>
                </a:lnTo>
                <a:lnTo>
                  <a:pt x="42794" y="51024"/>
                </a:lnTo>
                <a:lnTo>
                  <a:pt x="44531" y="48646"/>
                </a:lnTo>
                <a:lnTo>
                  <a:pt x="46452" y="46452"/>
                </a:lnTo>
                <a:lnTo>
                  <a:pt x="48646" y="44531"/>
                </a:lnTo>
                <a:lnTo>
                  <a:pt x="51024" y="42794"/>
                </a:lnTo>
                <a:lnTo>
                  <a:pt x="53492" y="41422"/>
                </a:lnTo>
                <a:lnTo>
                  <a:pt x="56236" y="40325"/>
                </a:lnTo>
                <a:lnTo>
                  <a:pt x="58979" y="39502"/>
                </a:lnTo>
                <a:lnTo>
                  <a:pt x="61905" y="39045"/>
                </a:lnTo>
                <a:lnTo>
                  <a:pt x="64740" y="38862"/>
                </a:lnTo>
                <a:lnTo>
                  <a:pt x="196870" y="38862"/>
                </a:lnTo>
                <a:close/>
                <a:moveTo>
                  <a:pt x="220188" y="272034"/>
                </a:moveTo>
                <a:lnTo>
                  <a:pt x="220188" y="181326"/>
                </a:lnTo>
                <a:lnTo>
                  <a:pt x="220096" y="179862"/>
                </a:lnTo>
                <a:lnTo>
                  <a:pt x="219913" y="178491"/>
                </a:lnTo>
                <a:lnTo>
                  <a:pt x="219456" y="177119"/>
                </a:lnTo>
                <a:lnTo>
                  <a:pt x="218907" y="175748"/>
                </a:lnTo>
                <a:lnTo>
                  <a:pt x="218267" y="174468"/>
                </a:lnTo>
                <a:lnTo>
                  <a:pt x="217353" y="173279"/>
                </a:lnTo>
                <a:lnTo>
                  <a:pt x="216438" y="172182"/>
                </a:lnTo>
                <a:lnTo>
                  <a:pt x="215341" y="171267"/>
                </a:lnTo>
                <a:lnTo>
                  <a:pt x="214152" y="170353"/>
                </a:lnTo>
                <a:lnTo>
                  <a:pt x="212872" y="169713"/>
                </a:lnTo>
                <a:lnTo>
                  <a:pt x="211501" y="169164"/>
                </a:lnTo>
                <a:lnTo>
                  <a:pt x="210129" y="168707"/>
                </a:lnTo>
                <a:lnTo>
                  <a:pt x="208758" y="168524"/>
                </a:lnTo>
                <a:lnTo>
                  <a:pt x="207294" y="168432"/>
                </a:lnTo>
                <a:lnTo>
                  <a:pt x="103602" y="168432"/>
                </a:lnTo>
                <a:lnTo>
                  <a:pt x="102138" y="168524"/>
                </a:lnTo>
                <a:lnTo>
                  <a:pt x="100767" y="168707"/>
                </a:lnTo>
                <a:lnTo>
                  <a:pt x="99395" y="169164"/>
                </a:lnTo>
                <a:lnTo>
                  <a:pt x="98024" y="169713"/>
                </a:lnTo>
                <a:lnTo>
                  <a:pt x="96744" y="170353"/>
                </a:lnTo>
                <a:lnTo>
                  <a:pt x="95555" y="171267"/>
                </a:lnTo>
                <a:lnTo>
                  <a:pt x="94458" y="172182"/>
                </a:lnTo>
                <a:lnTo>
                  <a:pt x="93543" y="173279"/>
                </a:lnTo>
                <a:lnTo>
                  <a:pt x="92629" y="174468"/>
                </a:lnTo>
                <a:lnTo>
                  <a:pt x="91989" y="175748"/>
                </a:lnTo>
                <a:lnTo>
                  <a:pt x="91440" y="177119"/>
                </a:lnTo>
                <a:lnTo>
                  <a:pt x="90983" y="178491"/>
                </a:lnTo>
                <a:lnTo>
                  <a:pt x="90800" y="179862"/>
                </a:lnTo>
                <a:lnTo>
                  <a:pt x="90708" y="181326"/>
                </a:lnTo>
                <a:lnTo>
                  <a:pt x="90708" y="272034"/>
                </a:lnTo>
                <a:moveTo>
                  <a:pt x="90708" y="38862"/>
                </a:moveTo>
                <a:lnTo>
                  <a:pt x="90708" y="90708"/>
                </a:lnTo>
                <a:lnTo>
                  <a:pt x="90800" y="92172"/>
                </a:lnTo>
                <a:lnTo>
                  <a:pt x="90983" y="93543"/>
                </a:lnTo>
                <a:lnTo>
                  <a:pt x="91440" y="94915"/>
                </a:lnTo>
                <a:lnTo>
                  <a:pt x="91989" y="96286"/>
                </a:lnTo>
                <a:lnTo>
                  <a:pt x="92629" y="97566"/>
                </a:lnTo>
                <a:lnTo>
                  <a:pt x="93543" y="98755"/>
                </a:lnTo>
                <a:lnTo>
                  <a:pt x="94458" y="99852"/>
                </a:lnTo>
                <a:lnTo>
                  <a:pt x="95555" y="100767"/>
                </a:lnTo>
                <a:lnTo>
                  <a:pt x="96744" y="101681"/>
                </a:lnTo>
                <a:lnTo>
                  <a:pt x="98024" y="102321"/>
                </a:lnTo>
                <a:lnTo>
                  <a:pt x="99395" y="102870"/>
                </a:lnTo>
                <a:lnTo>
                  <a:pt x="100767" y="103327"/>
                </a:lnTo>
                <a:lnTo>
                  <a:pt x="102138" y="103510"/>
                </a:lnTo>
                <a:lnTo>
                  <a:pt x="103602" y="103602"/>
                </a:lnTo>
                <a:lnTo>
                  <a:pt x="194310" y="103602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2979420"/>
            <a:ext cx="1542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setxで保存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95600" y="32354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24200" y="2979420"/>
            <a:ext cx="342595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52216" y="30800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246156"/>
                </a:moveTo>
                <a:lnTo>
                  <a:pt x="259050" y="246156"/>
                </a:lnTo>
                <a:moveTo>
                  <a:pt x="51846" y="220188"/>
                </a:moveTo>
                <a:lnTo>
                  <a:pt x="129570" y="142464"/>
                </a:lnTo>
                <a:lnTo>
                  <a:pt x="51846" y="64740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4552" y="2979420"/>
            <a:ext cx="280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新しいターミナルで起動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95872" y="32354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24472" y="2979420"/>
            <a:ext cx="1862328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52488" y="30800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26680" y="246156"/>
                </a:moveTo>
                <a:lnTo>
                  <a:pt x="116586" y="246156"/>
                </a:lnTo>
                <a:lnTo>
                  <a:pt x="88422" y="241676"/>
                </a:lnTo>
                <a:lnTo>
                  <a:pt x="63002" y="228600"/>
                </a:lnTo>
                <a:lnTo>
                  <a:pt x="42977" y="208392"/>
                </a:lnTo>
                <a:lnTo>
                  <a:pt x="30175" y="182880"/>
                </a:lnTo>
                <a:lnTo>
                  <a:pt x="25969" y="154625"/>
                </a:lnTo>
                <a:lnTo>
                  <a:pt x="30632" y="126553"/>
                </a:lnTo>
                <a:lnTo>
                  <a:pt x="43891" y="101224"/>
                </a:lnTo>
                <a:lnTo>
                  <a:pt x="64374" y="81382"/>
                </a:lnTo>
                <a:lnTo>
                  <a:pt x="89977" y="68763"/>
                </a:lnTo>
                <a:lnTo>
                  <a:pt x="118232" y="64740"/>
                </a:lnTo>
                <a:lnTo>
                  <a:pt x="146304" y="69769"/>
                </a:lnTo>
                <a:lnTo>
                  <a:pt x="171450" y="83210"/>
                </a:lnTo>
                <a:lnTo>
                  <a:pt x="191201" y="103784"/>
                </a:lnTo>
                <a:lnTo>
                  <a:pt x="203545" y="129570"/>
                </a:lnTo>
                <a:lnTo>
                  <a:pt x="226680" y="129570"/>
                </a:lnTo>
                <a:lnTo>
                  <a:pt x="239664" y="131034"/>
                </a:lnTo>
                <a:lnTo>
                  <a:pt x="252009" y="135331"/>
                </a:lnTo>
                <a:lnTo>
                  <a:pt x="263073" y="142281"/>
                </a:lnTo>
                <a:lnTo>
                  <a:pt x="272308" y="151516"/>
                </a:lnTo>
                <a:lnTo>
                  <a:pt x="279258" y="162580"/>
                </a:lnTo>
                <a:lnTo>
                  <a:pt x="283555" y="174833"/>
                </a:lnTo>
                <a:lnTo>
                  <a:pt x="285018" y="187818"/>
                </a:lnTo>
                <a:lnTo>
                  <a:pt x="283555" y="200802"/>
                </a:lnTo>
                <a:lnTo>
                  <a:pt x="279258" y="213147"/>
                </a:lnTo>
                <a:lnTo>
                  <a:pt x="272308" y="224211"/>
                </a:lnTo>
                <a:lnTo>
                  <a:pt x="263073" y="233446"/>
                </a:lnTo>
                <a:lnTo>
                  <a:pt x="252009" y="240396"/>
                </a:lnTo>
                <a:lnTo>
                  <a:pt x="239664" y="244693"/>
                </a:lnTo>
                <a:lnTo>
                  <a:pt x="226680" y="246156"/>
                </a:lnTo>
                <a:lnTo>
                  <a:pt x="226680" y="246156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54824" y="2979420"/>
            <a:ext cx="1240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3537204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Foundryには設定ウィザードがなく、環境変数だけで設定する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3921252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リソース名の代わりに ANTHROPIC_FOUNDRY_BASE_URL でURL全体も指定できる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  Claude Code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モデルはデプロイ名で固定する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88720"/>
            <a:ext cx="8001000" cy="1110996"/>
          </a:xfrm>
          <a:prstGeom prst="roundRect">
            <a:avLst>
              <a:gd name="adj" fmla="val 4938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25880"/>
            <a:ext cx="7635240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ANTHROPIC_DEFAULT_OPUS_MODEL "&lt;opus-deployment&gt;"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ANTHROPIC_DEFAULT_SONNET_MODEL "&lt;sonnet-deployment&gt;"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ANTHROPIC_DEFAULT_HAIKU_MODEL "&lt;haiku-deployment&gt;"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4643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Codeの別名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63240" y="24643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Foundryのデプロイ名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793492"/>
            <a:ext cx="17373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793492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opus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96312" y="2994660"/>
            <a:ext cx="493776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63240" y="2793492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2793492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&lt;opus-deployment&gt;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3287268"/>
            <a:ext cx="17373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28726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sonnet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496312" y="3488436"/>
            <a:ext cx="493776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063240" y="3287268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72968" y="3287268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&lt;sonnet-deployment&gt;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3781044"/>
            <a:ext cx="173736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3781044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haiku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496312" y="3982212"/>
            <a:ext cx="493776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063240" y="3781044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72968" y="3781044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&lt;haiku-deployment&gt;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63640" y="378104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タイトル生成などの補助処理に使う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" y="4293108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未設定だと別名のまま呼ばれ、未デプロイなら失敗する（起動時には確認されない）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  Claude Code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 IDならキー配布が不要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34440"/>
            <a:ext cx="80010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64008" cy="914400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2344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APIキー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キーを配る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40280" y="1417320"/>
            <a:ext cx="192633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9AA3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68296" y="1536192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246156"/>
                </a:moveTo>
                <a:lnTo>
                  <a:pt x="259050" y="246156"/>
                </a:lnTo>
                <a:moveTo>
                  <a:pt x="51846" y="220188"/>
                </a:moveTo>
                <a:lnTo>
                  <a:pt x="129570" y="142464"/>
                </a:lnTo>
                <a:lnTo>
                  <a:pt x="51846" y="64740"/>
                </a:lnTo>
              </a:path>
            </a:pathLst>
          </a:custGeom>
          <a:noFill/>
          <a:ln w="25908">
            <a:solidFill>
              <a:srgbClr val="9AA3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1417320"/>
            <a:ext cx="1304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12336" y="1691640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86656" y="1417320"/>
            <a:ext cx="22235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9AA3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4672" y="1536192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33467" y="225582"/>
                </a:moveTo>
                <a:lnTo>
                  <a:pt x="32461" y="226680"/>
                </a:lnTo>
                <a:lnTo>
                  <a:pt x="31547" y="227777"/>
                </a:lnTo>
                <a:lnTo>
                  <a:pt x="30724" y="228874"/>
                </a:lnTo>
                <a:lnTo>
                  <a:pt x="29901" y="230154"/>
                </a:lnTo>
                <a:lnTo>
                  <a:pt x="29169" y="231343"/>
                </a:lnTo>
                <a:lnTo>
                  <a:pt x="28438" y="232623"/>
                </a:lnTo>
                <a:lnTo>
                  <a:pt x="27889" y="233995"/>
                </a:lnTo>
                <a:lnTo>
                  <a:pt x="27341" y="235367"/>
                </a:lnTo>
                <a:lnTo>
                  <a:pt x="26883" y="236738"/>
                </a:lnTo>
                <a:lnTo>
                  <a:pt x="26518" y="238110"/>
                </a:lnTo>
                <a:lnTo>
                  <a:pt x="26243" y="239573"/>
                </a:lnTo>
                <a:lnTo>
                  <a:pt x="26060" y="241036"/>
                </a:lnTo>
                <a:lnTo>
                  <a:pt x="25969" y="242407"/>
                </a:lnTo>
                <a:lnTo>
                  <a:pt x="25878" y="243870"/>
                </a:lnTo>
                <a:lnTo>
                  <a:pt x="25878" y="272034"/>
                </a:lnTo>
                <a:lnTo>
                  <a:pt x="25969" y="273497"/>
                </a:lnTo>
                <a:lnTo>
                  <a:pt x="26243" y="274960"/>
                </a:lnTo>
                <a:lnTo>
                  <a:pt x="26609" y="276332"/>
                </a:lnTo>
                <a:lnTo>
                  <a:pt x="27158" y="277612"/>
                </a:lnTo>
                <a:lnTo>
                  <a:pt x="27889" y="278892"/>
                </a:lnTo>
                <a:lnTo>
                  <a:pt x="28712" y="280081"/>
                </a:lnTo>
                <a:lnTo>
                  <a:pt x="29718" y="281178"/>
                </a:lnTo>
                <a:lnTo>
                  <a:pt x="30815" y="282184"/>
                </a:lnTo>
                <a:lnTo>
                  <a:pt x="32004" y="283007"/>
                </a:lnTo>
                <a:lnTo>
                  <a:pt x="33284" y="283738"/>
                </a:lnTo>
                <a:lnTo>
                  <a:pt x="34564" y="284287"/>
                </a:lnTo>
                <a:lnTo>
                  <a:pt x="35936" y="284653"/>
                </a:lnTo>
                <a:lnTo>
                  <a:pt x="37399" y="284927"/>
                </a:lnTo>
                <a:lnTo>
                  <a:pt x="38862" y="285018"/>
                </a:lnTo>
                <a:lnTo>
                  <a:pt x="77724" y="285018"/>
                </a:lnTo>
                <a:lnTo>
                  <a:pt x="79187" y="284927"/>
                </a:lnTo>
                <a:lnTo>
                  <a:pt x="80650" y="284653"/>
                </a:lnTo>
                <a:lnTo>
                  <a:pt x="82022" y="284287"/>
                </a:lnTo>
                <a:lnTo>
                  <a:pt x="83302" y="283738"/>
                </a:lnTo>
                <a:lnTo>
                  <a:pt x="84582" y="283007"/>
                </a:lnTo>
                <a:lnTo>
                  <a:pt x="85771" y="282184"/>
                </a:lnTo>
                <a:lnTo>
                  <a:pt x="86868" y="281178"/>
                </a:lnTo>
                <a:lnTo>
                  <a:pt x="87874" y="280081"/>
                </a:lnTo>
                <a:lnTo>
                  <a:pt x="88697" y="278892"/>
                </a:lnTo>
                <a:lnTo>
                  <a:pt x="89428" y="277612"/>
                </a:lnTo>
                <a:lnTo>
                  <a:pt x="89977" y="276332"/>
                </a:lnTo>
                <a:lnTo>
                  <a:pt x="90343" y="274960"/>
                </a:lnTo>
                <a:lnTo>
                  <a:pt x="90617" y="273497"/>
                </a:lnTo>
                <a:lnTo>
                  <a:pt x="90708" y="272034"/>
                </a:lnTo>
                <a:lnTo>
                  <a:pt x="90708" y="259050"/>
                </a:lnTo>
                <a:lnTo>
                  <a:pt x="90800" y="257586"/>
                </a:lnTo>
                <a:lnTo>
                  <a:pt x="90983" y="256215"/>
                </a:lnTo>
                <a:lnTo>
                  <a:pt x="91440" y="254843"/>
                </a:lnTo>
                <a:lnTo>
                  <a:pt x="91989" y="253472"/>
                </a:lnTo>
                <a:lnTo>
                  <a:pt x="92629" y="252192"/>
                </a:lnTo>
                <a:lnTo>
                  <a:pt x="93543" y="251003"/>
                </a:lnTo>
                <a:lnTo>
                  <a:pt x="94458" y="249906"/>
                </a:lnTo>
                <a:lnTo>
                  <a:pt x="95555" y="248991"/>
                </a:lnTo>
                <a:lnTo>
                  <a:pt x="96744" y="248077"/>
                </a:lnTo>
                <a:lnTo>
                  <a:pt x="98024" y="247437"/>
                </a:lnTo>
                <a:lnTo>
                  <a:pt x="99395" y="246888"/>
                </a:lnTo>
                <a:lnTo>
                  <a:pt x="100767" y="246431"/>
                </a:lnTo>
                <a:lnTo>
                  <a:pt x="102138" y="246248"/>
                </a:lnTo>
                <a:lnTo>
                  <a:pt x="103602" y="246156"/>
                </a:lnTo>
                <a:lnTo>
                  <a:pt x="116586" y="246156"/>
                </a:lnTo>
                <a:lnTo>
                  <a:pt x="118049" y="246065"/>
                </a:lnTo>
                <a:lnTo>
                  <a:pt x="119512" y="245791"/>
                </a:lnTo>
                <a:lnTo>
                  <a:pt x="120884" y="245425"/>
                </a:lnTo>
                <a:lnTo>
                  <a:pt x="122164" y="244876"/>
                </a:lnTo>
                <a:lnTo>
                  <a:pt x="123444" y="244145"/>
                </a:lnTo>
                <a:lnTo>
                  <a:pt x="124633" y="243322"/>
                </a:lnTo>
                <a:lnTo>
                  <a:pt x="125730" y="242316"/>
                </a:lnTo>
                <a:lnTo>
                  <a:pt x="126736" y="241219"/>
                </a:lnTo>
                <a:lnTo>
                  <a:pt x="127559" y="240030"/>
                </a:lnTo>
                <a:lnTo>
                  <a:pt x="128290" y="238750"/>
                </a:lnTo>
                <a:lnTo>
                  <a:pt x="128839" y="237470"/>
                </a:lnTo>
                <a:lnTo>
                  <a:pt x="129205" y="236098"/>
                </a:lnTo>
                <a:lnTo>
                  <a:pt x="129479" y="234635"/>
                </a:lnTo>
                <a:lnTo>
                  <a:pt x="129570" y="233172"/>
                </a:lnTo>
                <a:lnTo>
                  <a:pt x="129570" y="220188"/>
                </a:lnTo>
                <a:lnTo>
                  <a:pt x="129662" y="218724"/>
                </a:lnTo>
                <a:lnTo>
                  <a:pt x="129845" y="217353"/>
                </a:lnTo>
                <a:lnTo>
                  <a:pt x="130302" y="215981"/>
                </a:lnTo>
                <a:lnTo>
                  <a:pt x="130851" y="214610"/>
                </a:lnTo>
                <a:lnTo>
                  <a:pt x="131491" y="213330"/>
                </a:lnTo>
                <a:lnTo>
                  <a:pt x="132405" y="212141"/>
                </a:lnTo>
                <a:lnTo>
                  <a:pt x="133320" y="211044"/>
                </a:lnTo>
                <a:lnTo>
                  <a:pt x="134417" y="210129"/>
                </a:lnTo>
                <a:lnTo>
                  <a:pt x="135606" y="209215"/>
                </a:lnTo>
                <a:lnTo>
                  <a:pt x="136886" y="208575"/>
                </a:lnTo>
                <a:lnTo>
                  <a:pt x="138257" y="208026"/>
                </a:lnTo>
                <a:lnTo>
                  <a:pt x="139629" y="207569"/>
                </a:lnTo>
                <a:lnTo>
                  <a:pt x="141000" y="207386"/>
                </a:lnTo>
                <a:lnTo>
                  <a:pt x="142464" y="207294"/>
                </a:lnTo>
                <a:lnTo>
                  <a:pt x="144750" y="207294"/>
                </a:lnTo>
                <a:lnTo>
                  <a:pt x="146213" y="207203"/>
                </a:lnTo>
                <a:lnTo>
                  <a:pt x="147584" y="207112"/>
                </a:lnTo>
                <a:lnTo>
                  <a:pt x="149047" y="206929"/>
                </a:lnTo>
                <a:lnTo>
                  <a:pt x="150510" y="206654"/>
                </a:lnTo>
                <a:lnTo>
                  <a:pt x="151882" y="206289"/>
                </a:lnTo>
                <a:lnTo>
                  <a:pt x="153253" y="205831"/>
                </a:lnTo>
                <a:lnTo>
                  <a:pt x="154625" y="205283"/>
                </a:lnTo>
                <a:lnTo>
                  <a:pt x="155997" y="204734"/>
                </a:lnTo>
                <a:lnTo>
                  <a:pt x="157277" y="204003"/>
                </a:lnTo>
                <a:lnTo>
                  <a:pt x="158466" y="203271"/>
                </a:lnTo>
                <a:lnTo>
                  <a:pt x="159746" y="202448"/>
                </a:lnTo>
                <a:lnTo>
                  <a:pt x="160843" y="201625"/>
                </a:lnTo>
                <a:lnTo>
                  <a:pt x="161940" y="200711"/>
                </a:lnTo>
                <a:lnTo>
                  <a:pt x="163038" y="199705"/>
                </a:lnTo>
                <a:lnTo>
                  <a:pt x="173553" y="189098"/>
                </a:lnTo>
                <a:lnTo>
                  <a:pt x="205466" y="193670"/>
                </a:lnTo>
                <a:lnTo>
                  <a:pt x="236647" y="185989"/>
                </a:lnTo>
                <a:lnTo>
                  <a:pt x="262707" y="167152"/>
                </a:lnTo>
                <a:lnTo>
                  <a:pt x="279806" y="139903"/>
                </a:lnTo>
                <a:lnTo>
                  <a:pt x="285476" y="108265"/>
                </a:lnTo>
                <a:lnTo>
                  <a:pt x="278801" y="76718"/>
                </a:lnTo>
                <a:lnTo>
                  <a:pt x="260787" y="50109"/>
                </a:lnTo>
                <a:lnTo>
                  <a:pt x="234178" y="32095"/>
                </a:lnTo>
                <a:lnTo>
                  <a:pt x="202631" y="25420"/>
                </a:lnTo>
                <a:lnTo>
                  <a:pt x="170993" y="31090"/>
                </a:lnTo>
                <a:lnTo>
                  <a:pt x="143744" y="48189"/>
                </a:lnTo>
                <a:lnTo>
                  <a:pt x="124907" y="74249"/>
                </a:lnTo>
                <a:lnTo>
                  <a:pt x="117226" y="105430"/>
                </a:lnTo>
                <a:lnTo>
                  <a:pt x="121798" y="137343"/>
                </a:lnTo>
                <a:lnTo>
                  <a:pt x="33467" y="225582"/>
                </a:lnTo>
                <a:close/>
                <a:moveTo>
                  <a:pt x="220188" y="97201"/>
                </a:moveTo>
                <a:lnTo>
                  <a:pt x="220096" y="98572"/>
                </a:lnTo>
                <a:lnTo>
                  <a:pt x="219547" y="99944"/>
                </a:lnTo>
                <a:lnTo>
                  <a:pt x="218816" y="101224"/>
                </a:lnTo>
                <a:lnTo>
                  <a:pt x="217810" y="102230"/>
                </a:lnTo>
                <a:lnTo>
                  <a:pt x="216530" y="102961"/>
                </a:lnTo>
                <a:lnTo>
                  <a:pt x="215158" y="103510"/>
                </a:lnTo>
                <a:lnTo>
                  <a:pt x="213787" y="103602"/>
                </a:lnTo>
                <a:lnTo>
                  <a:pt x="212324" y="103510"/>
                </a:lnTo>
                <a:lnTo>
                  <a:pt x="210952" y="102961"/>
                </a:lnTo>
                <a:lnTo>
                  <a:pt x="209672" y="102230"/>
                </a:lnTo>
                <a:lnTo>
                  <a:pt x="208666" y="101224"/>
                </a:lnTo>
                <a:lnTo>
                  <a:pt x="207935" y="99944"/>
                </a:lnTo>
                <a:lnTo>
                  <a:pt x="207386" y="98572"/>
                </a:lnTo>
                <a:lnTo>
                  <a:pt x="207294" y="97201"/>
                </a:lnTo>
                <a:lnTo>
                  <a:pt x="207386" y="95738"/>
                </a:lnTo>
                <a:lnTo>
                  <a:pt x="207935" y="94366"/>
                </a:lnTo>
                <a:lnTo>
                  <a:pt x="208666" y="93086"/>
                </a:lnTo>
                <a:lnTo>
                  <a:pt x="209672" y="92080"/>
                </a:lnTo>
                <a:lnTo>
                  <a:pt x="210952" y="91349"/>
                </a:lnTo>
                <a:lnTo>
                  <a:pt x="212324" y="90800"/>
                </a:lnTo>
                <a:lnTo>
                  <a:pt x="213787" y="90708"/>
                </a:lnTo>
                <a:lnTo>
                  <a:pt x="215158" y="90800"/>
                </a:lnTo>
                <a:lnTo>
                  <a:pt x="216530" y="91349"/>
                </a:lnTo>
                <a:lnTo>
                  <a:pt x="217810" y="92080"/>
                </a:lnTo>
                <a:lnTo>
                  <a:pt x="218816" y="93086"/>
                </a:lnTo>
                <a:lnTo>
                  <a:pt x="219547" y="94366"/>
                </a:lnTo>
                <a:lnTo>
                  <a:pt x="220096" y="95738"/>
                </a:lnTo>
                <a:lnTo>
                  <a:pt x="220188" y="97201"/>
                </a:lnTo>
                <a:close/>
              </a:path>
            </a:pathLst>
          </a:custGeom>
          <a:noFill/>
          <a:ln w="25908">
            <a:solidFill>
              <a:srgbClr val="9AA3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7008" y="1417320"/>
            <a:ext cx="1601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環境変数のキー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55892" y="1691640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030212" y="1417320"/>
            <a:ext cx="151942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9AA3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58228" y="1536192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26680" y="246156"/>
                </a:moveTo>
                <a:lnTo>
                  <a:pt x="116586" y="246156"/>
                </a:lnTo>
                <a:lnTo>
                  <a:pt x="88422" y="241676"/>
                </a:lnTo>
                <a:lnTo>
                  <a:pt x="63002" y="228600"/>
                </a:lnTo>
                <a:lnTo>
                  <a:pt x="42977" y="208392"/>
                </a:lnTo>
                <a:lnTo>
                  <a:pt x="30175" y="182880"/>
                </a:lnTo>
                <a:lnTo>
                  <a:pt x="25969" y="154625"/>
                </a:lnTo>
                <a:lnTo>
                  <a:pt x="30632" y="126553"/>
                </a:lnTo>
                <a:lnTo>
                  <a:pt x="43891" y="101224"/>
                </a:lnTo>
                <a:lnTo>
                  <a:pt x="64374" y="81382"/>
                </a:lnTo>
                <a:lnTo>
                  <a:pt x="89977" y="68763"/>
                </a:lnTo>
                <a:lnTo>
                  <a:pt x="118232" y="64740"/>
                </a:lnTo>
                <a:lnTo>
                  <a:pt x="146304" y="69769"/>
                </a:lnTo>
                <a:lnTo>
                  <a:pt x="171450" y="83210"/>
                </a:lnTo>
                <a:lnTo>
                  <a:pt x="191201" y="103784"/>
                </a:lnTo>
                <a:lnTo>
                  <a:pt x="203545" y="129570"/>
                </a:lnTo>
                <a:lnTo>
                  <a:pt x="226680" y="129570"/>
                </a:lnTo>
                <a:lnTo>
                  <a:pt x="239664" y="131034"/>
                </a:lnTo>
                <a:lnTo>
                  <a:pt x="252009" y="135331"/>
                </a:lnTo>
                <a:lnTo>
                  <a:pt x="263073" y="142281"/>
                </a:lnTo>
                <a:lnTo>
                  <a:pt x="272308" y="151516"/>
                </a:lnTo>
                <a:lnTo>
                  <a:pt x="279258" y="162580"/>
                </a:lnTo>
                <a:lnTo>
                  <a:pt x="283555" y="174833"/>
                </a:lnTo>
                <a:lnTo>
                  <a:pt x="285018" y="187818"/>
                </a:lnTo>
                <a:lnTo>
                  <a:pt x="283555" y="200802"/>
                </a:lnTo>
                <a:lnTo>
                  <a:pt x="279258" y="213147"/>
                </a:lnTo>
                <a:lnTo>
                  <a:pt x="272308" y="224211"/>
                </a:lnTo>
                <a:lnTo>
                  <a:pt x="263073" y="233446"/>
                </a:lnTo>
                <a:lnTo>
                  <a:pt x="252009" y="240396"/>
                </a:lnTo>
                <a:lnTo>
                  <a:pt x="239664" y="244693"/>
                </a:lnTo>
                <a:lnTo>
                  <a:pt x="226680" y="246156"/>
                </a:lnTo>
                <a:lnTo>
                  <a:pt x="226680" y="246156"/>
                </a:lnTo>
                <a:close/>
              </a:path>
            </a:pathLst>
          </a:custGeom>
          <a:noFill/>
          <a:ln w="25908">
            <a:solidFill>
              <a:srgbClr val="9AA3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0564" y="1417320"/>
            <a:ext cx="8976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2313432"/>
            <a:ext cx="80010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2313432"/>
            <a:ext cx="64008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2313432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 ID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キー不要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2240280" y="2496312"/>
            <a:ext cx="192633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68296" y="261518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246156"/>
                </a:moveTo>
                <a:lnTo>
                  <a:pt x="259050" y="246156"/>
                </a:lnTo>
                <a:moveTo>
                  <a:pt x="51846" y="220188"/>
                </a:moveTo>
                <a:lnTo>
                  <a:pt x="129570" y="142464"/>
                </a:lnTo>
                <a:lnTo>
                  <a:pt x="51846" y="64740"/>
                </a:lnTo>
              </a:path>
            </a:pathLst>
          </a:custGeom>
          <a:noFill/>
          <a:ln w="25908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70632" y="2496312"/>
            <a:ext cx="1304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12336" y="2770632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486656" y="2496312"/>
            <a:ext cx="22235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4672" y="261518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07294" y="142464"/>
                </a:moveTo>
                <a:lnTo>
                  <a:pt x="233172" y="168432"/>
                </a:lnTo>
                <a:lnTo>
                  <a:pt x="285018" y="116586"/>
                </a:lnTo>
                <a:moveTo>
                  <a:pt x="207294" y="272034"/>
                </a:moveTo>
                <a:lnTo>
                  <a:pt x="207294" y="246156"/>
                </a:lnTo>
                <a:lnTo>
                  <a:pt x="206929" y="240304"/>
                </a:lnTo>
                <a:lnTo>
                  <a:pt x="205923" y="234635"/>
                </a:lnTo>
                <a:lnTo>
                  <a:pt x="204368" y="229057"/>
                </a:lnTo>
                <a:lnTo>
                  <a:pt x="202174" y="223662"/>
                </a:lnTo>
                <a:lnTo>
                  <a:pt x="199339" y="218542"/>
                </a:lnTo>
                <a:lnTo>
                  <a:pt x="195956" y="213787"/>
                </a:lnTo>
                <a:lnTo>
                  <a:pt x="192115" y="209489"/>
                </a:lnTo>
                <a:lnTo>
                  <a:pt x="187726" y="205649"/>
                </a:lnTo>
                <a:lnTo>
                  <a:pt x="182971" y="202265"/>
                </a:lnTo>
                <a:lnTo>
                  <a:pt x="177942" y="199431"/>
                </a:lnTo>
                <a:lnTo>
                  <a:pt x="172547" y="197236"/>
                </a:lnTo>
                <a:lnTo>
                  <a:pt x="166969" y="195590"/>
                </a:lnTo>
                <a:lnTo>
                  <a:pt x="161209" y="194676"/>
                </a:lnTo>
                <a:lnTo>
                  <a:pt x="155448" y="194310"/>
                </a:lnTo>
                <a:lnTo>
                  <a:pt x="77724" y="194310"/>
                </a:lnTo>
                <a:lnTo>
                  <a:pt x="71963" y="194676"/>
                </a:lnTo>
                <a:lnTo>
                  <a:pt x="66203" y="195590"/>
                </a:lnTo>
                <a:lnTo>
                  <a:pt x="60625" y="197236"/>
                </a:lnTo>
                <a:lnTo>
                  <a:pt x="55230" y="199431"/>
                </a:lnTo>
                <a:lnTo>
                  <a:pt x="50201" y="202265"/>
                </a:lnTo>
                <a:lnTo>
                  <a:pt x="45446" y="205649"/>
                </a:lnTo>
                <a:lnTo>
                  <a:pt x="41057" y="209489"/>
                </a:lnTo>
                <a:lnTo>
                  <a:pt x="37216" y="213787"/>
                </a:lnTo>
                <a:lnTo>
                  <a:pt x="33833" y="218542"/>
                </a:lnTo>
                <a:lnTo>
                  <a:pt x="30998" y="223662"/>
                </a:lnTo>
                <a:lnTo>
                  <a:pt x="28804" y="229057"/>
                </a:lnTo>
                <a:lnTo>
                  <a:pt x="27249" y="234635"/>
                </a:lnTo>
                <a:lnTo>
                  <a:pt x="26243" y="240304"/>
                </a:lnTo>
                <a:lnTo>
                  <a:pt x="25878" y="246156"/>
                </a:lnTo>
                <a:lnTo>
                  <a:pt x="25878" y="272034"/>
                </a:lnTo>
                <a:moveTo>
                  <a:pt x="168432" y="90708"/>
                </a:moveTo>
                <a:lnTo>
                  <a:pt x="167061" y="102230"/>
                </a:lnTo>
                <a:lnTo>
                  <a:pt x="163312" y="113203"/>
                </a:lnTo>
                <a:lnTo>
                  <a:pt x="157094" y="122987"/>
                </a:lnTo>
                <a:lnTo>
                  <a:pt x="148864" y="131216"/>
                </a:lnTo>
                <a:lnTo>
                  <a:pt x="139080" y="137343"/>
                </a:lnTo>
                <a:lnTo>
                  <a:pt x="128107" y="141183"/>
                </a:lnTo>
                <a:lnTo>
                  <a:pt x="116586" y="142464"/>
                </a:lnTo>
                <a:lnTo>
                  <a:pt x="105065" y="141183"/>
                </a:lnTo>
                <a:lnTo>
                  <a:pt x="94092" y="137343"/>
                </a:lnTo>
                <a:lnTo>
                  <a:pt x="84308" y="131216"/>
                </a:lnTo>
                <a:lnTo>
                  <a:pt x="76078" y="122987"/>
                </a:lnTo>
                <a:lnTo>
                  <a:pt x="69860" y="113203"/>
                </a:lnTo>
                <a:lnTo>
                  <a:pt x="66111" y="102230"/>
                </a:lnTo>
                <a:lnTo>
                  <a:pt x="64740" y="90708"/>
                </a:lnTo>
                <a:lnTo>
                  <a:pt x="66111" y="79187"/>
                </a:lnTo>
                <a:lnTo>
                  <a:pt x="69860" y="68214"/>
                </a:lnTo>
                <a:lnTo>
                  <a:pt x="76078" y="58339"/>
                </a:lnTo>
                <a:lnTo>
                  <a:pt x="84308" y="50201"/>
                </a:lnTo>
                <a:lnTo>
                  <a:pt x="94092" y="43983"/>
                </a:lnTo>
                <a:lnTo>
                  <a:pt x="105065" y="40142"/>
                </a:lnTo>
                <a:lnTo>
                  <a:pt x="116586" y="38862"/>
                </a:lnTo>
                <a:lnTo>
                  <a:pt x="128107" y="40142"/>
                </a:lnTo>
                <a:lnTo>
                  <a:pt x="139080" y="43983"/>
                </a:lnTo>
                <a:lnTo>
                  <a:pt x="148864" y="50201"/>
                </a:lnTo>
                <a:lnTo>
                  <a:pt x="157094" y="58339"/>
                </a:lnTo>
                <a:lnTo>
                  <a:pt x="163312" y="68214"/>
                </a:lnTo>
                <a:lnTo>
                  <a:pt x="167061" y="79187"/>
                </a:lnTo>
                <a:lnTo>
                  <a:pt x="168432" y="90708"/>
                </a:lnTo>
                <a:close/>
              </a:path>
            </a:pathLst>
          </a:custGeom>
          <a:noFill/>
          <a:ln w="25908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7008" y="2496312"/>
            <a:ext cx="1601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既定の資格情報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55892" y="2770632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030212" y="2496312"/>
            <a:ext cx="151942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58228" y="261518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26680" y="246156"/>
                </a:moveTo>
                <a:lnTo>
                  <a:pt x="116586" y="246156"/>
                </a:lnTo>
                <a:lnTo>
                  <a:pt x="88422" y="241676"/>
                </a:lnTo>
                <a:lnTo>
                  <a:pt x="63002" y="228600"/>
                </a:lnTo>
                <a:lnTo>
                  <a:pt x="42977" y="208392"/>
                </a:lnTo>
                <a:lnTo>
                  <a:pt x="30175" y="182880"/>
                </a:lnTo>
                <a:lnTo>
                  <a:pt x="25969" y="154625"/>
                </a:lnTo>
                <a:lnTo>
                  <a:pt x="30632" y="126553"/>
                </a:lnTo>
                <a:lnTo>
                  <a:pt x="43891" y="101224"/>
                </a:lnTo>
                <a:lnTo>
                  <a:pt x="64374" y="81382"/>
                </a:lnTo>
                <a:lnTo>
                  <a:pt x="89977" y="68763"/>
                </a:lnTo>
                <a:lnTo>
                  <a:pt x="118232" y="64740"/>
                </a:lnTo>
                <a:lnTo>
                  <a:pt x="146304" y="69769"/>
                </a:lnTo>
                <a:lnTo>
                  <a:pt x="171450" y="83210"/>
                </a:lnTo>
                <a:lnTo>
                  <a:pt x="191201" y="103784"/>
                </a:lnTo>
                <a:lnTo>
                  <a:pt x="203545" y="129570"/>
                </a:lnTo>
                <a:lnTo>
                  <a:pt x="226680" y="129570"/>
                </a:lnTo>
                <a:lnTo>
                  <a:pt x="239664" y="131034"/>
                </a:lnTo>
                <a:lnTo>
                  <a:pt x="252009" y="135331"/>
                </a:lnTo>
                <a:lnTo>
                  <a:pt x="263073" y="142281"/>
                </a:lnTo>
                <a:lnTo>
                  <a:pt x="272308" y="151516"/>
                </a:lnTo>
                <a:lnTo>
                  <a:pt x="279258" y="162580"/>
                </a:lnTo>
                <a:lnTo>
                  <a:pt x="283555" y="174833"/>
                </a:lnTo>
                <a:lnTo>
                  <a:pt x="285018" y="187818"/>
                </a:lnTo>
                <a:lnTo>
                  <a:pt x="283555" y="200802"/>
                </a:lnTo>
                <a:lnTo>
                  <a:pt x="279258" y="213147"/>
                </a:lnTo>
                <a:lnTo>
                  <a:pt x="272308" y="224211"/>
                </a:lnTo>
                <a:lnTo>
                  <a:pt x="263073" y="233446"/>
                </a:lnTo>
                <a:lnTo>
                  <a:pt x="252009" y="240396"/>
                </a:lnTo>
                <a:lnTo>
                  <a:pt x="239664" y="244693"/>
                </a:lnTo>
                <a:lnTo>
                  <a:pt x="226680" y="246156"/>
                </a:lnTo>
                <a:lnTo>
                  <a:pt x="226680" y="246156"/>
                </a:lnTo>
                <a:close/>
              </a:path>
            </a:pathLst>
          </a:custGeom>
          <a:noFill/>
          <a:ln w="25908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60564" y="2496312"/>
            <a:ext cx="8976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5800" y="33924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設定手順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148840" y="3456432"/>
            <a:ext cx="329184" cy="329184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48840" y="3456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560320" y="3392424"/>
            <a:ext cx="172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 login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328160" y="3456432"/>
            <a:ext cx="329184" cy="329184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28160" y="3456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739640" y="3392424"/>
            <a:ext cx="172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キー変数を削除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507480" y="3456432"/>
            <a:ext cx="329184" cy="329184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07480" y="3456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18960" y="3392424"/>
            <a:ext cx="172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ロールを付与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5800" y="3922776"/>
            <a:ext cx="8001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ロールは Azure AI User などを付与する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5800" y="4270248"/>
            <a:ext cx="8001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トークンの直接指定: ANTHROPIC_FOUNDRY_AUTH_TOKEN（v2.1.203以降）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  Claude Code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2588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画像モデル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85800" y="2834640"/>
            <a:ext cx="7315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063240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GPT-Image-2.5 をデプロイ → スクリプト → 環境変数 → CLIから実行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用途でflareとsunburstを選ぶ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07008"/>
            <a:ext cx="3863340" cy="20574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07008"/>
            <a:ext cx="386334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46304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83850" y="293340"/>
                </a:moveTo>
                <a:lnTo>
                  <a:pt x="80467" y="293065"/>
                </a:lnTo>
                <a:lnTo>
                  <a:pt x="77175" y="292334"/>
                </a:lnTo>
                <a:lnTo>
                  <a:pt x="74066" y="290962"/>
                </a:lnTo>
                <a:lnTo>
                  <a:pt x="71232" y="289225"/>
                </a:lnTo>
                <a:lnTo>
                  <a:pt x="68671" y="286939"/>
                </a:lnTo>
                <a:lnTo>
                  <a:pt x="66568" y="284378"/>
                </a:lnTo>
                <a:lnTo>
                  <a:pt x="64831" y="281452"/>
                </a:lnTo>
                <a:lnTo>
                  <a:pt x="63642" y="278343"/>
                </a:lnTo>
                <a:lnTo>
                  <a:pt x="62911" y="275052"/>
                </a:lnTo>
                <a:lnTo>
                  <a:pt x="62819" y="271668"/>
                </a:lnTo>
                <a:lnTo>
                  <a:pt x="63185" y="268285"/>
                </a:lnTo>
                <a:lnTo>
                  <a:pt x="64099" y="265085"/>
                </a:lnTo>
                <a:lnTo>
                  <a:pt x="65562" y="261976"/>
                </a:lnTo>
                <a:lnTo>
                  <a:pt x="67483" y="259232"/>
                </a:lnTo>
                <a:lnTo>
                  <a:pt x="274960" y="45446"/>
                </a:lnTo>
                <a:lnTo>
                  <a:pt x="276423" y="44074"/>
                </a:lnTo>
                <a:lnTo>
                  <a:pt x="278069" y="42977"/>
                </a:lnTo>
                <a:lnTo>
                  <a:pt x="279989" y="42245"/>
                </a:lnTo>
                <a:lnTo>
                  <a:pt x="281910" y="41880"/>
                </a:lnTo>
                <a:lnTo>
                  <a:pt x="283921" y="41880"/>
                </a:lnTo>
                <a:lnTo>
                  <a:pt x="285933" y="42337"/>
                </a:lnTo>
                <a:lnTo>
                  <a:pt x="287762" y="43068"/>
                </a:lnTo>
                <a:lnTo>
                  <a:pt x="289499" y="44166"/>
                </a:lnTo>
                <a:lnTo>
                  <a:pt x="290871" y="45629"/>
                </a:lnTo>
                <a:lnTo>
                  <a:pt x="292059" y="47274"/>
                </a:lnTo>
                <a:lnTo>
                  <a:pt x="292791" y="49103"/>
                </a:lnTo>
                <a:lnTo>
                  <a:pt x="293248" y="51115"/>
                </a:lnTo>
                <a:lnTo>
                  <a:pt x="293340" y="53127"/>
                </a:lnTo>
                <a:lnTo>
                  <a:pt x="292974" y="55138"/>
                </a:lnTo>
                <a:lnTo>
                  <a:pt x="252740" y="181234"/>
                </a:lnTo>
                <a:lnTo>
                  <a:pt x="251917" y="184069"/>
                </a:lnTo>
                <a:lnTo>
                  <a:pt x="251460" y="186903"/>
                </a:lnTo>
                <a:lnTo>
                  <a:pt x="251460" y="189738"/>
                </a:lnTo>
                <a:lnTo>
                  <a:pt x="251826" y="192664"/>
                </a:lnTo>
                <a:lnTo>
                  <a:pt x="252557" y="195407"/>
                </a:lnTo>
                <a:lnTo>
                  <a:pt x="253655" y="198059"/>
                </a:lnTo>
                <a:lnTo>
                  <a:pt x="255118" y="200528"/>
                </a:lnTo>
                <a:lnTo>
                  <a:pt x="256946" y="202814"/>
                </a:lnTo>
                <a:lnTo>
                  <a:pt x="259050" y="204826"/>
                </a:lnTo>
                <a:lnTo>
                  <a:pt x="261427" y="206472"/>
                </a:lnTo>
                <a:lnTo>
                  <a:pt x="263987" y="207843"/>
                </a:lnTo>
                <a:lnTo>
                  <a:pt x="266730" y="208758"/>
                </a:lnTo>
                <a:lnTo>
                  <a:pt x="269565" y="209398"/>
                </a:lnTo>
                <a:lnTo>
                  <a:pt x="272400" y="209580"/>
                </a:lnTo>
                <a:lnTo>
                  <a:pt x="419070" y="209580"/>
                </a:lnTo>
                <a:lnTo>
                  <a:pt x="422453" y="209855"/>
                </a:lnTo>
                <a:lnTo>
                  <a:pt x="425745" y="210586"/>
                </a:lnTo>
                <a:lnTo>
                  <a:pt x="428854" y="211958"/>
                </a:lnTo>
                <a:lnTo>
                  <a:pt x="431688" y="213695"/>
                </a:lnTo>
                <a:lnTo>
                  <a:pt x="434249" y="215981"/>
                </a:lnTo>
                <a:lnTo>
                  <a:pt x="436352" y="218542"/>
                </a:lnTo>
                <a:lnTo>
                  <a:pt x="438089" y="221468"/>
                </a:lnTo>
                <a:lnTo>
                  <a:pt x="439278" y="224577"/>
                </a:lnTo>
                <a:lnTo>
                  <a:pt x="440009" y="227868"/>
                </a:lnTo>
                <a:lnTo>
                  <a:pt x="440101" y="231252"/>
                </a:lnTo>
                <a:lnTo>
                  <a:pt x="439735" y="234635"/>
                </a:lnTo>
                <a:lnTo>
                  <a:pt x="438821" y="237835"/>
                </a:lnTo>
                <a:lnTo>
                  <a:pt x="437358" y="240944"/>
                </a:lnTo>
                <a:lnTo>
                  <a:pt x="435437" y="243688"/>
                </a:lnTo>
                <a:lnTo>
                  <a:pt x="227960" y="457474"/>
                </a:lnTo>
                <a:lnTo>
                  <a:pt x="226497" y="458846"/>
                </a:lnTo>
                <a:lnTo>
                  <a:pt x="224851" y="459943"/>
                </a:lnTo>
                <a:lnTo>
                  <a:pt x="222931" y="460675"/>
                </a:lnTo>
                <a:lnTo>
                  <a:pt x="221010" y="461040"/>
                </a:lnTo>
                <a:lnTo>
                  <a:pt x="218999" y="461040"/>
                </a:lnTo>
                <a:lnTo>
                  <a:pt x="216987" y="460583"/>
                </a:lnTo>
                <a:lnTo>
                  <a:pt x="215158" y="459852"/>
                </a:lnTo>
                <a:lnTo>
                  <a:pt x="213421" y="458754"/>
                </a:lnTo>
                <a:lnTo>
                  <a:pt x="212049" y="457291"/>
                </a:lnTo>
                <a:lnTo>
                  <a:pt x="210861" y="455646"/>
                </a:lnTo>
                <a:lnTo>
                  <a:pt x="210129" y="453817"/>
                </a:lnTo>
                <a:lnTo>
                  <a:pt x="209672" y="451805"/>
                </a:lnTo>
                <a:lnTo>
                  <a:pt x="209580" y="449793"/>
                </a:lnTo>
                <a:lnTo>
                  <a:pt x="209946" y="447782"/>
                </a:lnTo>
                <a:lnTo>
                  <a:pt x="250180" y="321686"/>
                </a:lnTo>
                <a:lnTo>
                  <a:pt x="251003" y="318851"/>
                </a:lnTo>
                <a:lnTo>
                  <a:pt x="251460" y="316017"/>
                </a:lnTo>
                <a:lnTo>
                  <a:pt x="251460" y="313182"/>
                </a:lnTo>
                <a:lnTo>
                  <a:pt x="251094" y="310256"/>
                </a:lnTo>
                <a:lnTo>
                  <a:pt x="250363" y="307513"/>
                </a:lnTo>
                <a:lnTo>
                  <a:pt x="249265" y="304861"/>
                </a:lnTo>
                <a:lnTo>
                  <a:pt x="247802" y="302392"/>
                </a:lnTo>
                <a:lnTo>
                  <a:pt x="245974" y="300106"/>
                </a:lnTo>
                <a:lnTo>
                  <a:pt x="243870" y="298094"/>
                </a:lnTo>
                <a:lnTo>
                  <a:pt x="241493" y="296448"/>
                </a:lnTo>
                <a:lnTo>
                  <a:pt x="238933" y="295077"/>
                </a:lnTo>
                <a:lnTo>
                  <a:pt x="236190" y="294162"/>
                </a:lnTo>
                <a:lnTo>
                  <a:pt x="233355" y="293522"/>
                </a:lnTo>
                <a:lnTo>
                  <a:pt x="230520" y="293340"/>
                </a:lnTo>
                <a:lnTo>
                  <a:pt x="83850" y="293340"/>
                </a:lnTo>
                <a:close/>
              </a:path>
            </a:pathLst>
          </a:custGeom>
          <a:noFill/>
          <a:ln w="4191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1408176"/>
            <a:ext cx="2857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flare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1792224"/>
            <a:ext cx="28575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gpt-image-2.5-flare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258568"/>
            <a:ext cx="3451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高品質な画像を最も速く作る。日常の生成に向く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23460" y="1207008"/>
            <a:ext cx="3863340" cy="20574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3460" y="1207008"/>
            <a:ext cx="386334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52060" y="146304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30886" y="58979"/>
                </a:moveTo>
                <a:lnTo>
                  <a:pt x="231983" y="54955"/>
                </a:lnTo>
                <a:lnTo>
                  <a:pt x="233904" y="51298"/>
                </a:lnTo>
                <a:lnTo>
                  <a:pt x="236555" y="48097"/>
                </a:lnTo>
                <a:lnTo>
                  <a:pt x="239756" y="45446"/>
                </a:lnTo>
                <a:lnTo>
                  <a:pt x="243413" y="43525"/>
                </a:lnTo>
                <a:lnTo>
                  <a:pt x="247345" y="42245"/>
                </a:lnTo>
                <a:lnTo>
                  <a:pt x="251460" y="41880"/>
                </a:lnTo>
                <a:lnTo>
                  <a:pt x="255575" y="42245"/>
                </a:lnTo>
                <a:lnTo>
                  <a:pt x="259507" y="43525"/>
                </a:lnTo>
                <a:lnTo>
                  <a:pt x="263164" y="45446"/>
                </a:lnTo>
                <a:lnTo>
                  <a:pt x="266365" y="48097"/>
                </a:lnTo>
                <a:lnTo>
                  <a:pt x="269016" y="51298"/>
                </a:lnTo>
                <a:lnTo>
                  <a:pt x="270937" y="54955"/>
                </a:lnTo>
                <a:lnTo>
                  <a:pt x="272034" y="58979"/>
                </a:lnTo>
                <a:lnTo>
                  <a:pt x="294071" y="175473"/>
                </a:lnTo>
                <a:lnTo>
                  <a:pt x="294894" y="178948"/>
                </a:lnTo>
                <a:lnTo>
                  <a:pt x="295991" y="182331"/>
                </a:lnTo>
                <a:lnTo>
                  <a:pt x="297363" y="185623"/>
                </a:lnTo>
                <a:lnTo>
                  <a:pt x="299100" y="188824"/>
                </a:lnTo>
                <a:lnTo>
                  <a:pt x="301020" y="191841"/>
                </a:lnTo>
                <a:lnTo>
                  <a:pt x="303215" y="194676"/>
                </a:lnTo>
                <a:lnTo>
                  <a:pt x="305592" y="197328"/>
                </a:lnTo>
                <a:lnTo>
                  <a:pt x="308244" y="199705"/>
                </a:lnTo>
                <a:lnTo>
                  <a:pt x="311079" y="201900"/>
                </a:lnTo>
                <a:lnTo>
                  <a:pt x="314096" y="203820"/>
                </a:lnTo>
                <a:lnTo>
                  <a:pt x="317297" y="205557"/>
                </a:lnTo>
                <a:lnTo>
                  <a:pt x="320589" y="206929"/>
                </a:lnTo>
                <a:lnTo>
                  <a:pt x="323972" y="208026"/>
                </a:lnTo>
                <a:lnTo>
                  <a:pt x="327447" y="208849"/>
                </a:lnTo>
                <a:lnTo>
                  <a:pt x="443941" y="230886"/>
                </a:lnTo>
                <a:lnTo>
                  <a:pt x="447965" y="231983"/>
                </a:lnTo>
                <a:lnTo>
                  <a:pt x="451622" y="233904"/>
                </a:lnTo>
                <a:lnTo>
                  <a:pt x="454823" y="236555"/>
                </a:lnTo>
                <a:lnTo>
                  <a:pt x="457474" y="239756"/>
                </a:lnTo>
                <a:lnTo>
                  <a:pt x="459395" y="243413"/>
                </a:lnTo>
                <a:lnTo>
                  <a:pt x="460675" y="247345"/>
                </a:lnTo>
                <a:lnTo>
                  <a:pt x="461040" y="251460"/>
                </a:lnTo>
                <a:lnTo>
                  <a:pt x="460675" y="255575"/>
                </a:lnTo>
                <a:lnTo>
                  <a:pt x="459395" y="259507"/>
                </a:lnTo>
                <a:lnTo>
                  <a:pt x="457474" y="263164"/>
                </a:lnTo>
                <a:lnTo>
                  <a:pt x="454823" y="266365"/>
                </a:lnTo>
                <a:lnTo>
                  <a:pt x="451622" y="269016"/>
                </a:lnTo>
                <a:lnTo>
                  <a:pt x="447965" y="270937"/>
                </a:lnTo>
                <a:lnTo>
                  <a:pt x="443941" y="272034"/>
                </a:lnTo>
                <a:lnTo>
                  <a:pt x="327447" y="294071"/>
                </a:lnTo>
                <a:lnTo>
                  <a:pt x="323972" y="294894"/>
                </a:lnTo>
                <a:lnTo>
                  <a:pt x="320589" y="295991"/>
                </a:lnTo>
                <a:lnTo>
                  <a:pt x="317297" y="297363"/>
                </a:lnTo>
                <a:lnTo>
                  <a:pt x="314096" y="299100"/>
                </a:lnTo>
                <a:lnTo>
                  <a:pt x="311079" y="301020"/>
                </a:lnTo>
                <a:lnTo>
                  <a:pt x="308244" y="303215"/>
                </a:lnTo>
                <a:lnTo>
                  <a:pt x="305592" y="305592"/>
                </a:lnTo>
                <a:lnTo>
                  <a:pt x="303215" y="308244"/>
                </a:lnTo>
                <a:lnTo>
                  <a:pt x="301020" y="311079"/>
                </a:lnTo>
                <a:lnTo>
                  <a:pt x="299100" y="314096"/>
                </a:lnTo>
                <a:lnTo>
                  <a:pt x="297363" y="317297"/>
                </a:lnTo>
                <a:lnTo>
                  <a:pt x="295991" y="320589"/>
                </a:lnTo>
                <a:lnTo>
                  <a:pt x="294894" y="323972"/>
                </a:lnTo>
                <a:lnTo>
                  <a:pt x="294071" y="327447"/>
                </a:lnTo>
                <a:lnTo>
                  <a:pt x="272034" y="443941"/>
                </a:lnTo>
                <a:lnTo>
                  <a:pt x="270937" y="447965"/>
                </a:lnTo>
                <a:lnTo>
                  <a:pt x="269016" y="451622"/>
                </a:lnTo>
                <a:lnTo>
                  <a:pt x="266365" y="454823"/>
                </a:lnTo>
                <a:lnTo>
                  <a:pt x="263164" y="457474"/>
                </a:lnTo>
                <a:lnTo>
                  <a:pt x="259507" y="459395"/>
                </a:lnTo>
                <a:lnTo>
                  <a:pt x="255575" y="460675"/>
                </a:lnTo>
                <a:lnTo>
                  <a:pt x="251460" y="461040"/>
                </a:lnTo>
                <a:lnTo>
                  <a:pt x="247345" y="460675"/>
                </a:lnTo>
                <a:lnTo>
                  <a:pt x="243413" y="459395"/>
                </a:lnTo>
                <a:lnTo>
                  <a:pt x="239756" y="457474"/>
                </a:lnTo>
                <a:lnTo>
                  <a:pt x="236555" y="454823"/>
                </a:lnTo>
                <a:lnTo>
                  <a:pt x="233904" y="451622"/>
                </a:lnTo>
                <a:lnTo>
                  <a:pt x="231983" y="447965"/>
                </a:lnTo>
                <a:lnTo>
                  <a:pt x="230886" y="443941"/>
                </a:lnTo>
                <a:lnTo>
                  <a:pt x="208849" y="327447"/>
                </a:lnTo>
                <a:lnTo>
                  <a:pt x="208026" y="323972"/>
                </a:lnTo>
                <a:lnTo>
                  <a:pt x="206929" y="320589"/>
                </a:lnTo>
                <a:lnTo>
                  <a:pt x="205557" y="317297"/>
                </a:lnTo>
                <a:lnTo>
                  <a:pt x="203820" y="314096"/>
                </a:lnTo>
                <a:lnTo>
                  <a:pt x="201900" y="311079"/>
                </a:lnTo>
                <a:lnTo>
                  <a:pt x="199705" y="308244"/>
                </a:lnTo>
                <a:lnTo>
                  <a:pt x="197328" y="305592"/>
                </a:lnTo>
                <a:lnTo>
                  <a:pt x="194676" y="303215"/>
                </a:lnTo>
                <a:lnTo>
                  <a:pt x="191841" y="301020"/>
                </a:lnTo>
                <a:lnTo>
                  <a:pt x="188824" y="299100"/>
                </a:lnTo>
                <a:lnTo>
                  <a:pt x="185623" y="297363"/>
                </a:lnTo>
                <a:lnTo>
                  <a:pt x="182331" y="295991"/>
                </a:lnTo>
                <a:lnTo>
                  <a:pt x="178948" y="294894"/>
                </a:lnTo>
                <a:lnTo>
                  <a:pt x="175473" y="294071"/>
                </a:lnTo>
                <a:lnTo>
                  <a:pt x="58979" y="272034"/>
                </a:lnTo>
                <a:lnTo>
                  <a:pt x="54955" y="270937"/>
                </a:lnTo>
                <a:lnTo>
                  <a:pt x="51298" y="269016"/>
                </a:lnTo>
                <a:lnTo>
                  <a:pt x="48097" y="266365"/>
                </a:lnTo>
                <a:lnTo>
                  <a:pt x="45446" y="263164"/>
                </a:lnTo>
                <a:lnTo>
                  <a:pt x="43525" y="259507"/>
                </a:lnTo>
                <a:lnTo>
                  <a:pt x="42245" y="255575"/>
                </a:lnTo>
                <a:lnTo>
                  <a:pt x="41880" y="251460"/>
                </a:lnTo>
                <a:lnTo>
                  <a:pt x="42245" y="247345"/>
                </a:lnTo>
                <a:lnTo>
                  <a:pt x="43525" y="243413"/>
                </a:lnTo>
                <a:lnTo>
                  <a:pt x="45446" y="239756"/>
                </a:lnTo>
                <a:lnTo>
                  <a:pt x="48097" y="236555"/>
                </a:lnTo>
                <a:lnTo>
                  <a:pt x="51298" y="233904"/>
                </a:lnTo>
                <a:lnTo>
                  <a:pt x="54955" y="231983"/>
                </a:lnTo>
                <a:lnTo>
                  <a:pt x="58979" y="230886"/>
                </a:lnTo>
                <a:lnTo>
                  <a:pt x="175473" y="208849"/>
                </a:lnTo>
                <a:lnTo>
                  <a:pt x="178948" y="208026"/>
                </a:lnTo>
                <a:lnTo>
                  <a:pt x="182331" y="206929"/>
                </a:lnTo>
                <a:lnTo>
                  <a:pt x="185623" y="205557"/>
                </a:lnTo>
                <a:lnTo>
                  <a:pt x="188824" y="203820"/>
                </a:lnTo>
                <a:lnTo>
                  <a:pt x="191841" y="201900"/>
                </a:lnTo>
                <a:lnTo>
                  <a:pt x="194676" y="199705"/>
                </a:lnTo>
                <a:lnTo>
                  <a:pt x="197328" y="197328"/>
                </a:lnTo>
                <a:lnTo>
                  <a:pt x="199705" y="194676"/>
                </a:lnTo>
                <a:lnTo>
                  <a:pt x="201900" y="191841"/>
                </a:lnTo>
                <a:lnTo>
                  <a:pt x="203820" y="188824"/>
                </a:lnTo>
                <a:lnTo>
                  <a:pt x="205557" y="185623"/>
                </a:lnTo>
                <a:lnTo>
                  <a:pt x="206929" y="182331"/>
                </a:lnTo>
                <a:lnTo>
                  <a:pt x="208026" y="178948"/>
                </a:lnTo>
                <a:lnTo>
                  <a:pt x="208849" y="175473"/>
                </a:lnTo>
                <a:lnTo>
                  <a:pt x="230886" y="58979"/>
                </a:lnTo>
                <a:close/>
                <a:moveTo>
                  <a:pt x="419070" y="41880"/>
                </a:moveTo>
                <a:lnTo>
                  <a:pt x="419070" y="125730"/>
                </a:lnTo>
                <a:moveTo>
                  <a:pt x="461040" y="83850"/>
                </a:moveTo>
                <a:lnTo>
                  <a:pt x="377190" y="83850"/>
                </a:lnTo>
                <a:moveTo>
                  <a:pt x="125730" y="419070"/>
                </a:moveTo>
                <a:lnTo>
                  <a:pt x="124724" y="428396"/>
                </a:lnTo>
                <a:lnTo>
                  <a:pt x="121615" y="437266"/>
                </a:lnTo>
                <a:lnTo>
                  <a:pt x="116586" y="445221"/>
                </a:lnTo>
                <a:lnTo>
                  <a:pt x="109911" y="451896"/>
                </a:lnTo>
                <a:lnTo>
                  <a:pt x="102047" y="456834"/>
                </a:lnTo>
                <a:lnTo>
                  <a:pt x="93177" y="459943"/>
                </a:lnTo>
                <a:lnTo>
                  <a:pt x="83850" y="461040"/>
                </a:lnTo>
                <a:lnTo>
                  <a:pt x="74524" y="459943"/>
                </a:lnTo>
                <a:lnTo>
                  <a:pt x="65654" y="456834"/>
                </a:lnTo>
                <a:lnTo>
                  <a:pt x="57699" y="451896"/>
                </a:lnTo>
                <a:lnTo>
                  <a:pt x="51024" y="445221"/>
                </a:lnTo>
                <a:lnTo>
                  <a:pt x="46086" y="437266"/>
                </a:lnTo>
                <a:lnTo>
                  <a:pt x="42977" y="428396"/>
                </a:lnTo>
                <a:lnTo>
                  <a:pt x="41880" y="419070"/>
                </a:lnTo>
                <a:lnTo>
                  <a:pt x="42977" y="409743"/>
                </a:lnTo>
                <a:lnTo>
                  <a:pt x="46086" y="400873"/>
                </a:lnTo>
                <a:lnTo>
                  <a:pt x="51024" y="393009"/>
                </a:lnTo>
                <a:lnTo>
                  <a:pt x="57699" y="386334"/>
                </a:lnTo>
                <a:lnTo>
                  <a:pt x="65654" y="381305"/>
                </a:lnTo>
                <a:lnTo>
                  <a:pt x="74524" y="378196"/>
                </a:lnTo>
                <a:lnTo>
                  <a:pt x="83850" y="377190"/>
                </a:lnTo>
                <a:lnTo>
                  <a:pt x="93177" y="378196"/>
                </a:lnTo>
                <a:lnTo>
                  <a:pt x="102047" y="381305"/>
                </a:lnTo>
                <a:lnTo>
                  <a:pt x="109911" y="386334"/>
                </a:lnTo>
                <a:lnTo>
                  <a:pt x="116586" y="393009"/>
                </a:lnTo>
                <a:lnTo>
                  <a:pt x="121615" y="400873"/>
                </a:lnTo>
                <a:lnTo>
                  <a:pt x="124724" y="409743"/>
                </a:lnTo>
                <a:lnTo>
                  <a:pt x="125730" y="419070"/>
                </a:lnTo>
                <a:close/>
              </a:path>
            </a:pathLst>
          </a:custGeom>
          <a:noFill/>
          <a:ln w="4191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92140" y="1408176"/>
            <a:ext cx="2857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sunburst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692140" y="1792224"/>
            <a:ext cx="28575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gpt-image-2.5-sunburst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52060" y="2258568"/>
            <a:ext cx="3451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最も高性能。編集の精度を重視する場合に向く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3401568"/>
            <a:ext cx="800100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401568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共通: quality は xhigh / max / auto も可。サイズは16px単位・長辺3,840pxまで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4087368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提供リージョンはMS Learnのリージョン一覧で確認する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  画像モデル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CLIはスクリプト経由で画像APIを呼ぶ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2763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219456" y="60990"/>
                </a:moveTo>
                <a:lnTo>
                  <a:pt x="222199" y="61082"/>
                </a:lnTo>
                <a:lnTo>
                  <a:pt x="224851" y="61539"/>
                </a:lnTo>
                <a:lnTo>
                  <a:pt x="227503" y="62362"/>
                </a:lnTo>
                <a:lnTo>
                  <a:pt x="230063" y="63368"/>
                </a:lnTo>
                <a:lnTo>
                  <a:pt x="232440" y="64740"/>
                </a:lnTo>
                <a:lnTo>
                  <a:pt x="234635" y="66294"/>
                </a:lnTo>
                <a:lnTo>
                  <a:pt x="236738" y="68123"/>
                </a:lnTo>
                <a:lnTo>
                  <a:pt x="238476" y="70134"/>
                </a:lnTo>
                <a:lnTo>
                  <a:pt x="240121" y="72329"/>
                </a:lnTo>
                <a:lnTo>
                  <a:pt x="241402" y="74798"/>
                </a:lnTo>
                <a:lnTo>
                  <a:pt x="242499" y="77267"/>
                </a:lnTo>
                <a:lnTo>
                  <a:pt x="243230" y="79919"/>
                </a:lnTo>
                <a:lnTo>
                  <a:pt x="243688" y="82570"/>
                </a:lnTo>
                <a:lnTo>
                  <a:pt x="243870" y="85314"/>
                </a:lnTo>
                <a:lnTo>
                  <a:pt x="243870" y="189281"/>
                </a:lnTo>
                <a:lnTo>
                  <a:pt x="243870" y="190104"/>
                </a:lnTo>
                <a:lnTo>
                  <a:pt x="243870" y="190927"/>
                </a:lnTo>
                <a:lnTo>
                  <a:pt x="243962" y="191750"/>
                </a:lnTo>
                <a:lnTo>
                  <a:pt x="244053" y="192481"/>
                </a:lnTo>
                <a:lnTo>
                  <a:pt x="244145" y="193304"/>
                </a:lnTo>
                <a:lnTo>
                  <a:pt x="244328" y="194127"/>
                </a:lnTo>
                <a:lnTo>
                  <a:pt x="244511" y="194950"/>
                </a:lnTo>
                <a:lnTo>
                  <a:pt x="244693" y="195682"/>
                </a:lnTo>
                <a:lnTo>
                  <a:pt x="244876" y="196505"/>
                </a:lnTo>
                <a:lnTo>
                  <a:pt x="245151" y="197236"/>
                </a:lnTo>
                <a:lnTo>
                  <a:pt x="245425" y="197968"/>
                </a:lnTo>
                <a:lnTo>
                  <a:pt x="245791" y="198791"/>
                </a:lnTo>
                <a:lnTo>
                  <a:pt x="246065" y="199522"/>
                </a:lnTo>
                <a:lnTo>
                  <a:pt x="246431" y="200254"/>
                </a:lnTo>
                <a:lnTo>
                  <a:pt x="259415" y="226131"/>
                </a:lnTo>
                <a:lnTo>
                  <a:pt x="260147" y="227777"/>
                </a:lnTo>
                <a:lnTo>
                  <a:pt x="260604" y="229514"/>
                </a:lnTo>
                <a:lnTo>
                  <a:pt x="260787" y="231343"/>
                </a:lnTo>
                <a:lnTo>
                  <a:pt x="260695" y="233081"/>
                </a:lnTo>
                <a:lnTo>
                  <a:pt x="260330" y="234818"/>
                </a:lnTo>
                <a:lnTo>
                  <a:pt x="259781" y="236464"/>
                </a:lnTo>
                <a:lnTo>
                  <a:pt x="258958" y="238110"/>
                </a:lnTo>
                <a:lnTo>
                  <a:pt x="257861" y="239481"/>
                </a:lnTo>
                <a:lnTo>
                  <a:pt x="256672" y="240762"/>
                </a:lnTo>
                <a:lnTo>
                  <a:pt x="255209" y="241859"/>
                </a:lnTo>
                <a:lnTo>
                  <a:pt x="253655" y="242682"/>
                </a:lnTo>
                <a:lnTo>
                  <a:pt x="252009" y="243322"/>
                </a:lnTo>
                <a:lnTo>
                  <a:pt x="250271" y="243688"/>
                </a:lnTo>
                <a:lnTo>
                  <a:pt x="248442" y="243870"/>
                </a:lnTo>
                <a:lnTo>
                  <a:pt x="44166" y="243870"/>
                </a:lnTo>
                <a:lnTo>
                  <a:pt x="42337" y="243688"/>
                </a:lnTo>
                <a:lnTo>
                  <a:pt x="40599" y="243322"/>
                </a:lnTo>
                <a:lnTo>
                  <a:pt x="38953" y="242682"/>
                </a:lnTo>
                <a:lnTo>
                  <a:pt x="37399" y="241859"/>
                </a:lnTo>
                <a:lnTo>
                  <a:pt x="35936" y="240762"/>
                </a:lnTo>
                <a:lnTo>
                  <a:pt x="34747" y="239481"/>
                </a:lnTo>
                <a:lnTo>
                  <a:pt x="33650" y="238110"/>
                </a:lnTo>
                <a:lnTo>
                  <a:pt x="32827" y="236464"/>
                </a:lnTo>
                <a:lnTo>
                  <a:pt x="32278" y="234818"/>
                </a:lnTo>
                <a:lnTo>
                  <a:pt x="31913" y="233081"/>
                </a:lnTo>
                <a:lnTo>
                  <a:pt x="31821" y="231343"/>
                </a:lnTo>
                <a:lnTo>
                  <a:pt x="32004" y="229514"/>
                </a:lnTo>
                <a:lnTo>
                  <a:pt x="32461" y="227777"/>
                </a:lnTo>
                <a:lnTo>
                  <a:pt x="33193" y="226131"/>
                </a:lnTo>
                <a:lnTo>
                  <a:pt x="46177" y="200254"/>
                </a:lnTo>
                <a:lnTo>
                  <a:pt x="46543" y="199522"/>
                </a:lnTo>
                <a:lnTo>
                  <a:pt x="46817" y="198791"/>
                </a:lnTo>
                <a:lnTo>
                  <a:pt x="47183" y="197968"/>
                </a:lnTo>
                <a:lnTo>
                  <a:pt x="47457" y="197236"/>
                </a:lnTo>
                <a:lnTo>
                  <a:pt x="47732" y="196505"/>
                </a:lnTo>
                <a:lnTo>
                  <a:pt x="47915" y="195682"/>
                </a:lnTo>
                <a:lnTo>
                  <a:pt x="48097" y="194950"/>
                </a:lnTo>
                <a:lnTo>
                  <a:pt x="48280" y="194127"/>
                </a:lnTo>
                <a:lnTo>
                  <a:pt x="48463" y="193304"/>
                </a:lnTo>
                <a:lnTo>
                  <a:pt x="48555" y="192481"/>
                </a:lnTo>
                <a:lnTo>
                  <a:pt x="48646" y="191750"/>
                </a:lnTo>
                <a:lnTo>
                  <a:pt x="48738" y="190927"/>
                </a:lnTo>
                <a:lnTo>
                  <a:pt x="48738" y="190104"/>
                </a:lnTo>
                <a:lnTo>
                  <a:pt x="48738" y="189281"/>
                </a:lnTo>
                <a:lnTo>
                  <a:pt x="48738" y="85314"/>
                </a:lnTo>
                <a:lnTo>
                  <a:pt x="48920" y="82570"/>
                </a:lnTo>
                <a:lnTo>
                  <a:pt x="49378" y="79919"/>
                </a:lnTo>
                <a:lnTo>
                  <a:pt x="50109" y="77267"/>
                </a:lnTo>
                <a:lnTo>
                  <a:pt x="51206" y="74798"/>
                </a:lnTo>
                <a:lnTo>
                  <a:pt x="52487" y="72329"/>
                </a:lnTo>
                <a:lnTo>
                  <a:pt x="54132" y="70134"/>
                </a:lnTo>
                <a:lnTo>
                  <a:pt x="55870" y="68123"/>
                </a:lnTo>
                <a:lnTo>
                  <a:pt x="57973" y="66294"/>
                </a:lnTo>
                <a:lnTo>
                  <a:pt x="60168" y="64740"/>
                </a:lnTo>
                <a:lnTo>
                  <a:pt x="62545" y="63368"/>
                </a:lnTo>
                <a:lnTo>
                  <a:pt x="65105" y="62362"/>
                </a:lnTo>
                <a:lnTo>
                  <a:pt x="67757" y="61539"/>
                </a:lnTo>
                <a:lnTo>
                  <a:pt x="70409" y="61082"/>
                </a:lnTo>
                <a:lnTo>
                  <a:pt x="73152" y="60990"/>
                </a:lnTo>
                <a:lnTo>
                  <a:pt x="219456" y="60990"/>
                </a:lnTo>
                <a:close/>
                <a:moveTo>
                  <a:pt x="244511" y="194950"/>
                </a:moveTo>
                <a:lnTo>
                  <a:pt x="48097" y="194950"/>
                </a:lnTo>
              </a:path>
            </a:pathLst>
          </a:custGeom>
          <a:noFill/>
          <a:ln w="24384">
            <a:solidFill>
              <a:srgbClr val="5B64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 PC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0" y="162763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213330" y="231618"/>
                </a:moveTo>
                <a:lnTo>
                  <a:pt x="109728" y="231618"/>
                </a:lnTo>
                <a:lnTo>
                  <a:pt x="83210" y="227411"/>
                </a:lnTo>
                <a:lnTo>
                  <a:pt x="59345" y="215158"/>
                </a:lnTo>
                <a:lnTo>
                  <a:pt x="40416" y="196047"/>
                </a:lnTo>
                <a:lnTo>
                  <a:pt x="28438" y="172090"/>
                </a:lnTo>
                <a:lnTo>
                  <a:pt x="24414" y="145572"/>
                </a:lnTo>
                <a:lnTo>
                  <a:pt x="28895" y="119055"/>
                </a:lnTo>
                <a:lnTo>
                  <a:pt x="41331" y="95280"/>
                </a:lnTo>
                <a:lnTo>
                  <a:pt x="60533" y="76535"/>
                </a:lnTo>
                <a:lnTo>
                  <a:pt x="84673" y="64740"/>
                </a:lnTo>
                <a:lnTo>
                  <a:pt x="111282" y="60990"/>
                </a:lnTo>
                <a:lnTo>
                  <a:pt x="137709" y="65654"/>
                </a:lnTo>
                <a:lnTo>
                  <a:pt x="161392" y="78364"/>
                </a:lnTo>
                <a:lnTo>
                  <a:pt x="179954" y="97749"/>
                </a:lnTo>
                <a:lnTo>
                  <a:pt x="191567" y="121890"/>
                </a:lnTo>
                <a:lnTo>
                  <a:pt x="213330" y="121890"/>
                </a:lnTo>
                <a:lnTo>
                  <a:pt x="225582" y="123261"/>
                </a:lnTo>
                <a:lnTo>
                  <a:pt x="237195" y="127376"/>
                </a:lnTo>
                <a:lnTo>
                  <a:pt x="247528" y="133868"/>
                </a:lnTo>
                <a:lnTo>
                  <a:pt x="256215" y="142555"/>
                </a:lnTo>
                <a:lnTo>
                  <a:pt x="262799" y="152979"/>
                </a:lnTo>
                <a:lnTo>
                  <a:pt x="266822" y="164592"/>
                </a:lnTo>
                <a:lnTo>
                  <a:pt x="268194" y="176754"/>
                </a:lnTo>
                <a:lnTo>
                  <a:pt x="266822" y="189006"/>
                </a:lnTo>
                <a:lnTo>
                  <a:pt x="262799" y="200619"/>
                </a:lnTo>
                <a:lnTo>
                  <a:pt x="256215" y="210952"/>
                </a:lnTo>
                <a:lnTo>
                  <a:pt x="247528" y="219639"/>
                </a:lnTo>
                <a:lnTo>
                  <a:pt x="237195" y="226223"/>
                </a:lnTo>
                <a:lnTo>
                  <a:pt x="225582" y="230246"/>
                </a:lnTo>
                <a:lnTo>
                  <a:pt x="213330" y="231618"/>
                </a:lnTo>
                <a:lnTo>
                  <a:pt x="213330" y="231618"/>
                </a:lnTo>
                <a:close/>
              </a:path>
            </a:pathLst>
          </a:custGeom>
          <a:noFill/>
          <a:ln w="24384">
            <a:solidFill>
              <a:srgbClr val="5B64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98848" y="1627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Foundry リソース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011680"/>
            <a:ext cx="19202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116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651760" y="2560320"/>
            <a:ext cx="14173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606040" y="217627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gen-image.ps1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14800" y="2011680"/>
            <a:ext cx="4572000" cy="109728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2011680"/>
            <a:ext cx="73152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210312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画像デプロイ（GPT-Image-2.5）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&lt;resource&gt;.openai.azure.com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/openai/v1/images/generations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41605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どちらのCLIも同じスクリプトを実行するため、設定は1回で済む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  画像モデル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scripts\gen-image.ps1 を作成する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88720"/>
            <a:ext cx="8001000" cy="3358896"/>
          </a:xfrm>
          <a:prstGeom prst="roundRect">
            <a:avLst>
              <a:gd name="adj" fmla="val 1633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25880"/>
            <a:ext cx="7635240" cy="3084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param([string]$Prompt, [string]$Out = "image.png")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$r = $env:AZURE_IMAGE_RESOURCE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$uri = "https://$r.openai.azure.com/openai/v1" +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"/images/generations?api-version=2025-04-01-preview"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$body = @{ model = $env:AZURE_IMAGE_DEPLOYMENT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prompt = $Prompt; size = "1024x1024" } | ConvertTo-Json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$res = Invoke-RestMethod -Method Post -Uri $uri `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-Body ([Text.Encoding]::UTF8.GetBytes($body)) `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-ContentType "application/json" `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-Headers @{ "api-key" = $env:AZURE_IMAGE_API_KEY }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[IO.File]::WriteAllBytes($Out,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[Convert]::FromBase64String($res.data[0].b64_json))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06740" y="1452880"/>
            <a:ext cx="0" cy="2540000"/>
          </a:xfrm>
          <a:prstGeom prst="line">
            <a:avLst/>
          </a:prstGeom>
          <a:noFill/>
          <a:ln w="19050">
            <a:solidFill>
              <a:srgbClr val="93C5FD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818120" y="131572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315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入力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818120" y="182372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1823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18120" y="233172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2331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本文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18120" y="283972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2839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送信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18120" y="385572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3855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保存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  画像モデル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環境変数を設定して試す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画像用リソースの値を設定し、新しいターミナルで実行する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8001000" cy="1644396"/>
          </a:xfrm>
          <a:prstGeom prst="roundRect">
            <a:avLst>
              <a:gd name="adj" fmla="val 3336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7635240" cy="137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AZURE_IMAGE_RESOURCE "&lt;resource&gt;"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AZURE_IMAGE_DEPLOYMENT "&lt;image-deployment&gt;"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AZURE_IMAGE_API_KEY "&lt;api-key&gt;"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新しいPowerShellで実行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.\scripts\gen-image.ps1 -Prompt "浜辺の傘" -Out umbrella.png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436620"/>
            <a:ext cx="2578608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35372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77724" y="285018"/>
                </a:moveTo>
                <a:lnTo>
                  <a:pt x="74798" y="284836"/>
                </a:lnTo>
                <a:lnTo>
                  <a:pt x="71963" y="284378"/>
                </a:lnTo>
                <a:lnTo>
                  <a:pt x="69129" y="283555"/>
                </a:lnTo>
                <a:lnTo>
                  <a:pt x="66477" y="282458"/>
                </a:lnTo>
                <a:lnTo>
                  <a:pt x="63917" y="280995"/>
                </a:lnTo>
                <a:lnTo>
                  <a:pt x="61539" y="279349"/>
                </a:lnTo>
                <a:lnTo>
                  <a:pt x="59436" y="277429"/>
                </a:lnTo>
                <a:lnTo>
                  <a:pt x="57424" y="275234"/>
                </a:lnTo>
                <a:lnTo>
                  <a:pt x="55778" y="272857"/>
                </a:lnTo>
                <a:lnTo>
                  <a:pt x="54407" y="270297"/>
                </a:lnTo>
                <a:lnTo>
                  <a:pt x="53310" y="267645"/>
                </a:lnTo>
                <a:lnTo>
                  <a:pt x="52487" y="264810"/>
                </a:lnTo>
                <a:lnTo>
                  <a:pt x="51938" y="261976"/>
                </a:lnTo>
                <a:lnTo>
                  <a:pt x="51846" y="259050"/>
                </a:lnTo>
                <a:lnTo>
                  <a:pt x="51846" y="51846"/>
                </a:lnTo>
                <a:lnTo>
                  <a:pt x="51938" y="48920"/>
                </a:lnTo>
                <a:lnTo>
                  <a:pt x="52487" y="46086"/>
                </a:lnTo>
                <a:lnTo>
                  <a:pt x="53310" y="43251"/>
                </a:lnTo>
                <a:lnTo>
                  <a:pt x="54407" y="40599"/>
                </a:lnTo>
                <a:lnTo>
                  <a:pt x="55778" y="38039"/>
                </a:lnTo>
                <a:lnTo>
                  <a:pt x="57424" y="35662"/>
                </a:lnTo>
                <a:lnTo>
                  <a:pt x="59436" y="33467"/>
                </a:lnTo>
                <a:lnTo>
                  <a:pt x="61539" y="31547"/>
                </a:lnTo>
                <a:lnTo>
                  <a:pt x="63917" y="29901"/>
                </a:lnTo>
                <a:lnTo>
                  <a:pt x="66477" y="28438"/>
                </a:lnTo>
                <a:lnTo>
                  <a:pt x="69129" y="27341"/>
                </a:lnTo>
                <a:lnTo>
                  <a:pt x="71963" y="26518"/>
                </a:lnTo>
                <a:lnTo>
                  <a:pt x="74798" y="26060"/>
                </a:lnTo>
                <a:lnTo>
                  <a:pt x="77724" y="25878"/>
                </a:lnTo>
                <a:lnTo>
                  <a:pt x="181326" y="25878"/>
                </a:lnTo>
                <a:lnTo>
                  <a:pt x="183063" y="25969"/>
                </a:lnTo>
                <a:lnTo>
                  <a:pt x="184892" y="26060"/>
                </a:lnTo>
                <a:lnTo>
                  <a:pt x="186629" y="26335"/>
                </a:lnTo>
                <a:lnTo>
                  <a:pt x="188275" y="26700"/>
                </a:lnTo>
                <a:lnTo>
                  <a:pt x="190012" y="27158"/>
                </a:lnTo>
                <a:lnTo>
                  <a:pt x="191658" y="27615"/>
                </a:lnTo>
                <a:lnTo>
                  <a:pt x="193304" y="28255"/>
                </a:lnTo>
                <a:lnTo>
                  <a:pt x="194950" y="28986"/>
                </a:lnTo>
                <a:lnTo>
                  <a:pt x="196505" y="29809"/>
                </a:lnTo>
                <a:lnTo>
                  <a:pt x="197968" y="30724"/>
                </a:lnTo>
                <a:lnTo>
                  <a:pt x="199431" y="31638"/>
                </a:lnTo>
                <a:lnTo>
                  <a:pt x="200802" y="32736"/>
                </a:lnTo>
                <a:lnTo>
                  <a:pt x="202174" y="33833"/>
                </a:lnTo>
                <a:lnTo>
                  <a:pt x="203454" y="35022"/>
                </a:lnTo>
                <a:lnTo>
                  <a:pt x="249906" y="81564"/>
                </a:lnTo>
                <a:lnTo>
                  <a:pt x="251094" y="82845"/>
                </a:lnTo>
                <a:lnTo>
                  <a:pt x="252283" y="84125"/>
                </a:lnTo>
                <a:lnTo>
                  <a:pt x="253289" y="85496"/>
                </a:lnTo>
                <a:lnTo>
                  <a:pt x="254295" y="86959"/>
                </a:lnTo>
                <a:lnTo>
                  <a:pt x="255209" y="88514"/>
                </a:lnTo>
                <a:lnTo>
                  <a:pt x="256032" y="90068"/>
                </a:lnTo>
                <a:lnTo>
                  <a:pt x="256672" y="91623"/>
                </a:lnTo>
                <a:lnTo>
                  <a:pt x="257312" y="93269"/>
                </a:lnTo>
                <a:lnTo>
                  <a:pt x="257861" y="95006"/>
                </a:lnTo>
                <a:lnTo>
                  <a:pt x="258318" y="96652"/>
                </a:lnTo>
                <a:lnTo>
                  <a:pt x="258684" y="98389"/>
                </a:lnTo>
                <a:lnTo>
                  <a:pt x="258867" y="100127"/>
                </a:lnTo>
                <a:lnTo>
                  <a:pt x="259050" y="101864"/>
                </a:lnTo>
                <a:lnTo>
                  <a:pt x="259050" y="103602"/>
                </a:lnTo>
                <a:lnTo>
                  <a:pt x="259050" y="259050"/>
                </a:lnTo>
                <a:lnTo>
                  <a:pt x="258958" y="261976"/>
                </a:lnTo>
                <a:lnTo>
                  <a:pt x="258409" y="264810"/>
                </a:lnTo>
                <a:lnTo>
                  <a:pt x="257586" y="267645"/>
                </a:lnTo>
                <a:lnTo>
                  <a:pt x="256489" y="270297"/>
                </a:lnTo>
                <a:lnTo>
                  <a:pt x="255118" y="272857"/>
                </a:lnTo>
                <a:lnTo>
                  <a:pt x="253472" y="275234"/>
                </a:lnTo>
                <a:lnTo>
                  <a:pt x="251460" y="277429"/>
                </a:lnTo>
                <a:lnTo>
                  <a:pt x="249357" y="279349"/>
                </a:lnTo>
                <a:lnTo>
                  <a:pt x="246979" y="280995"/>
                </a:lnTo>
                <a:lnTo>
                  <a:pt x="244419" y="282458"/>
                </a:lnTo>
                <a:lnTo>
                  <a:pt x="241767" y="283555"/>
                </a:lnTo>
                <a:lnTo>
                  <a:pt x="238933" y="284378"/>
                </a:lnTo>
                <a:lnTo>
                  <a:pt x="236098" y="284836"/>
                </a:lnTo>
                <a:lnTo>
                  <a:pt x="233172" y="285018"/>
                </a:lnTo>
                <a:lnTo>
                  <a:pt x="77724" y="285018"/>
                </a:lnTo>
                <a:close/>
                <a:moveTo>
                  <a:pt x="181326" y="25878"/>
                </a:moveTo>
                <a:lnTo>
                  <a:pt x="181326" y="90708"/>
                </a:lnTo>
                <a:lnTo>
                  <a:pt x="181417" y="92172"/>
                </a:lnTo>
                <a:lnTo>
                  <a:pt x="181691" y="93543"/>
                </a:lnTo>
                <a:lnTo>
                  <a:pt x="182057" y="94915"/>
                </a:lnTo>
                <a:lnTo>
                  <a:pt x="182606" y="96286"/>
                </a:lnTo>
                <a:lnTo>
                  <a:pt x="183337" y="97566"/>
                </a:lnTo>
                <a:lnTo>
                  <a:pt x="184160" y="98755"/>
                </a:lnTo>
                <a:lnTo>
                  <a:pt x="185166" y="99852"/>
                </a:lnTo>
                <a:lnTo>
                  <a:pt x="186263" y="100767"/>
                </a:lnTo>
                <a:lnTo>
                  <a:pt x="187452" y="101681"/>
                </a:lnTo>
                <a:lnTo>
                  <a:pt x="188732" y="102321"/>
                </a:lnTo>
                <a:lnTo>
                  <a:pt x="190012" y="102870"/>
                </a:lnTo>
                <a:lnTo>
                  <a:pt x="191384" y="103327"/>
                </a:lnTo>
                <a:lnTo>
                  <a:pt x="192847" y="103510"/>
                </a:lnTo>
                <a:lnTo>
                  <a:pt x="194310" y="103602"/>
                </a:lnTo>
                <a:lnTo>
                  <a:pt x="259050" y="103602"/>
                </a:lnTo>
                <a:moveTo>
                  <a:pt x="129570" y="161940"/>
                </a:moveTo>
                <a:lnTo>
                  <a:pt x="103602" y="194310"/>
                </a:lnTo>
                <a:lnTo>
                  <a:pt x="129570" y="226680"/>
                </a:lnTo>
                <a:moveTo>
                  <a:pt x="181326" y="161940"/>
                </a:moveTo>
                <a:lnTo>
                  <a:pt x="207294" y="194310"/>
                </a:lnTo>
                <a:lnTo>
                  <a:pt x="181326" y="226680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3436620"/>
            <a:ext cx="195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gen-image.ps1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10128" y="36926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38728" y="3436620"/>
            <a:ext cx="2432304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66744" y="35372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26680" y="246156"/>
                </a:moveTo>
                <a:lnTo>
                  <a:pt x="116586" y="246156"/>
                </a:lnTo>
                <a:lnTo>
                  <a:pt x="88422" y="241676"/>
                </a:lnTo>
                <a:lnTo>
                  <a:pt x="63002" y="228600"/>
                </a:lnTo>
                <a:lnTo>
                  <a:pt x="42977" y="208392"/>
                </a:lnTo>
                <a:lnTo>
                  <a:pt x="30175" y="182880"/>
                </a:lnTo>
                <a:lnTo>
                  <a:pt x="25969" y="154625"/>
                </a:lnTo>
                <a:lnTo>
                  <a:pt x="30632" y="126553"/>
                </a:lnTo>
                <a:lnTo>
                  <a:pt x="43891" y="101224"/>
                </a:lnTo>
                <a:lnTo>
                  <a:pt x="64374" y="81382"/>
                </a:lnTo>
                <a:lnTo>
                  <a:pt x="89977" y="68763"/>
                </a:lnTo>
                <a:lnTo>
                  <a:pt x="118232" y="64740"/>
                </a:lnTo>
                <a:lnTo>
                  <a:pt x="146304" y="69769"/>
                </a:lnTo>
                <a:lnTo>
                  <a:pt x="171450" y="83210"/>
                </a:lnTo>
                <a:lnTo>
                  <a:pt x="191201" y="103784"/>
                </a:lnTo>
                <a:lnTo>
                  <a:pt x="203545" y="129570"/>
                </a:lnTo>
                <a:lnTo>
                  <a:pt x="226680" y="129570"/>
                </a:lnTo>
                <a:lnTo>
                  <a:pt x="239664" y="131034"/>
                </a:lnTo>
                <a:lnTo>
                  <a:pt x="252009" y="135331"/>
                </a:lnTo>
                <a:lnTo>
                  <a:pt x="263073" y="142281"/>
                </a:lnTo>
                <a:lnTo>
                  <a:pt x="272308" y="151516"/>
                </a:lnTo>
                <a:lnTo>
                  <a:pt x="279258" y="162580"/>
                </a:lnTo>
                <a:lnTo>
                  <a:pt x="283555" y="174833"/>
                </a:lnTo>
                <a:lnTo>
                  <a:pt x="285018" y="187818"/>
                </a:lnTo>
                <a:lnTo>
                  <a:pt x="283555" y="200802"/>
                </a:lnTo>
                <a:lnTo>
                  <a:pt x="279258" y="213147"/>
                </a:lnTo>
                <a:lnTo>
                  <a:pt x="272308" y="224211"/>
                </a:lnTo>
                <a:lnTo>
                  <a:pt x="263073" y="233446"/>
                </a:lnTo>
                <a:lnTo>
                  <a:pt x="252009" y="240396"/>
                </a:lnTo>
                <a:lnTo>
                  <a:pt x="239664" y="244693"/>
                </a:lnTo>
                <a:lnTo>
                  <a:pt x="226680" y="246156"/>
                </a:lnTo>
                <a:lnTo>
                  <a:pt x="226680" y="246156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3436620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 画像API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16752" y="36926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45352" y="3436620"/>
            <a:ext cx="2441448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73368" y="35372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72034" y="194310"/>
                </a:moveTo>
                <a:lnTo>
                  <a:pt x="232075" y="154351"/>
                </a:lnTo>
                <a:lnTo>
                  <a:pt x="229880" y="152430"/>
                </a:lnTo>
                <a:lnTo>
                  <a:pt x="227503" y="150693"/>
                </a:lnTo>
                <a:lnTo>
                  <a:pt x="224942" y="149322"/>
                </a:lnTo>
                <a:lnTo>
                  <a:pt x="222291" y="148224"/>
                </a:lnTo>
                <a:lnTo>
                  <a:pt x="219547" y="147401"/>
                </a:lnTo>
                <a:lnTo>
                  <a:pt x="216621" y="146944"/>
                </a:lnTo>
                <a:lnTo>
                  <a:pt x="213787" y="146761"/>
                </a:lnTo>
                <a:lnTo>
                  <a:pt x="210861" y="146944"/>
                </a:lnTo>
                <a:lnTo>
                  <a:pt x="207935" y="147401"/>
                </a:lnTo>
                <a:lnTo>
                  <a:pt x="205191" y="148224"/>
                </a:lnTo>
                <a:lnTo>
                  <a:pt x="202540" y="149322"/>
                </a:lnTo>
                <a:lnTo>
                  <a:pt x="199979" y="150693"/>
                </a:lnTo>
                <a:lnTo>
                  <a:pt x="197602" y="152430"/>
                </a:lnTo>
                <a:lnTo>
                  <a:pt x="195407" y="154351"/>
                </a:lnTo>
                <a:lnTo>
                  <a:pt x="77724" y="272034"/>
                </a:lnTo>
                <a:moveTo>
                  <a:pt x="142464" y="116586"/>
                </a:moveTo>
                <a:lnTo>
                  <a:pt x="141823" y="122347"/>
                </a:lnTo>
                <a:lnTo>
                  <a:pt x="139903" y="127833"/>
                </a:lnTo>
                <a:lnTo>
                  <a:pt x="136886" y="132771"/>
                </a:lnTo>
                <a:lnTo>
                  <a:pt x="132771" y="136886"/>
                </a:lnTo>
                <a:lnTo>
                  <a:pt x="127833" y="139903"/>
                </a:lnTo>
                <a:lnTo>
                  <a:pt x="122347" y="141823"/>
                </a:lnTo>
                <a:lnTo>
                  <a:pt x="116586" y="142464"/>
                </a:lnTo>
                <a:lnTo>
                  <a:pt x="110825" y="141823"/>
                </a:lnTo>
                <a:lnTo>
                  <a:pt x="105339" y="139903"/>
                </a:lnTo>
                <a:lnTo>
                  <a:pt x="100401" y="136886"/>
                </a:lnTo>
                <a:lnTo>
                  <a:pt x="96286" y="132771"/>
                </a:lnTo>
                <a:lnTo>
                  <a:pt x="93269" y="127833"/>
                </a:lnTo>
                <a:lnTo>
                  <a:pt x="91349" y="122347"/>
                </a:lnTo>
                <a:lnTo>
                  <a:pt x="90708" y="116586"/>
                </a:lnTo>
                <a:lnTo>
                  <a:pt x="91349" y="110825"/>
                </a:lnTo>
                <a:lnTo>
                  <a:pt x="93269" y="105339"/>
                </a:lnTo>
                <a:lnTo>
                  <a:pt x="96286" y="100401"/>
                </a:lnTo>
                <a:lnTo>
                  <a:pt x="100401" y="96286"/>
                </a:lnTo>
                <a:lnTo>
                  <a:pt x="105339" y="93269"/>
                </a:lnTo>
                <a:lnTo>
                  <a:pt x="110825" y="91349"/>
                </a:lnTo>
                <a:lnTo>
                  <a:pt x="116586" y="90708"/>
                </a:lnTo>
                <a:lnTo>
                  <a:pt x="122347" y="91349"/>
                </a:lnTo>
                <a:lnTo>
                  <a:pt x="127833" y="93269"/>
                </a:lnTo>
                <a:lnTo>
                  <a:pt x="132771" y="96286"/>
                </a:lnTo>
                <a:lnTo>
                  <a:pt x="136886" y="100401"/>
                </a:lnTo>
                <a:lnTo>
                  <a:pt x="139903" y="105339"/>
                </a:lnTo>
                <a:lnTo>
                  <a:pt x="141823" y="110825"/>
                </a:lnTo>
                <a:lnTo>
                  <a:pt x="142464" y="116586"/>
                </a:lnTo>
                <a:close/>
                <a:moveTo>
                  <a:pt x="38862" y="38862"/>
                </a:moveTo>
                <a:lnTo>
                  <a:pt x="272034" y="38862"/>
                </a:lnTo>
                <a:lnTo>
                  <a:pt x="272034" y="272034"/>
                </a:lnTo>
                <a:lnTo>
                  <a:pt x="38862" y="272034"/>
                </a:lnTo>
                <a:lnTo>
                  <a:pt x="38862" y="38862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75704" y="3436620"/>
            <a:ext cx="181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umbrella.png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3994404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flareとsunburstは AZURE_IMAGE_DEPLOYMENT の値で切り替える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  画像モデル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CLIにスクリプトの使い方を伝える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70432"/>
            <a:ext cx="229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依頼する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536192"/>
            <a:ext cx="2293360" cy="256032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36192"/>
            <a:ext cx="2293360" cy="64008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1700784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352044" y="272034"/>
                </a:moveTo>
                <a:lnTo>
                  <a:pt x="351861" y="275600"/>
                </a:lnTo>
                <a:lnTo>
                  <a:pt x="351221" y="279166"/>
                </a:lnTo>
                <a:lnTo>
                  <a:pt x="350215" y="282641"/>
                </a:lnTo>
                <a:lnTo>
                  <a:pt x="348844" y="285933"/>
                </a:lnTo>
                <a:lnTo>
                  <a:pt x="347106" y="289042"/>
                </a:lnTo>
                <a:lnTo>
                  <a:pt x="345095" y="291968"/>
                </a:lnTo>
                <a:lnTo>
                  <a:pt x="342626" y="294620"/>
                </a:lnTo>
                <a:lnTo>
                  <a:pt x="339974" y="297089"/>
                </a:lnTo>
                <a:lnTo>
                  <a:pt x="337048" y="299100"/>
                </a:lnTo>
                <a:lnTo>
                  <a:pt x="333939" y="300838"/>
                </a:lnTo>
                <a:lnTo>
                  <a:pt x="330647" y="302209"/>
                </a:lnTo>
                <a:lnTo>
                  <a:pt x="327172" y="303215"/>
                </a:lnTo>
                <a:lnTo>
                  <a:pt x="323606" y="303855"/>
                </a:lnTo>
                <a:lnTo>
                  <a:pt x="320040" y="304038"/>
                </a:lnTo>
                <a:lnTo>
                  <a:pt x="109271" y="304038"/>
                </a:lnTo>
                <a:lnTo>
                  <a:pt x="107442" y="304129"/>
                </a:lnTo>
                <a:lnTo>
                  <a:pt x="105705" y="304221"/>
                </a:lnTo>
                <a:lnTo>
                  <a:pt x="103876" y="304495"/>
                </a:lnTo>
                <a:lnTo>
                  <a:pt x="102138" y="304861"/>
                </a:lnTo>
                <a:lnTo>
                  <a:pt x="100401" y="305318"/>
                </a:lnTo>
                <a:lnTo>
                  <a:pt x="98664" y="305867"/>
                </a:lnTo>
                <a:lnTo>
                  <a:pt x="97018" y="306507"/>
                </a:lnTo>
                <a:lnTo>
                  <a:pt x="95372" y="307238"/>
                </a:lnTo>
                <a:lnTo>
                  <a:pt x="93817" y="308061"/>
                </a:lnTo>
                <a:lnTo>
                  <a:pt x="92263" y="308976"/>
                </a:lnTo>
                <a:lnTo>
                  <a:pt x="90708" y="309982"/>
                </a:lnTo>
                <a:lnTo>
                  <a:pt x="89337" y="310987"/>
                </a:lnTo>
                <a:lnTo>
                  <a:pt x="87965" y="312176"/>
                </a:lnTo>
                <a:lnTo>
                  <a:pt x="86594" y="313456"/>
                </a:lnTo>
                <a:lnTo>
                  <a:pt x="51389" y="348661"/>
                </a:lnTo>
                <a:lnTo>
                  <a:pt x="49926" y="349849"/>
                </a:lnTo>
                <a:lnTo>
                  <a:pt x="48280" y="350855"/>
                </a:lnTo>
                <a:lnTo>
                  <a:pt x="46543" y="351495"/>
                </a:lnTo>
                <a:lnTo>
                  <a:pt x="44623" y="351953"/>
                </a:lnTo>
                <a:lnTo>
                  <a:pt x="42702" y="351953"/>
                </a:lnTo>
                <a:lnTo>
                  <a:pt x="40874" y="351678"/>
                </a:lnTo>
                <a:lnTo>
                  <a:pt x="39045" y="351130"/>
                </a:lnTo>
                <a:lnTo>
                  <a:pt x="37308" y="350215"/>
                </a:lnTo>
                <a:lnTo>
                  <a:pt x="35753" y="349118"/>
                </a:lnTo>
                <a:lnTo>
                  <a:pt x="34473" y="347746"/>
                </a:lnTo>
                <a:lnTo>
                  <a:pt x="33467" y="346100"/>
                </a:lnTo>
                <a:lnTo>
                  <a:pt x="32644" y="344363"/>
                </a:lnTo>
                <a:lnTo>
                  <a:pt x="32187" y="342534"/>
                </a:lnTo>
                <a:lnTo>
                  <a:pt x="32004" y="340614"/>
                </a:lnTo>
                <a:lnTo>
                  <a:pt x="32004" y="80010"/>
                </a:lnTo>
                <a:lnTo>
                  <a:pt x="32187" y="76444"/>
                </a:lnTo>
                <a:lnTo>
                  <a:pt x="32827" y="72878"/>
                </a:lnTo>
                <a:lnTo>
                  <a:pt x="33833" y="69403"/>
                </a:lnTo>
                <a:lnTo>
                  <a:pt x="35204" y="66111"/>
                </a:lnTo>
                <a:lnTo>
                  <a:pt x="36942" y="63002"/>
                </a:lnTo>
                <a:lnTo>
                  <a:pt x="38953" y="60076"/>
                </a:lnTo>
                <a:lnTo>
                  <a:pt x="41422" y="57424"/>
                </a:lnTo>
                <a:lnTo>
                  <a:pt x="44074" y="54955"/>
                </a:lnTo>
                <a:lnTo>
                  <a:pt x="47000" y="52944"/>
                </a:lnTo>
                <a:lnTo>
                  <a:pt x="50109" y="51206"/>
                </a:lnTo>
                <a:lnTo>
                  <a:pt x="53401" y="49835"/>
                </a:lnTo>
                <a:lnTo>
                  <a:pt x="56876" y="48829"/>
                </a:lnTo>
                <a:lnTo>
                  <a:pt x="60442" y="48189"/>
                </a:lnTo>
                <a:lnTo>
                  <a:pt x="64008" y="48006"/>
                </a:lnTo>
                <a:lnTo>
                  <a:pt x="320040" y="48006"/>
                </a:lnTo>
                <a:lnTo>
                  <a:pt x="323606" y="48189"/>
                </a:lnTo>
                <a:lnTo>
                  <a:pt x="327172" y="48829"/>
                </a:lnTo>
                <a:lnTo>
                  <a:pt x="330647" y="49835"/>
                </a:lnTo>
                <a:lnTo>
                  <a:pt x="333939" y="51206"/>
                </a:lnTo>
                <a:lnTo>
                  <a:pt x="337048" y="52944"/>
                </a:lnTo>
                <a:lnTo>
                  <a:pt x="339974" y="54955"/>
                </a:lnTo>
                <a:lnTo>
                  <a:pt x="342626" y="57424"/>
                </a:lnTo>
                <a:lnTo>
                  <a:pt x="345095" y="60076"/>
                </a:lnTo>
                <a:lnTo>
                  <a:pt x="347106" y="63002"/>
                </a:lnTo>
                <a:lnTo>
                  <a:pt x="348844" y="66111"/>
                </a:lnTo>
                <a:lnTo>
                  <a:pt x="350215" y="69403"/>
                </a:lnTo>
                <a:lnTo>
                  <a:pt x="351221" y="72878"/>
                </a:lnTo>
                <a:lnTo>
                  <a:pt x="351861" y="76444"/>
                </a:lnTo>
                <a:lnTo>
                  <a:pt x="352044" y="80010"/>
                </a:lnTo>
                <a:lnTo>
                  <a:pt x="352044" y="272034"/>
                </a:lnTo>
                <a:close/>
                <a:moveTo>
                  <a:pt x="112014" y="176022"/>
                </a:moveTo>
                <a:lnTo>
                  <a:pt x="272034" y="176022"/>
                </a:lnTo>
                <a:moveTo>
                  <a:pt x="112014" y="240030"/>
                </a:moveTo>
                <a:lnTo>
                  <a:pt x="208026" y="240030"/>
                </a:lnTo>
                <a:moveTo>
                  <a:pt x="112014" y="112014"/>
                </a:moveTo>
                <a:lnTo>
                  <a:pt x="240030" y="112014"/>
                </a:lnTo>
              </a:path>
            </a:pathLst>
          </a:custGeom>
          <a:noFill/>
          <a:ln w="32004">
            <a:solidFill>
              <a:srgbClr val="1218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157984"/>
            <a:ext cx="201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依頼例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0392" y="2633472"/>
            <a:ext cx="2019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「gen-image.ps1で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表紙画像を作って」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34024" y="2816352"/>
            <a:ext cx="2743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363208" y="1170432"/>
            <a:ext cx="282259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使い方を読む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63208" y="1536192"/>
            <a:ext cx="2822597" cy="118872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63208" y="1536192"/>
            <a:ext cx="2822597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7800" y="1700784"/>
            <a:ext cx="254827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27800" y="2176272"/>
            <a:ext cx="25482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AGENTS.md に記載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63208" y="2907792"/>
            <a:ext cx="2822597" cy="118872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3208" y="2907792"/>
            <a:ext cx="2822597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7800" y="3072384"/>
            <a:ext cx="254827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527800" y="3547872"/>
            <a:ext cx="25482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CLAUDE.md に記載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40668" y="2816352"/>
            <a:ext cx="2743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569852" y="1170432"/>
            <a:ext cx="21169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承認して実行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69852" y="1536192"/>
            <a:ext cx="2116948" cy="256032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69852" y="1536192"/>
            <a:ext cx="2116948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34444" y="1700784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336042" y="240030"/>
                </a:moveTo>
                <a:lnTo>
                  <a:pt x="286664" y="190652"/>
                </a:lnTo>
                <a:lnTo>
                  <a:pt x="284013" y="188275"/>
                </a:lnTo>
                <a:lnTo>
                  <a:pt x="281087" y="186172"/>
                </a:lnTo>
                <a:lnTo>
                  <a:pt x="277886" y="184434"/>
                </a:lnTo>
                <a:lnTo>
                  <a:pt x="274594" y="183063"/>
                </a:lnTo>
                <a:lnTo>
                  <a:pt x="271120" y="182057"/>
                </a:lnTo>
                <a:lnTo>
                  <a:pt x="267645" y="181508"/>
                </a:lnTo>
                <a:lnTo>
                  <a:pt x="263987" y="181234"/>
                </a:lnTo>
                <a:lnTo>
                  <a:pt x="260421" y="181508"/>
                </a:lnTo>
                <a:lnTo>
                  <a:pt x="256946" y="182057"/>
                </a:lnTo>
                <a:lnTo>
                  <a:pt x="253472" y="183063"/>
                </a:lnTo>
                <a:lnTo>
                  <a:pt x="250180" y="184434"/>
                </a:lnTo>
                <a:lnTo>
                  <a:pt x="246979" y="186172"/>
                </a:lnTo>
                <a:lnTo>
                  <a:pt x="244053" y="188275"/>
                </a:lnTo>
                <a:lnTo>
                  <a:pt x="241402" y="190652"/>
                </a:lnTo>
                <a:lnTo>
                  <a:pt x="96012" y="336042"/>
                </a:lnTo>
                <a:moveTo>
                  <a:pt x="176022" y="144018"/>
                </a:moveTo>
                <a:lnTo>
                  <a:pt x="175199" y="151150"/>
                </a:lnTo>
                <a:lnTo>
                  <a:pt x="172822" y="157917"/>
                </a:lnTo>
                <a:lnTo>
                  <a:pt x="169073" y="163952"/>
                </a:lnTo>
                <a:lnTo>
                  <a:pt x="163952" y="169073"/>
                </a:lnTo>
                <a:lnTo>
                  <a:pt x="157917" y="172822"/>
                </a:lnTo>
                <a:lnTo>
                  <a:pt x="151150" y="175199"/>
                </a:lnTo>
                <a:lnTo>
                  <a:pt x="144018" y="176022"/>
                </a:lnTo>
                <a:lnTo>
                  <a:pt x="136886" y="175199"/>
                </a:lnTo>
                <a:lnTo>
                  <a:pt x="130119" y="172822"/>
                </a:lnTo>
                <a:lnTo>
                  <a:pt x="124084" y="169073"/>
                </a:lnTo>
                <a:lnTo>
                  <a:pt x="118963" y="163952"/>
                </a:lnTo>
                <a:lnTo>
                  <a:pt x="115214" y="157917"/>
                </a:lnTo>
                <a:lnTo>
                  <a:pt x="112837" y="151150"/>
                </a:lnTo>
                <a:lnTo>
                  <a:pt x="112014" y="144018"/>
                </a:lnTo>
                <a:lnTo>
                  <a:pt x="112837" y="136886"/>
                </a:lnTo>
                <a:lnTo>
                  <a:pt x="115214" y="130119"/>
                </a:lnTo>
                <a:lnTo>
                  <a:pt x="118963" y="124084"/>
                </a:lnTo>
                <a:lnTo>
                  <a:pt x="124084" y="118963"/>
                </a:lnTo>
                <a:lnTo>
                  <a:pt x="130119" y="115214"/>
                </a:lnTo>
                <a:lnTo>
                  <a:pt x="136886" y="112837"/>
                </a:lnTo>
                <a:lnTo>
                  <a:pt x="144018" y="112014"/>
                </a:lnTo>
                <a:lnTo>
                  <a:pt x="151150" y="112837"/>
                </a:lnTo>
                <a:lnTo>
                  <a:pt x="157917" y="115214"/>
                </a:lnTo>
                <a:lnTo>
                  <a:pt x="163952" y="118963"/>
                </a:lnTo>
                <a:lnTo>
                  <a:pt x="169073" y="124084"/>
                </a:lnTo>
                <a:lnTo>
                  <a:pt x="172822" y="130119"/>
                </a:lnTo>
                <a:lnTo>
                  <a:pt x="175199" y="136886"/>
                </a:lnTo>
                <a:lnTo>
                  <a:pt x="176022" y="144018"/>
                </a:lnTo>
                <a:close/>
                <a:moveTo>
                  <a:pt x="48006" y="48006"/>
                </a:moveTo>
                <a:lnTo>
                  <a:pt x="336042" y="48006"/>
                </a:lnTo>
                <a:lnTo>
                  <a:pt x="336042" y="336042"/>
                </a:lnTo>
                <a:lnTo>
                  <a:pt x="48006" y="336042"/>
                </a:lnTo>
                <a:lnTo>
                  <a:pt x="48006" y="48006"/>
                </a:lnTo>
                <a:close/>
              </a:path>
            </a:pathLst>
          </a:custGeom>
          <a:noFill/>
          <a:ln w="32004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34444" y="2157984"/>
            <a:ext cx="18426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PNG保存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734444" y="2633472"/>
            <a:ext cx="18426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実行内容を見て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許可すると、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画像が保存される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" y="4187952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CLIではネット接続を伴う実行で承認を求められる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  画像モデル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2588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Use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85800" y="2834640"/>
            <a:ext cx="7315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063240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9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GPT-5.6系をデプロイ → Python準備 → 操作ループ → 安全対策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CLIではなくAPIから使う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08760" y="1188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使い方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0" y="1188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Foundryでの利用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8001000" cy="749808"/>
          </a:xfrm>
          <a:prstGeom prst="rect">
            <a:avLst/>
          </a:prstGeom>
          <a:solidFill>
            <a:srgbClr val="E8F0FE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70078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0" y="228600"/>
                </a:moveTo>
                <a:lnTo>
                  <a:pt x="209580" y="266730"/>
                </a:lnTo>
                <a:lnTo>
                  <a:pt x="285750" y="190470"/>
                </a:lnTo>
                <a:moveTo>
                  <a:pt x="419070" y="228600"/>
                </a:moveTo>
                <a:lnTo>
                  <a:pt x="414315" y="271028"/>
                </a:lnTo>
                <a:lnTo>
                  <a:pt x="400233" y="311262"/>
                </a:lnTo>
                <a:lnTo>
                  <a:pt x="377556" y="347381"/>
                </a:lnTo>
                <a:lnTo>
                  <a:pt x="347381" y="377556"/>
                </a:lnTo>
                <a:lnTo>
                  <a:pt x="311262" y="400233"/>
                </a:lnTo>
                <a:lnTo>
                  <a:pt x="271028" y="414315"/>
                </a:lnTo>
                <a:lnTo>
                  <a:pt x="228600" y="419070"/>
                </a:lnTo>
                <a:lnTo>
                  <a:pt x="186172" y="414315"/>
                </a:lnTo>
                <a:lnTo>
                  <a:pt x="145938" y="400233"/>
                </a:lnTo>
                <a:lnTo>
                  <a:pt x="109819" y="377556"/>
                </a:lnTo>
                <a:lnTo>
                  <a:pt x="79644" y="347381"/>
                </a:lnTo>
                <a:lnTo>
                  <a:pt x="56967" y="311262"/>
                </a:lnTo>
                <a:lnTo>
                  <a:pt x="42885" y="271028"/>
                </a:lnTo>
                <a:lnTo>
                  <a:pt x="38130" y="228600"/>
                </a:lnTo>
                <a:lnTo>
                  <a:pt x="42885" y="186172"/>
                </a:lnTo>
                <a:lnTo>
                  <a:pt x="56967" y="145938"/>
                </a:lnTo>
                <a:lnTo>
                  <a:pt x="79644" y="109819"/>
                </a:lnTo>
                <a:lnTo>
                  <a:pt x="109819" y="79644"/>
                </a:lnTo>
                <a:lnTo>
                  <a:pt x="145938" y="56967"/>
                </a:lnTo>
                <a:lnTo>
                  <a:pt x="186172" y="42885"/>
                </a:lnTo>
                <a:lnTo>
                  <a:pt x="228600" y="38130"/>
                </a:lnTo>
                <a:lnTo>
                  <a:pt x="271028" y="42885"/>
                </a:lnTo>
                <a:lnTo>
                  <a:pt x="311262" y="56967"/>
                </a:lnTo>
                <a:lnTo>
                  <a:pt x="347381" y="79644"/>
                </a:lnTo>
                <a:lnTo>
                  <a:pt x="377556" y="109819"/>
                </a:lnTo>
                <a:lnTo>
                  <a:pt x="400233" y="145938"/>
                </a:lnTo>
                <a:lnTo>
                  <a:pt x="414315" y="186172"/>
                </a:lnTo>
                <a:lnTo>
                  <a:pt x="419070" y="228600"/>
                </a:lnTo>
                <a:close/>
              </a:path>
            </a:pathLst>
          </a:cu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554480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Responses APIで操作ループを自作する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0" y="1554480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使える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この資料の方法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2414016"/>
            <a:ext cx="8001000" cy="749808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5603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9070" y="228600"/>
                </a:moveTo>
                <a:lnTo>
                  <a:pt x="414315" y="271028"/>
                </a:lnTo>
                <a:lnTo>
                  <a:pt x="400233" y="311262"/>
                </a:lnTo>
                <a:lnTo>
                  <a:pt x="377556" y="347381"/>
                </a:lnTo>
                <a:lnTo>
                  <a:pt x="347381" y="377556"/>
                </a:lnTo>
                <a:lnTo>
                  <a:pt x="311262" y="400233"/>
                </a:lnTo>
                <a:lnTo>
                  <a:pt x="271028" y="414315"/>
                </a:lnTo>
                <a:lnTo>
                  <a:pt x="228600" y="419070"/>
                </a:lnTo>
                <a:lnTo>
                  <a:pt x="186172" y="414315"/>
                </a:lnTo>
                <a:lnTo>
                  <a:pt x="145938" y="400233"/>
                </a:lnTo>
                <a:lnTo>
                  <a:pt x="109819" y="377556"/>
                </a:lnTo>
                <a:lnTo>
                  <a:pt x="79644" y="347381"/>
                </a:lnTo>
                <a:lnTo>
                  <a:pt x="56967" y="311262"/>
                </a:lnTo>
                <a:lnTo>
                  <a:pt x="42885" y="271028"/>
                </a:lnTo>
                <a:lnTo>
                  <a:pt x="38130" y="228600"/>
                </a:lnTo>
                <a:lnTo>
                  <a:pt x="42885" y="186172"/>
                </a:lnTo>
                <a:lnTo>
                  <a:pt x="56967" y="145938"/>
                </a:lnTo>
                <a:lnTo>
                  <a:pt x="79644" y="109819"/>
                </a:lnTo>
                <a:lnTo>
                  <a:pt x="109819" y="79644"/>
                </a:lnTo>
                <a:lnTo>
                  <a:pt x="145938" y="56967"/>
                </a:lnTo>
                <a:lnTo>
                  <a:pt x="186172" y="42885"/>
                </a:lnTo>
                <a:lnTo>
                  <a:pt x="228600" y="38130"/>
                </a:lnTo>
                <a:lnTo>
                  <a:pt x="271028" y="42885"/>
                </a:lnTo>
                <a:lnTo>
                  <a:pt x="311262" y="56967"/>
                </a:lnTo>
                <a:lnTo>
                  <a:pt x="347381" y="79644"/>
                </a:lnTo>
                <a:lnTo>
                  <a:pt x="377556" y="109819"/>
                </a:lnTo>
                <a:lnTo>
                  <a:pt x="400233" y="145938"/>
                </a:lnTo>
                <a:lnTo>
                  <a:pt x="414315" y="186172"/>
                </a:lnTo>
                <a:lnTo>
                  <a:pt x="419070" y="228600"/>
                </a:lnTo>
                <a:close/>
                <a:moveTo>
                  <a:pt x="228600" y="152430"/>
                </a:moveTo>
                <a:lnTo>
                  <a:pt x="228600" y="228600"/>
                </a:lnTo>
                <a:moveTo>
                  <a:pt x="228600" y="304770"/>
                </a:moveTo>
                <a:lnTo>
                  <a:pt x="228783" y="304770"/>
                </a:lnTo>
              </a:path>
            </a:pathLst>
          </a:cu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2414016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Service の Computer Use ツール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69280" y="2414016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computer-use-preview のみ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3273552"/>
            <a:ext cx="8001000" cy="749808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41985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0" y="171450"/>
                </a:moveTo>
                <a:lnTo>
                  <a:pt x="171450" y="285750"/>
                </a:lnTo>
                <a:moveTo>
                  <a:pt x="171450" y="171450"/>
                </a:moveTo>
                <a:lnTo>
                  <a:pt x="285750" y="285750"/>
                </a:lnTo>
                <a:moveTo>
                  <a:pt x="419070" y="228600"/>
                </a:moveTo>
                <a:lnTo>
                  <a:pt x="414315" y="271028"/>
                </a:lnTo>
                <a:lnTo>
                  <a:pt x="400233" y="311262"/>
                </a:lnTo>
                <a:lnTo>
                  <a:pt x="377556" y="347381"/>
                </a:lnTo>
                <a:lnTo>
                  <a:pt x="347381" y="377556"/>
                </a:lnTo>
                <a:lnTo>
                  <a:pt x="311262" y="400233"/>
                </a:lnTo>
                <a:lnTo>
                  <a:pt x="271028" y="414315"/>
                </a:lnTo>
                <a:lnTo>
                  <a:pt x="228600" y="419070"/>
                </a:lnTo>
                <a:lnTo>
                  <a:pt x="186172" y="414315"/>
                </a:lnTo>
                <a:lnTo>
                  <a:pt x="145938" y="400233"/>
                </a:lnTo>
                <a:lnTo>
                  <a:pt x="109819" y="377556"/>
                </a:lnTo>
                <a:lnTo>
                  <a:pt x="79644" y="347381"/>
                </a:lnTo>
                <a:lnTo>
                  <a:pt x="56967" y="311262"/>
                </a:lnTo>
                <a:lnTo>
                  <a:pt x="42885" y="271028"/>
                </a:lnTo>
                <a:lnTo>
                  <a:pt x="38130" y="228600"/>
                </a:lnTo>
                <a:lnTo>
                  <a:pt x="42885" y="186172"/>
                </a:lnTo>
                <a:lnTo>
                  <a:pt x="56967" y="145938"/>
                </a:lnTo>
                <a:lnTo>
                  <a:pt x="79644" y="109819"/>
                </a:lnTo>
                <a:lnTo>
                  <a:pt x="109819" y="79644"/>
                </a:lnTo>
                <a:lnTo>
                  <a:pt x="145938" y="56967"/>
                </a:lnTo>
                <a:lnTo>
                  <a:pt x="186172" y="42885"/>
                </a:lnTo>
                <a:lnTo>
                  <a:pt x="228600" y="38130"/>
                </a:lnTo>
                <a:lnTo>
                  <a:pt x="271028" y="42885"/>
                </a:lnTo>
                <a:lnTo>
                  <a:pt x="311262" y="56967"/>
                </a:lnTo>
                <a:lnTo>
                  <a:pt x="347381" y="79644"/>
                </a:lnTo>
                <a:lnTo>
                  <a:pt x="377556" y="109819"/>
                </a:lnTo>
                <a:lnTo>
                  <a:pt x="400233" y="145938"/>
                </a:lnTo>
                <a:lnTo>
                  <a:pt x="414315" y="186172"/>
                </a:lnTo>
                <a:lnTo>
                  <a:pt x="419070" y="228600"/>
                </a:lnTo>
                <a:close/>
              </a:path>
            </a:pathLst>
          </a:custGeom>
          <a:noFill/>
          <a:ln w="38100">
            <a:solidFill>
              <a:srgbClr val="9AA3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3273552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 / Claude Code の組み込み機能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69280" y="3273552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使えない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4151376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GPT-5.6系（sol / terra / luna）とGPT-5.5は利用申請なしで使える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  Computer Use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操作ループは自分で実装する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80160"/>
            <a:ext cx="1780794" cy="2514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481328"/>
            <a:ext cx="502920" cy="50292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44802" y="148132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76880" y="413126"/>
                </a:moveTo>
                <a:lnTo>
                  <a:pt x="277612" y="414589"/>
                </a:lnTo>
                <a:lnTo>
                  <a:pt x="278618" y="415869"/>
                </a:lnTo>
                <a:lnTo>
                  <a:pt x="279806" y="417058"/>
                </a:lnTo>
                <a:lnTo>
                  <a:pt x="281269" y="417972"/>
                </a:lnTo>
                <a:lnTo>
                  <a:pt x="282732" y="418612"/>
                </a:lnTo>
                <a:lnTo>
                  <a:pt x="284378" y="418978"/>
                </a:lnTo>
                <a:lnTo>
                  <a:pt x="286024" y="419070"/>
                </a:lnTo>
                <a:lnTo>
                  <a:pt x="287670" y="418887"/>
                </a:lnTo>
                <a:lnTo>
                  <a:pt x="289225" y="418429"/>
                </a:lnTo>
                <a:lnTo>
                  <a:pt x="290688" y="417698"/>
                </a:lnTo>
                <a:lnTo>
                  <a:pt x="292059" y="416692"/>
                </a:lnTo>
                <a:lnTo>
                  <a:pt x="293157" y="415503"/>
                </a:lnTo>
                <a:lnTo>
                  <a:pt x="294071" y="414132"/>
                </a:lnTo>
                <a:lnTo>
                  <a:pt x="294803" y="412669"/>
                </a:lnTo>
                <a:lnTo>
                  <a:pt x="418612" y="50749"/>
                </a:lnTo>
                <a:lnTo>
                  <a:pt x="418978" y="49195"/>
                </a:lnTo>
                <a:lnTo>
                  <a:pt x="419161" y="47732"/>
                </a:lnTo>
                <a:lnTo>
                  <a:pt x="419070" y="46177"/>
                </a:lnTo>
                <a:lnTo>
                  <a:pt x="418704" y="44714"/>
                </a:lnTo>
                <a:lnTo>
                  <a:pt x="418155" y="43251"/>
                </a:lnTo>
                <a:lnTo>
                  <a:pt x="417332" y="41971"/>
                </a:lnTo>
                <a:lnTo>
                  <a:pt x="416418" y="40782"/>
                </a:lnTo>
                <a:lnTo>
                  <a:pt x="415229" y="39868"/>
                </a:lnTo>
                <a:lnTo>
                  <a:pt x="413949" y="39045"/>
                </a:lnTo>
                <a:lnTo>
                  <a:pt x="412486" y="38496"/>
                </a:lnTo>
                <a:lnTo>
                  <a:pt x="411023" y="38130"/>
                </a:lnTo>
                <a:lnTo>
                  <a:pt x="409468" y="38039"/>
                </a:lnTo>
                <a:lnTo>
                  <a:pt x="408005" y="38222"/>
                </a:lnTo>
                <a:lnTo>
                  <a:pt x="406451" y="38588"/>
                </a:lnTo>
                <a:lnTo>
                  <a:pt x="44531" y="162397"/>
                </a:lnTo>
                <a:lnTo>
                  <a:pt x="43068" y="163129"/>
                </a:lnTo>
                <a:lnTo>
                  <a:pt x="41697" y="164043"/>
                </a:lnTo>
                <a:lnTo>
                  <a:pt x="40508" y="165141"/>
                </a:lnTo>
                <a:lnTo>
                  <a:pt x="39502" y="166512"/>
                </a:lnTo>
                <a:lnTo>
                  <a:pt x="38771" y="167975"/>
                </a:lnTo>
                <a:lnTo>
                  <a:pt x="38313" y="169530"/>
                </a:lnTo>
                <a:lnTo>
                  <a:pt x="38130" y="171176"/>
                </a:lnTo>
                <a:lnTo>
                  <a:pt x="38222" y="172822"/>
                </a:lnTo>
                <a:lnTo>
                  <a:pt x="38588" y="174468"/>
                </a:lnTo>
                <a:lnTo>
                  <a:pt x="39228" y="175931"/>
                </a:lnTo>
                <a:lnTo>
                  <a:pt x="40142" y="177394"/>
                </a:lnTo>
                <a:lnTo>
                  <a:pt x="41331" y="178582"/>
                </a:lnTo>
                <a:lnTo>
                  <a:pt x="42611" y="179588"/>
                </a:lnTo>
                <a:lnTo>
                  <a:pt x="44074" y="180320"/>
                </a:lnTo>
                <a:lnTo>
                  <a:pt x="195133" y="240853"/>
                </a:lnTo>
                <a:lnTo>
                  <a:pt x="197145" y="241767"/>
                </a:lnTo>
                <a:lnTo>
                  <a:pt x="199156" y="242773"/>
                </a:lnTo>
                <a:lnTo>
                  <a:pt x="200985" y="243870"/>
                </a:lnTo>
                <a:lnTo>
                  <a:pt x="202905" y="245059"/>
                </a:lnTo>
                <a:lnTo>
                  <a:pt x="204643" y="246339"/>
                </a:lnTo>
                <a:lnTo>
                  <a:pt x="206289" y="247802"/>
                </a:lnTo>
                <a:lnTo>
                  <a:pt x="207935" y="249265"/>
                </a:lnTo>
                <a:lnTo>
                  <a:pt x="209398" y="250911"/>
                </a:lnTo>
                <a:lnTo>
                  <a:pt x="210861" y="252557"/>
                </a:lnTo>
                <a:lnTo>
                  <a:pt x="212141" y="254295"/>
                </a:lnTo>
                <a:lnTo>
                  <a:pt x="213330" y="256123"/>
                </a:lnTo>
                <a:lnTo>
                  <a:pt x="214427" y="258044"/>
                </a:lnTo>
                <a:lnTo>
                  <a:pt x="215433" y="259964"/>
                </a:lnTo>
                <a:lnTo>
                  <a:pt x="216347" y="261976"/>
                </a:lnTo>
                <a:lnTo>
                  <a:pt x="276880" y="413126"/>
                </a:lnTo>
                <a:close/>
                <a:moveTo>
                  <a:pt x="416326" y="40874"/>
                </a:moveTo>
                <a:lnTo>
                  <a:pt x="207935" y="249265"/>
                </a:lnTo>
              </a:path>
            </a:pathLst>
          </a:cu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148840"/>
            <a:ext cx="145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依頼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0392" y="2697480"/>
            <a:ext cx="145161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依頼文と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画面の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スクショを送る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03170" y="2537460"/>
            <a:ext cx="219456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59202" y="1280160"/>
            <a:ext cx="1780794" cy="2514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3794" y="1481328"/>
            <a:ext cx="502920" cy="50292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3794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18204" y="148132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152430"/>
                </a:moveTo>
                <a:lnTo>
                  <a:pt x="228600" y="76170"/>
                </a:lnTo>
                <a:lnTo>
                  <a:pt x="152430" y="76170"/>
                </a:lnTo>
                <a:moveTo>
                  <a:pt x="38130" y="266730"/>
                </a:moveTo>
                <a:lnTo>
                  <a:pt x="76170" y="266730"/>
                </a:lnTo>
                <a:moveTo>
                  <a:pt x="381030" y="266730"/>
                </a:moveTo>
                <a:lnTo>
                  <a:pt x="419070" y="266730"/>
                </a:lnTo>
                <a:moveTo>
                  <a:pt x="285750" y="247620"/>
                </a:moveTo>
                <a:lnTo>
                  <a:pt x="285750" y="285750"/>
                </a:lnTo>
                <a:moveTo>
                  <a:pt x="171450" y="247620"/>
                </a:moveTo>
                <a:lnTo>
                  <a:pt x="171450" y="285750"/>
                </a:lnTo>
                <a:moveTo>
                  <a:pt x="76170" y="152430"/>
                </a:moveTo>
                <a:lnTo>
                  <a:pt x="381030" y="152430"/>
                </a:lnTo>
                <a:lnTo>
                  <a:pt x="381030" y="381030"/>
                </a:lnTo>
                <a:lnTo>
                  <a:pt x="76170" y="381030"/>
                </a:lnTo>
                <a:lnTo>
                  <a:pt x="76170" y="152430"/>
                </a:lnTo>
                <a:close/>
              </a:path>
            </a:pathLst>
          </a:cu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3794" y="2148840"/>
            <a:ext cx="145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提案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923794" y="2697480"/>
            <a:ext cx="145161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モデルが操作を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computer_call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で返す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6572" y="2537460"/>
            <a:ext cx="219456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832604" y="1280160"/>
            <a:ext cx="1780794" cy="2514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97196" y="1481328"/>
            <a:ext cx="502920" cy="50292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97196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91606" y="148132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66730" y="78090"/>
                </a:moveTo>
                <a:lnTo>
                  <a:pt x="228600" y="114300"/>
                </a:lnTo>
                <a:moveTo>
                  <a:pt x="97109" y="152430"/>
                </a:moveTo>
                <a:lnTo>
                  <a:pt x="41880" y="137160"/>
                </a:lnTo>
                <a:moveTo>
                  <a:pt x="114300" y="228600"/>
                </a:moveTo>
                <a:lnTo>
                  <a:pt x="78090" y="266730"/>
                </a:lnTo>
                <a:moveTo>
                  <a:pt x="137160" y="41880"/>
                </a:moveTo>
                <a:lnTo>
                  <a:pt x="152430" y="97109"/>
                </a:lnTo>
                <a:moveTo>
                  <a:pt x="172182" y="184617"/>
                </a:moveTo>
                <a:lnTo>
                  <a:pt x="171633" y="183063"/>
                </a:lnTo>
                <a:lnTo>
                  <a:pt x="171450" y="181508"/>
                </a:lnTo>
                <a:lnTo>
                  <a:pt x="171450" y="179862"/>
                </a:lnTo>
                <a:lnTo>
                  <a:pt x="171724" y="178308"/>
                </a:lnTo>
                <a:lnTo>
                  <a:pt x="172364" y="176754"/>
                </a:lnTo>
                <a:lnTo>
                  <a:pt x="173187" y="175382"/>
                </a:lnTo>
                <a:lnTo>
                  <a:pt x="174193" y="174193"/>
                </a:lnTo>
                <a:lnTo>
                  <a:pt x="175382" y="173187"/>
                </a:lnTo>
                <a:lnTo>
                  <a:pt x="176754" y="172364"/>
                </a:lnTo>
                <a:lnTo>
                  <a:pt x="178308" y="171724"/>
                </a:lnTo>
                <a:lnTo>
                  <a:pt x="179862" y="171450"/>
                </a:lnTo>
                <a:lnTo>
                  <a:pt x="181508" y="171450"/>
                </a:lnTo>
                <a:lnTo>
                  <a:pt x="183063" y="171633"/>
                </a:lnTo>
                <a:lnTo>
                  <a:pt x="184617" y="172182"/>
                </a:lnTo>
                <a:lnTo>
                  <a:pt x="394106" y="257861"/>
                </a:lnTo>
                <a:lnTo>
                  <a:pt x="395661" y="258684"/>
                </a:lnTo>
                <a:lnTo>
                  <a:pt x="397032" y="259690"/>
                </a:lnTo>
                <a:lnTo>
                  <a:pt x="398130" y="260970"/>
                </a:lnTo>
                <a:lnTo>
                  <a:pt x="399044" y="262433"/>
                </a:lnTo>
                <a:lnTo>
                  <a:pt x="399684" y="264079"/>
                </a:lnTo>
                <a:lnTo>
                  <a:pt x="400050" y="265725"/>
                </a:lnTo>
                <a:lnTo>
                  <a:pt x="400050" y="267462"/>
                </a:lnTo>
                <a:lnTo>
                  <a:pt x="399776" y="269108"/>
                </a:lnTo>
                <a:lnTo>
                  <a:pt x="399136" y="270754"/>
                </a:lnTo>
                <a:lnTo>
                  <a:pt x="398313" y="272217"/>
                </a:lnTo>
                <a:lnTo>
                  <a:pt x="397215" y="273497"/>
                </a:lnTo>
                <a:lnTo>
                  <a:pt x="395844" y="274594"/>
                </a:lnTo>
                <a:lnTo>
                  <a:pt x="394381" y="275417"/>
                </a:lnTo>
                <a:lnTo>
                  <a:pt x="392735" y="275966"/>
                </a:lnTo>
                <a:lnTo>
                  <a:pt x="309890" y="295808"/>
                </a:lnTo>
                <a:lnTo>
                  <a:pt x="308427" y="296174"/>
                </a:lnTo>
                <a:lnTo>
                  <a:pt x="307056" y="296723"/>
                </a:lnTo>
                <a:lnTo>
                  <a:pt x="305684" y="297363"/>
                </a:lnTo>
                <a:lnTo>
                  <a:pt x="304404" y="298094"/>
                </a:lnTo>
                <a:lnTo>
                  <a:pt x="303124" y="298917"/>
                </a:lnTo>
                <a:lnTo>
                  <a:pt x="301935" y="299832"/>
                </a:lnTo>
                <a:lnTo>
                  <a:pt x="300838" y="300838"/>
                </a:lnTo>
                <a:lnTo>
                  <a:pt x="299832" y="301935"/>
                </a:lnTo>
                <a:lnTo>
                  <a:pt x="298917" y="303124"/>
                </a:lnTo>
                <a:lnTo>
                  <a:pt x="298094" y="304312"/>
                </a:lnTo>
                <a:lnTo>
                  <a:pt x="297363" y="305684"/>
                </a:lnTo>
                <a:lnTo>
                  <a:pt x="296723" y="307056"/>
                </a:lnTo>
                <a:lnTo>
                  <a:pt x="296174" y="308427"/>
                </a:lnTo>
                <a:lnTo>
                  <a:pt x="295808" y="309890"/>
                </a:lnTo>
                <a:lnTo>
                  <a:pt x="275966" y="392735"/>
                </a:lnTo>
                <a:lnTo>
                  <a:pt x="275417" y="394381"/>
                </a:lnTo>
                <a:lnTo>
                  <a:pt x="274594" y="395844"/>
                </a:lnTo>
                <a:lnTo>
                  <a:pt x="273497" y="397215"/>
                </a:lnTo>
                <a:lnTo>
                  <a:pt x="272217" y="398313"/>
                </a:lnTo>
                <a:lnTo>
                  <a:pt x="270754" y="399227"/>
                </a:lnTo>
                <a:lnTo>
                  <a:pt x="269108" y="399776"/>
                </a:lnTo>
                <a:lnTo>
                  <a:pt x="267462" y="400050"/>
                </a:lnTo>
                <a:lnTo>
                  <a:pt x="265725" y="400050"/>
                </a:lnTo>
                <a:lnTo>
                  <a:pt x="264079" y="399684"/>
                </a:lnTo>
                <a:lnTo>
                  <a:pt x="262433" y="399044"/>
                </a:lnTo>
                <a:lnTo>
                  <a:pt x="260970" y="398221"/>
                </a:lnTo>
                <a:lnTo>
                  <a:pt x="259690" y="397032"/>
                </a:lnTo>
                <a:lnTo>
                  <a:pt x="258684" y="395661"/>
                </a:lnTo>
                <a:lnTo>
                  <a:pt x="257861" y="394106"/>
                </a:lnTo>
                <a:lnTo>
                  <a:pt x="172182" y="184617"/>
                </a:lnTo>
                <a:close/>
              </a:path>
            </a:pathLst>
          </a:cu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97196" y="2148840"/>
            <a:ext cx="145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実行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997196" y="2697480"/>
            <a:ext cx="145161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Playwrightで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クリックや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入力を行う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49974" y="2537460"/>
            <a:ext cx="219456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906006" y="1280160"/>
            <a:ext cx="1780794" cy="2514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70598" y="1481328"/>
            <a:ext cx="502920" cy="502920"/>
          </a:xfrm>
          <a:prstGeom prst="ellipse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70598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65008" y="148132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66639" y="76170"/>
                </a:moveTo>
                <a:lnTo>
                  <a:pt x="269565" y="76352"/>
                </a:lnTo>
                <a:lnTo>
                  <a:pt x="272491" y="76627"/>
                </a:lnTo>
                <a:lnTo>
                  <a:pt x="275326" y="77175"/>
                </a:lnTo>
                <a:lnTo>
                  <a:pt x="278160" y="77998"/>
                </a:lnTo>
                <a:lnTo>
                  <a:pt x="280904" y="79004"/>
                </a:lnTo>
                <a:lnTo>
                  <a:pt x="283555" y="80193"/>
                </a:lnTo>
                <a:lnTo>
                  <a:pt x="286207" y="81564"/>
                </a:lnTo>
                <a:lnTo>
                  <a:pt x="288585" y="83210"/>
                </a:lnTo>
                <a:lnTo>
                  <a:pt x="290962" y="84948"/>
                </a:lnTo>
                <a:lnTo>
                  <a:pt x="293157" y="86868"/>
                </a:lnTo>
                <a:lnTo>
                  <a:pt x="295168" y="89063"/>
                </a:lnTo>
                <a:lnTo>
                  <a:pt x="296997" y="91257"/>
                </a:lnTo>
                <a:lnTo>
                  <a:pt x="298643" y="93726"/>
                </a:lnTo>
                <a:lnTo>
                  <a:pt x="300198" y="96195"/>
                </a:lnTo>
                <a:lnTo>
                  <a:pt x="309433" y="113386"/>
                </a:lnTo>
                <a:lnTo>
                  <a:pt x="310896" y="115854"/>
                </a:lnTo>
                <a:lnTo>
                  <a:pt x="312633" y="118232"/>
                </a:lnTo>
                <a:lnTo>
                  <a:pt x="314462" y="120518"/>
                </a:lnTo>
                <a:lnTo>
                  <a:pt x="316474" y="122621"/>
                </a:lnTo>
                <a:lnTo>
                  <a:pt x="318668" y="124633"/>
                </a:lnTo>
                <a:lnTo>
                  <a:pt x="320954" y="126370"/>
                </a:lnTo>
                <a:lnTo>
                  <a:pt x="323423" y="127925"/>
                </a:lnTo>
                <a:lnTo>
                  <a:pt x="325984" y="129388"/>
                </a:lnTo>
                <a:lnTo>
                  <a:pt x="328635" y="130576"/>
                </a:lnTo>
                <a:lnTo>
                  <a:pt x="331470" y="131582"/>
                </a:lnTo>
                <a:lnTo>
                  <a:pt x="334213" y="132314"/>
                </a:lnTo>
                <a:lnTo>
                  <a:pt x="337139" y="132862"/>
                </a:lnTo>
                <a:lnTo>
                  <a:pt x="340065" y="133228"/>
                </a:lnTo>
                <a:lnTo>
                  <a:pt x="342991" y="133320"/>
                </a:lnTo>
                <a:lnTo>
                  <a:pt x="381030" y="133320"/>
                </a:lnTo>
                <a:lnTo>
                  <a:pt x="385237" y="133594"/>
                </a:lnTo>
                <a:lnTo>
                  <a:pt x="389443" y="134325"/>
                </a:lnTo>
                <a:lnTo>
                  <a:pt x="393558" y="135514"/>
                </a:lnTo>
                <a:lnTo>
                  <a:pt x="397490" y="137160"/>
                </a:lnTo>
                <a:lnTo>
                  <a:pt x="401239" y="139172"/>
                </a:lnTo>
                <a:lnTo>
                  <a:pt x="404713" y="141641"/>
                </a:lnTo>
                <a:lnTo>
                  <a:pt x="407914" y="144475"/>
                </a:lnTo>
                <a:lnTo>
                  <a:pt x="410748" y="147676"/>
                </a:lnTo>
                <a:lnTo>
                  <a:pt x="413217" y="151150"/>
                </a:lnTo>
                <a:lnTo>
                  <a:pt x="415320" y="154899"/>
                </a:lnTo>
                <a:lnTo>
                  <a:pt x="416966" y="158831"/>
                </a:lnTo>
                <a:lnTo>
                  <a:pt x="418155" y="162946"/>
                </a:lnTo>
                <a:lnTo>
                  <a:pt x="418887" y="167152"/>
                </a:lnTo>
                <a:lnTo>
                  <a:pt x="419070" y="171450"/>
                </a:lnTo>
                <a:lnTo>
                  <a:pt x="419070" y="342900"/>
                </a:lnTo>
                <a:lnTo>
                  <a:pt x="418887" y="347198"/>
                </a:lnTo>
                <a:lnTo>
                  <a:pt x="418155" y="351404"/>
                </a:lnTo>
                <a:lnTo>
                  <a:pt x="416966" y="355519"/>
                </a:lnTo>
                <a:lnTo>
                  <a:pt x="415320" y="359451"/>
                </a:lnTo>
                <a:lnTo>
                  <a:pt x="413217" y="363200"/>
                </a:lnTo>
                <a:lnTo>
                  <a:pt x="410748" y="366674"/>
                </a:lnTo>
                <a:lnTo>
                  <a:pt x="407914" y="369875"/>
                </a:lnTo>
                <a:lnTo>
                  <a:pt x="404713" y="372709"/>
                </a:lnTo>
                <a:lnTo>
                  <a:pt x="401239" y="375178"/>
                </a:lnTo>
                <a:lnTo>
                  <a:pt x="397490" y="377190"/>
                </a:lnTo>
                <a:lnTo>
                  <a:pt x="393558" y="378836"/>
                </a:lnTo>
                <a:lnTo>
                  <a:pt x="389443" y="380025"/>
                </a:lnTo>
                <a:lnTo>
                  <a:pt x="385237" y="380756"/>
                </a:lnTo>
                <a:lnTo>
                  <a:pt x="381030" y="381030"/>
                </a:lnTo>
                <a:lnTo>
                  <a:pt x="76170" y="381030"/>
                </a:lnTo>
                <a:lnTo>
                  <a:pt x="71963" y="380756"/>
                </a:lnTo>
                <a:lnTo>
                  <a:pt x="67757" y="380025"/>
                </a:lnTo>
                <a:lnTo>
                  <a:pt x="63642" y="378836"/>
                </a:lnTo>
                <a:lnTo>
                  <a:pt x="59710" y="377190"/>
                </a:lnTo>
                <a:lnTo>
                  <a:pt x="55961" y="375178"/>
                </a:lnTo>
                <a:lnTo>
                  <a:pt x="52487" y="372709"/>
                </a:lnTo>
                <a:lnTo>
                  <a:pt x="49286" y="369875"/>
                </a:lnTo>
                <a:lnTo>
                  <a:pt x="46452" y="366674"/>
                </a:lnTo>
                <a:lnTo>
                  <a:pt x="43983" y="363200"/>
                </a:lnTo>
                <a:lnTo>
                  <a:pt x="41880" y="359451"/>
                </a:lnTo>
                <a:lnTo>
                  <a:pt x="40234" y="355519"/>
                </a:lnTo>
                <a:lnTo>
                  <a:pt x="39045" y="351404"/>
                </a:lnTo>
                <a:lnTo>
                  <a:pt x="38313" y="347198"/>
                </a:lnTo>
                <a:lnTo>
                  <a:pt x="38130" y="342900"/>
                </a:lnTo>
                <a:lnTo>
                  <a:pt x="38130" y="171450"/>
                </a:lnTo>
                <a:lnTo>
                  <a:pt x="38313" y="167152"/>
                </a:lnTo>
                <a:lnTo>
                  <a:pt x="39045" y="162946"/>
                </a:lnTo>
                <a:lnTo>
                  <a:pt x="40234" y="158831"/>
                </a:lnTo>
                <a:lnTo>
                  <a:pt x="41880" y="154899"/>
                </a:lnTo>
                <a:lnTo>
                  <a:pt x="43983" y="151150"/>
                </a:lnTo>
                <a:lnTo>
                  <a:pt x="46452" y="147676"/>
                </a:lnTo>
                <a:lnTo>
                  <a:pt x="49286" y="144475"/>
                </a:lnTo>
                <a:lnTo>
                  <a:pt x="52487" y="141641"/>
                </a:lnTo>
                <a:lnTo>
                  <a:pt x="55961" y="139172"/>
                </a:lnTo>
                <a:lnTo>
                  <a:pt x="59710" y="137160"/>
                </a:lnTo>
                <a:lnTo>
                  <a:pt x="63642" y="135514"/>
                </a:lnTo>
                <a:lnTo>
                  <a:pt x="67757" y="134325"/>
                </a:lnTo>
                <a:lnTo>
                  <a:pt x="71963" y="133594"/>
                </a:lnTo>
                <a:lnTo>
                  <a:pt x="76170" y="133320"/>
                </a:lnTo>
                <a:lnTo>
                  <a:pt x="114209" y="133320"/>
                </a:lnTo>
                <a:lnTo>
                  <a:pt x="117135" y="133228"/>
                </a:lnTo>
                <a:lnTo>
                  <a:pt x="120061" y="132862"/>
                </a:lnTo>
                <a:lnTo>
                  <a:pt x="122895" y="132314"/>
                </a:lnTo>
                <a:lnTo>
                  <a:pt x="125730" y="131582"/>
                </a:lnTo>
                <a:lnTo>
                  <a:pt x="128473" y="130576"/>
                </a:lnTo>
                <a:lnTo>
                  <a:pt x="131216" y="129388"/>
                </a:lnTo>
                <a:lnTo>
                  <a:pt x="133777" y="128016"/>
                </a:lnTo>
                <a:lnTo>
                  <a:pt x="136154" y="126370"/>
                </a:lnTo>
                <a:lnTo>
                  <a:pt x="138532" y="124633"/>
                </a:lnTo>
                <a:lnTo>
                  <a:pt x="140726" y="122621"/>
                </a:lnTo>
                <a:lnTo>
                  <a:pt x="142738" y="120518"/>
                </a:lnTo>
                <a:lnTo>
                  <a:pt x="144567" y="118323"/>
                </a:lnTo>
                <a:lnTo>
                  <a:pt x="146304" y="115946"/>
                </a:lnTo>
                <a:lnTo>
                  <a:pt x="147767" y="113386"/>
                </a:lnTo>
                <a:lnTo>
                  <a:pt x="157094" y="96195"/>
                </a:lnTo>
                <a:lnTo>
                  <a:pt x="158557" y="93635"/>
                </a:lnTo>
                <a:lnTo>
                  <a:pt x="160203" y="91257"/>
                </a:lnTo>
                <a:lnTo>
                  <a:pt x="162123" y="88971"/>
                </a:lnTo>
                <a:lnTo>
                  <a:pt x="164135" y="86868"/>
                </a:lnTo>
                <a:lnTo>
                  <a:pt x="166329" y="84948"/>
                </a:lnTo>
                <a:lnTo>
                  <a:pt x="168615" y="83119"/>
                </a:lnTo>
                <a:lnTo>
                  <a:pt x="171084" y="81564"/>
                </a:lnTo>
                <a:lnTo>
                  <a:pt x="173645" y="80193"/>
                </a:lnTo>
                <a:lnTo>
                  <a:pt x="176296" y="79004"/>
                </a:lnTo>
                <a:lnTo>
                  <a:pt x="179040" y="77998"/>
                </a:lnTo>
                <a:lnTo>
                  <a:pt x="181874" y="77175"/>
                </a:lnTo>
                <a:lnTo>
                  <a:pt x="184709" y="76627"/>
                </a:lnTo>
                <a:lnTo>
                  <a:pt x="187635" y="76352"/>
                </a:lnTo>
                <a:lnTo>
                  <a:pt x="190561" y="76170"/>
                </a:lnTo>
                <a:lnTo>
                  <a:pt x="266639" y="76170"/>
                </a:lnTo>
                <a:close/>
                <a:moveTo>
                  <a:pt x="285750" y="247620"/>
                </a:moveTo>
                <a:lnTo>
                  <a:pt x="284287" y="260330"/>
                </a:lnTo>
                <a:lnTo>
                  <a:pt x="280081" y="272491"/>
                </a:lnTo>
                <a:lnTo>
                  <a:pt x="273314" y="283281"/>
                </a:lnTo>
                <a:lnTo>
                  <a:pt x="264262" y="292334"/>
                </a:lnTo>
                <a:lnTo>
                  <a:pt x="253380" y="299100"/>
                </a:lnTo>
                <a:lnTo>
                  <a:pt x="241310" y="303398"/>
                </a:lnTo>
                <a:lnTo>
                  <a:pt x="228600" y="304770"/>
                </a:lnTo>
                <a:lnTo>
                  <a:pt x="215890" y="303398"/>
                </a:lnTo>
                <a:lnTo>
                  <a:pt x="203820" y="299100"/>
                </a:lnTo>
                <a:lnTo>
                  <a:pt x="192938" y="292334"/>
                </a:lnTo>
                <a:lnTo>
                  <a:pt x="183886" y="283281"/>
                </a:lnTo>
                <a:lnTo>
                  <a:pt x="177119" y="272491"/>
                </a:lnTo>
                <a:lnTo>
                  <a:pt x="172913" y="260330"/>
                </a:lnTo>
                <a:lnTo>
                  <a:pt x="171450" y="247620"/>
                </a:lnTo>
                <a:lnTo>
                  <a:pt x="172913" y="234909"/>
                </a:lnTo>
                <a:lnTo>
                  <a:pt x="177119" y="222839"/>
                </a:lnTo>
                <a:lnTo>
                  <a:pt x="183886" y="212049"/>
                </a:lnTo>
                <a:lnTo>
                  <a:pt x="192938" y="202997"/>
                </a:lnTo>
                <a:lnTo>
                  <a:pt x="203820" y="196139"/>
                </a:lnTo>
                <a:lnTo>
                  <a:pt x="215890" y="191933"/>
                </a:lnTo>
                <a:lnTo>
                  <a:pt x="228600" y="190470"/>
                </a:lnTo>
                <a:lnTo>
                  <a:pt x="241310" y="191933"/>
                </a:lnTo>
                <a:lnTo>
                  <a:pt x="253380" y="196139"/>
                </a:lnTo>
                <a:lnTo>
                  <a:pt x="264262" y="202997"/>
                </a:lnTo>
                <a:lnTo>
                  <a:pt x="273314" y="212049"/>
                </a:lnTo>
                <a:lnTo>
                  <a:pt x="280081" y="222839"/>
                </a:lnTo>
                <a:lnTo>
                  <a:pt x="284287" y="234909"/>
                </a:lnTo>
                <a:lnTo>
                  <a:pt x="285750" y="247620"/>
                </a:lnTo>
                <a:close/>
              </a:path>
            </a:pathLst>
          </a:cu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70598" y="2148840"/>
            <a:ext cx="145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返送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070598" y="2697480"/>
            <a:ext cx="145161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操作後の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スクショを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返す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796403" y="3831336"/>
            <a:ext cx="0" cy="310896"/>
          </a:xfrm>
          <a:prstGeom prst="line">
            <a:avLst/>
          </a:prstGeom>
          <a:noFill/>
          <a:ln w="25400">
            <a:solidFill>
              <a:srgbClr val="8B5CF6"/>
            </a:solidFill>
            <a:prstDash val="dash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576197" y="4142232"/>
            <a:ext cx="6220206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dash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1576197" y="3831336"/>
            <a:ext cx="0" cy="310896"/>
          </a:xfrm>
          <a:prstGeom prst="line">
            <a:avLst/>
          </a:prstGeom>
          <a:noFill/>
          <a:ln w="25400">
            <a:solidFill>
              <a:srgbClr val="8B5CF6"/>
            </a:solidFill>
            <a:prstDash val="dash"/>
            <a:headEnd type="triangl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2308860" y="3959352"/>
            <a:ext cx="47548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08860" y="3959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提案がなくなるか MAX_STEPS まで繰り返す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  Computer Use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PythonとPlaywrightを準備する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88720"/>
            <a:ext cx="8001000" cy="2241296"/>
          </a:xfrm>
          <a:prstGeom prst="roundRect">
            <a:avLst>
              <a:gd name="adj" fmla="val 2448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25880"/>
            <a:ext cx="7635240" cy="19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AZURE_CU_RESOURCE "&lt;resource&gt;"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AZURE_CU_DEPLOYMENT "&lt;gpt-5.6-deployment&gt;"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setx AZURE_CU_API_KEY "&lt;api-key&gt;"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新しいPowerShellで実行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 -m venv .venv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.venv\Scripts\Activate.ps1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 install openai playwright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playwright install chromium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3576320"/>
            <a:ext cx="1584198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36769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33467" y="225582"/>
                </a:moveTo>
                <a:lnTo>
                  <a:pt x="32461" y="226680"/>
                </a:lnTo>
                <a:lnTo>
                  <a:pt x="31547" y="227777"/>
                </a:lnTo>
                <a:lnTo>
                  <a:pt x="30724" y="228874"/>
                </a:lnTo>
                <a:lnTo>
                  <a:pt x="29901" y="230154"/>
                </a:lnTo>
                <a:lnTo>
                  <a:pt x="29169" y="231343"/>
                </a:lnTo>
                <a:lnTo>
                  <a:pt x="28438" y="232623"/>
                </a:lnTo>
                <a:lnTo>
                  <a:pt x="27889" y="233995"/>
                </a:lnTo>
                <a:lnTo>
                  <a:pt x="27341" y="235367"/>
                </a:lnTo>
                <a:lnTo>
                  <a:pt x="26883" y="236738"/>
                </a:lnTo>
                <a:lnTo>
                  <a:pt x="26518" y="238110"/>
                </a:lnTo>
                <a:lnTo>
                  <a:pt x="26243" y="239573"/>
                </a:lnTo>
                <a:lnTo>
                  <a:pt x="26060" y="241036"/>
                </a:lnTo>
                <a:lnTo>
                  <a:pt x="25969" y="242407"/>
                </a:lnTo>
                <a:lnTo>
                  <a:pt x="25878" y="243870"/>
                </a:lnTo>
                <a:lnTo>
                  <a:pt x="25878" y="272034"/>
                </a:lnTo>
                <a:lnTo>
                  <a:pt x="25969" y="273497"/>
                </a:lnTo>
                <a:lnTo>
                  <a:pt x="26243" y="274960"/>
                </a:lnTo>
                <a:lnTo>
                  <a:pt x="26609" y="276332"/>
                </a:lnTo>
                <a:lnTo>
                  <a:pt x="27158" y="277612"/>
                </a:lnTo>
                <a:lnTo>
                  <a:pt x="27889" y="278892"/>
                </a:lnTo>
                <a:lnTo>
                  <a:pt x="28712" y="280081"/>
                </a:lnTo>
                <a:lnTo>
                  <a:pt x="29718" y="281178"/>
                </a:lnTo>
                <a:lnTo>
                  <a:pt x="30815" y="282184"/>
                </a:lnTo>
                <a:lnTo>
                  <a:pt x="32004" y="283007"/>
                </a:lnTo>
                <a:lnTo>
                  <a:pt x="33284" y="283738"/>
                </a:lnTo>
                <a:lnTo>
                  <a:pt x="34564" y="284287"/>
                </a:lnTo>
                <a:lnTo>
                  <a:pt x="35936" y="284653"/>
                </a:lnTo>
                <a:lnTo>
                  <a:pt x="37399" y="284927"/>
                </a:lnTo>
                <a:lnTo>
                  <a:pt x="38862" y="285018"/>
                </a:lnTo>
                <a:lnTo>
                  <a:pt x="77724" y="285018"/>
                </a:lnTo>
                <a:lnTo>
                  <a:pt x="79187" y="284927"/>
                </a:lnTo>
                <a:lnTo>
                  <a:pt x="80650" y="284653"/>
                </a:lnTo>
                <a:lnTo>
                  <a:pt x="82022" y="284287"/>
                </a:lnTo>
                <a:lnTo>
                  <a:pt x="83302" y="283738"/>
                </a:lnTo>
                <a:lnTo>
                  <a:pt x="84582" y="283007"/>
                </a:lnTo>
                <a:lnTo>
                  <a:pt x="85771" y="282184"/>
                </a:lnTo>
                <a:lnTo>
                  <a:pt x="86868" y="281178"/>
                </a:lnTo>
                <a:lnTo>
                  <a:pt x="87874" y="280081"/>
                </a:lnTo>
                <a:lnTo>
                  <a:pt x="88697" y="278892"/>
                </a:lnTo>
                <a:lnTo>
                  <a:pt x="89428" y="277612"/>
                </a:lnTo>
                <a:lnTo>
                  <a:pt x="89977" y="276332"/>
                </a:lnTo>
                <a:lnTo>
                  <a:pt x="90343" y="274960"/>
                </a:lnTo>
                <a:lnTo>
                  <a:pt x="90617" y="273497"/>
                </a:lnTo>
                <a:lnTo>
                  <a:pt x="90708" y="272034"/>
                </a:lnTo>
                <a:lnTo>
                  <a:pt x="90708" y="259050"/>
                </a:lnTo>
                <a:lnTo>
                  <a:pt x="90800" y="257586"/>
                </a:lnTo>
                <a:lnTo>
                  <a:pt x="90983" y="256215"/>
                </a:lnTo>
                <a:lnTo>
                  <a:pt x="91440" y="254843"/>
                </a:lnTo>
                <a:lnTo>
                  <a:pt x="91989" y="253472"/>
                </a:lnTo>
                <a:lnTo>
                  <a:pt x="92629" y="252192"/>
                </a:lnTo>
                <a:lnTo>
                  <a:pt x="93543" y="251003"/>
                </a:lnTo>
                <a:lnTo>
                  <a:pt x="94458" y="249906"/>
                </a:lnTo>
                <a:lnTo>
                  <a:pt x="95555" y="248991"/>
                </a:lnTo>
                <a:lnTo>
                  <a:pt x="96744" y="248077"/>
                </a:lnTo>
                <a:lnTo>
                  <a:pt x="98024" y="247437"/>
                </a:lnTo>
                <a:lnTo>
                  <a:pt x="99395" y="246888"/>
                </a:lnTo>
                <a:lnTo>
                  <a:pt x="100767" y="246431"/>
                </a:lnTo>
                <a:lnTo>
                  <a:pt x="102138" y="246248"/>
                </a:lnTo>
                <a:lnTo>
                  <a:pt x="103602" y="246156"/>
                </a:lnTo>
                <a:lnTo>
                  <a:pt x="116586" y="246156"/>
                </a:lnTo>
                <a:lnTo>
                  <a:pt x="118049" y="246065"/>
                </a:lnTo>
                <a:lnTo>
                  <a:pt x="119512" y="245791"/>
                </a:lnTo>
                <a:lnTo>
                  <a:pt x="120884" y="245425"/>
                </a:lnTo>
                <a:lnTo>
                  <a:pt x="122164" y="244876"/>
                </a:lnTo>
                <a:lnTo>
                  <a:pt x="123444" y="244145"/>
                </a:lnTo>
                <a:lnTo>
                  <a:pt x="124633" y="243322"/>
                </a:lnTo>
                <a:lnTo>
                  <a:pt x="125730" y="242316"/>
                </a:lnTo>
                <a:lnTo>
                  <a:pt x="126736" y="241219"/>
                </a:lnTo>
                <a:lnTo>
                  <a:pt x="127559" y="240030"/>
                </a:lnTo>
                <a:lnTo>
                  <a:pt x="128290" y="238750"/>
                </a:lnTo>
                <a:lnTo>
                  <a:pt x="128839" y="237470"/>
                </a:lnTo>
                <a:lnTo>
                  <a:pt x="129205" y="236098"/>
                </a:lnTo>
                <a:lnTo>
                  <a:pt x="129479" y="234635"/>
                </a:lnTo>
                <a:lnTo>
                  <a:pt x="129570" y="233172"/>
                </a:lnTo>
                <a:lnTo>
                  <a:pt x="129570" y="220188"/>
                </a:lnTo>
                <a:lnTo>
                  <a:pt x="129662" y="218724"/>
                </a:lnTo>
                <a:lnTo>
                  <a:pt x="129845" y="217353"/>
                </a:lnTo>
                <a:lnTo>
                  <a:pt x="130302" y="215981"/>
                </a:lnTo>
                <a:lnTo>
                  <a:pt x="130851" y="214610"/>
                </a:lnTo>
                <a:lnTo>
                  <a:pt x="131491" y="213330"/>
                </a:lnTo>
                <a:lnTo>
                  <a:pt x="132405" y="212141"/>
                </a:lnTo>
                <a:lnTo>
                  <a:pt x="133320" y="211044"/>
                </a:lnTo>
                <a:lnTo>
                  <a:pt x="134417" y="210129"/>
                </a:lnTo>
                <a:lnTo>
                  <a:pt x="135606" y="209215"/>
                </a:lnTo>
                <a:lnTo>
                  <a:pt x="136886" y="208575"/>
                </a:lnTo>
                <a:lnTo>
                  <a:pt x="138257" y="208026"/>
                </a:lnTo>
                <a:lnTo>
                  <a:pt x="139629" y="207569"/>
                </a:lnTo>
                <a:lnTo>
                  <a:pt x="141000" y="207386"/>
                </a:lnTo>
                <a:lnTo>
                  <a:pt x="142464" y="207294"/>
                </a:lnTo>
                <a:lnTo>
                  <a:pt x="144750" y="207294"/>
                </a:lnTo>
                <a:lnTo>
                  <a:pt x="146213" y="207203"/>
                </a:lnTo>
                <a:lnTo>
                  <a:pt x="147584" y="207112"/>
                </a:lnTo>
                <a:lnTo>
                  <a:pt x="149047" y="206929"/>
                </a:lnTo>
                <a:lnTo>
                  <a:pt x="150510" y="206654"/>
                </a:lnTo>
                <a:lnTo>
                  <a:pt x="151882" y="206289"/>
                </a:lnTo>
                <a:lnTo>
                  <a:pt x="153253" y="205831"/>
                </a:lnTo>
                <a:lnTo>
                  <a:pt x="154625" y="205283"/>
                </a:lnTo>
                <a:lnTo>
                  <a:pt x="155997" y="204734"/>
                </a:lnTo>
                <a:lnTo>
                  <a:pt x="157277" y="204003"/>
                </a:lnTo>
                <a:lnTo>
                  <a:pt x="158466" y="203271"/>
                </a:lnTo>
                <a:lnTo>
                  <a:pt x="159746" y="202448"/>
                </a:lnTo>
                <a:lnTo>
                  <a:pt x="160843" y="201625"/>
                </a:lnTo>
                <a:lnTo>
                  <a:pt x="161940" y="200711"/>
                </a:lnTo>
                <a:lnTo>
                  <a:pt x="163038" y="199705"/>
                </a:lnTo>
                <a:lnTo>
                  <a:pt x="173553" y="189098"/>
                </a:lnTo>
                <a:lnTo>
                  <a:pt x="205466" y="193670"/>
                </a:lnTo>
                <a:lnTo>
                  <a:pt x="236647" y="185989"/>
                </a:lnTo>
                <a:lnTo>
                  <a:pt x="262707" y="167152"/>
                </a:lnTo>
                <a:lnTo>
                  <a:pt x="279806" y="139903"/>
                </a:lnTo>
                <a:lnTo>
                  <a:pt x="285476" y="108265"/>
                </a:lnTo>
                <a:lnTo>
                  <a:pt x="278801" y="76718"/>
                </a:lnTo>
                <a:lnTo>
                  <a:pt x="260787" y="50109"/>
                </a:lnTo>
                <a:lnTo>
                  <a:pt x="234178" y="32095"/>
                </a:lnTo>
                <a:lnTo>
                  <a:pt x="202631" y="25420"/>
                </a:lnTo>
                <a:lnTo>
                  <a:pt x="170993" y="31090"/>
                </a:lnTo>
                <a:lnTo>
                  <a:pt x="143744" y="48189"/>
                </a:lnTo>
                <a:lnTo>
                  <a:pt x="124907" y="74249"/>
                </a:lnTo>
                <a:lnTo>
                  <a:pt x="117226" y="105430"/>
                </a:lnTo>
                <a:lnTo>
                  <a:pt x="121798" y="137343"/>
                </a:lnTo>
                <a:lnTo>
                  <a:pt x="33467" y="225582"/>
                </a:lnTo>
                <a:close/>
                <a:moveTo>
                  <a:pt x="220188" y="97201"/>
                </a:moveTo>
                <a:lnTo>
                  <a:pt x="220096" y="98572"/>
                </a:lnTo>
                <a:lnTo>
                  <a:pt x="219547" y="99944"/>
                </a:lnTo>
                <a:lnTo>
                  <a:pt x="218816" y="101224"/>
                </a:lnTo>
                <a:lnTo>
                  <a:pt x="217810" y="102230"/>
                </a:lnTo>
                <a:lnTo>
                  <a:pt x="216530" y="102961"/>
                </a:lnTo>
                <a:lnTo>
                  <a:pt x="215158" y="103510"/>
                </a:lnTo>
                <a:lnTo>
                  <a:pt x="213787" y="103602"/>
                </a:lnTo>
                <a:lnTo>
                  <a:pt x="212324" y="103510"/>
                </a:lnTo>
                <a:lnTo>
                  <a:pt x="210952" y="102961"/>
                </a:lnTo>
                <a:lnTo>
                  <a:pt x="209672" y="102230"/>
                </a:lnTo>
                <a:lnTo>
                  <a:pt x="208666" y="101224"/>
                </a:lnTo>
                <a:lnTo>
                  <a:pt x="207935" y="99944"/>
                </a:lnTo>
                <a:lnTo>
                  <a:pt x="207386" y="98572"/>
                </a:lnTo>
                <a:lnTo>
                  <a:pt x="207294" y="97201"/>
                </a:lnTo>
                <a:lnTo>
                  <a:pt x="207386" y="95738"/>
                </a:lnTo>
                <a:lnTo>
                  <a:pt x="207935" y="94366"/>
                </a:lnTo>
                <a:lnTo>
                  <a:pt x="208666" y="93086"/>
                </a:lnTo>
                <a:lnTo>
                  <a:pt x="209672" y="92080"/>
                </a:lnTo>
                <a:lnTo>
                  <a:pt x="210952" y="91349"/>
                </a:lnTo>
                <a:lnTo>
                  <a:pt x="212324" y="90800"/>
                </a:lnTo>
                <a:lnTo>
                  <a:pt x="213787" y="90708"/>
                </a:lnTo>
                <a:lnTo>
                  <a:pt x="215158" y="90800"/>
                </a:lnTo>
                <a:lnTo>
                  <a:pt x="216530" y="91349"/>
                </a:lnTo>
                <a:lnTo>
                  <a:pt x="217810" y="92080"/>
                </a:lnTo>
                <a:lnTo>
                  <a:pt x="218816" y="93086"/>
                </a:lnTo>
                <a:lnTo>
                  <a:pt x="219547" y="94366"/>
                </a:lnTo>
                <a:lnTo>
                  <a:pt x="220096" y="95738"/>
                </a:lnTo>
                <a:lnTo>
                  <a:pt x="220188" y="97201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3576320"/>
            <a:ext cx="9624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キー設定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315718" y="38323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44318" y="3576320"/>
            <a:ext cx="161163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72334" y="36769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72034" y="103602"/>
                </a:moveTo>
                <a:lnTo>
                  <a:pt x="271943" y="101681"/>
                </a:lnTo>
                <a:lnTo>
                  <a:pt x="271760" y="99761"/>
                </a:lnTo>
                <a:lnTo>
                  <a:pt x="271394" y="97841"/>
                </a:lnTo>
                <a:lnTo>
                  <a:pt x="270845" y="96012"/>
                </a:lnTo>
                <a:lnTo>
                  <a:pt x="270205" y="94183"/>
                </a:lnTo>
                <a:lnTo>
                  <a:pt x="269474" y="92446"/>
                </a:lnTo>
                <a:lnTo>
                  <a:pt x="268559" y="90708"/>
                </a:lnTo>
                <a:lnTo>
                  <a:pt x="267553" y="89063"/>
                </a:lnTo>
                <a:lnTo>
                  <a:pt x="266365" y="87508"/>
                </a:lnTo>
                <a:lnTo>
                  <a:pt x="265085" y="86045"/>
                </a:lnTo>
                <a:lnTo>
                  <a:pt x="263713" y="84673"/>
                </a:lnTo>
                <a:lnTo>
                  <a:pt x="262250" y="83393"/>
                </a:lnTo>
                <a:lnTo>
                  <a:pt x="260695" y="82296"/>
                </a:lnTo>
                <a:lnTo>
                  <a:pt x="259050" y="81199"/>
                </a:lnTo>
                <a:lnTo>
                  <a:pt x="168432" y="29444"/>
                </a:lnTo>
                <a:lnTo>
                  <a:pt x="166695" y="28529"/>
                </a:lnTo>
                <a:lnTo>
                  <a:pt x="164958" y="27706"/>
                </a:lnTo>
                <a:lnTo>
                  <a:pt x="163129" y="27066"/>
                </a:lnTo>
                <a:lnTo>
                  <a:pt x="161209" y="26609"/>
                </a:lnTo>
                <a:lnTo>
                  <a:pt x="159288" y="26243"/>
                </a:lnTo>
                <a:lnTo>
                  <a:pt x="157368" y="25969"/>
                </a:lnTo>
                <a:lnTo>
                  <a:pt x="155448" y="25969"/>
                </a:lnTo>
                <a:lnTo>
                  <a:pt x="153528" y="25969"/>
                </a:lnTo>
                <a:lnTo>
                  <a:pt x="151608" y="26243"/>
                </a:lnTo>
                <a:lnTo>
                  <a:pt x="149687" y="26609"/>
                </a:lnTo>
                <a:lnTo>
                  <a:pt x="147767" y="27066"/>
                </a:lnTo>
                <a:lnTo>
                  <a:pt x="145938" y="27706"/>
                </a:lnTo>
                <a:lnTo>
                  <a:pt x="144201" y="28529"/>
                </a:lnTo>
                <a:lnTo>
                  <a:pt x="142464" y="29444"/>
                </a:lnTo>
                <a:lnTo>
                  <a:pt x="51846" y="81199"/>
                </a:lnTo>
                <a:lnTo>
                  <a:pt x="50201" y="82296"/>
                </a:lnTo>
                <a:lnTo>
                  <a:pt x="48646" y="83393"/>
                </a:lnTo>
                <a:lnTo>
                  <a:pt x="47183" y="84673"/>
                </a:lnTo>
                <a:lnTo>
                  <a:pt x="45811" y="86045"/>
                </a:lnTo>
                <a:lnTo>
                  <a:pt x="44531" y="87508"/>
                </a:lnTo>
                <a:lnTo>
                  <a:pt x="43343" y="89063"/>
                </a:lnTo>
                <a:lnTo>
                  <a:pt x="42337" y="90708"/>
                </a:lnTo>
                <a:lnTo>
                  <a:pt x="41422" y="92446"/>
                </a:lnTo>
                <a:lnTo>
                  <a:pt x="40691" y="94183"/>
                </a:lnTo>
                <a:lnTo>
                  <a:pt x="40051" y="96012"/>
                </a:lnTo>
                <a:lnTo>
                  <a:pt x="39502" y="97841"/>
                </a:lnTo>
                <a:lnTo>
                  <a:pt x="39136" y="99761"/>
                </a:lnTo>
                <a:lnTo>
                  <a:pt x="38953" y="101681"/>
                </a:lnTo>
                <a:lnTo>
                  <a:pt x="38862" y="103602"/>
                </a:lnTo>
                <a:lnTo>
                  <a:pt x="38862" y="207294"/>
                </a:lnTo>
                <a:lnTo>
                  <a:pt x="38953" y="209215"/>
                </a:lnTo>
                <a:lnTo>
                  <a:pt x="39136" y="211135"/>
                </a:lnTo>
                <a:lnTo>
                  <a:pt x="39502" y="213055"/>
                </a:lnTo>
                <a:lnTo>
                  <a:pt x="40051" y="214884"/>
                </a:lnTo>
                <a:lnTo>
                  <a:pt x="40691" y="216713"/>
                </a:lnTo>
                <a:lnTo>
                  <a:pt x="41422" y="218450"/>
                </a:lnTo>
                <a:lnTo>
                  <a:pt x="42337" y="220188"/>
                </a:lnTo>
                <a:lnTo>
                  <a:pt x="43343" y="221833"/>
                </a:lnTo>
                <a:lnTo>
                  <a:pt x="44531" y="223388"/>
                </a:lnTo>
                <a:lnTo>
                  <a:pt x="45811" y="224851"/>
                </a:lnTo>
                <a:lnTo>
                  <a:pt x="47183" y="226223"/>
                </a:lnTo>
                <a:lnTo>
                  <a:pt x="48646" y="227503"/>
                </a:lnTo>
                <a:lnTo>
                  <a:pt x="50201" y="228600"/>
                </a:lnTo>
                <a:lnTo>
                  <a:pt x="51846" y="229697"/>
                </a:lnTo>
                <a:lnTo>
                  <a:pt x="142464" y="281452"/>
                </a:lnTo>
                <a:lnTo>
                  <a:pt x="144201" y="282367"/>
                </a:lnTo>
                <a:lnTo>
                  <a:pt x="145938" y="283190"/>
                </a:lnTo>
                <a:lnTo>
                  <a:pt x="147767" y="283830"/>
                </a:lnTo>
                <a:lnTo>
                  <a:pt x="149687" y="284287"/>
                </a:lnTo>
                <a:lnTo>
                  <a:pt x="151608" y="284653"/>
                </a:lnTo>
                <a:lnTo>
                  <a:pt x="153528" y="284927"/>
                </a:lnTo>
                <a:lnTo>
                  <a:pt x="155448" y="284927"/>
                </a:lnTo>
                <a:lnTo>
                  <a:pt x="157368" y="284927"/>
                </a:lnTo>
                <a:lnTo>
                  <a:pt x="159288" y="284653"/>
                </a:lnTo>
                <a:lnTo>
                  <a:pt x="161209" y="284287"/>
                </a:lnTo>
                <a:lnTo>
                  <a:pt x="163129" y="283830"/>
                </a:lnTo>
                <a:lnTo>
                  <a:pt x="164958" y="283190"/>
                </a:lnTo>
                <a:lnTo>
                  <a:pt x="166695" y="282367"/>
                </a:lnTo>
                <a:lnTo>
                  <a:pt x="168432" y="281452"/>
                </a:lnTo>
                <a:lnTo>
                  <a:pt x="259050" y="229697"/>
                </a:lnTo>
                <a:lnTo>
                  <a:pt x="260695" y="228600"/>
                </a:lnTo>
                <a:lnTo>
                  <a:pt x="262250" y="227503"/>
                </a:lnTo>
                <a:lnTo>
                  <a:pt x="263713" y="226223"/>
                </a:lnTo>
                <a:lnTo>
                  <a:pt x="265085" y="224851"/>
                </a:lnTo>
                <a:lnTo>
                  <a:pt x="266365" y="223388"/>
                </a:lnTo>
                <a:lnTo>
                  <a:pt x="267553" y="221833"/>
                </a:lnTo>
                <a:lnTo>
                  <a:pt x="268559" y="220188"/>
                </a:lnTo>
                <a:lnTo>
                  <a:pt x="269474" y="218450"/>
                </a:lnTo>
                <a:lnTo>
                  <a:pt x="270205" y="216713"/>
                </a:lnTo>
                <a:lnTo>
                  <a:pt x="270845" y="214884"/>
                </a:lnTo>
                <a:lnTo>
                  <a:pt x="271394" y="213055"/>
                </a:lnTo>
                <a:lnTo>
                  <a:pt x="271760" y="211135"/>
                </a:lnTo>
                <a:lnTo>
                  <a:pt x="271943" y="209215"/>
                </a:lnTo>
                <a:lnTo>
                  <a:pt x="272034" y="207294"/>
                </a:lnTo>
                <a:lnTo>
                  <a:pt x="272034" y="103602"/>
                </a:lnTo>
                <a:close/>
                <a:moveTo>
                  <a:pt x="42794" y="90708"/>
                </a:moveTo>
                <a:lnTo>
                  <a:pt x="155448" y="155448"/>
                </a:lnTo>
                <a:lnTo>
                  <a:pt x="268194" y="90708"/>
                </a:lnTo>
                <a:moveTo>
                  <a:pt x="155448" y="285018"/>
                </a:moveTo>
                <a:lnTo>
                  <a:pt x="155448" y="155448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4670" y="3576320"/>
            <a:ext cx="9898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venv作成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01668" y="38323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30268" y="3576320"/>
            <a:ext cx="216027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58284" y="36769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42464" y="281452"/>
                </a:moveTo>
                <a:lnTo>
                  <a:pt x="144201" y="282367"/>
                </a:lnTo>
                <a:lnTo>
                  <a:pt x="145938" y="283190"/>
                </a:lnTo>
                <a:lnTo>
                  <a:pt x="147767" y="283830"/>
                </a:lnTo>
                <a:lnTo>
                  <a:pt x="149687" y="284287"/>
                </a:lnTo>
                <a:lnTo>
                  <a:pt x="151608" y="284653"/>
                </a:lnTo>
                <a:lnTo>
                  <a:pt x="153528" y="284927"/>
                </a:lnTo>
                <a:lnTo>
                  <a:pt x="155448" y="284927"/>
                </a:lnTo>
                <a:lnTo>
                  <a:pt x="157368" y="284927"/>
                </a:lnTo>
                <a:lnTo>
                  <a:pt x="159288" y="284653"/>
                </a:lnTo>
                <a:lnTo>
                  <a:pt x="161209" y="284287"/>
                </a:lnTo>
                <a:lnTo>
                  <a:pt x="163129" y="283830"/>
                </a:lnTo>
                <a:lnTo>
                  <a:pt x="164958" y="283190"/>
                </a:lnTo>
                <a:lnTo>
                  <a:pt x="166695" y="282367"/>
                </a:lnTo>
                <a:lnTo>
                  <a:pt x="168432" y="281452"/>
                </a:lnTo>
                <a:lnTo>
                  <a:pt x="259050" y="229697"/>
                </a:lnTo>
                <a:lnTo>
                  <a:pt x="260695" y="228600"/>
                </a:lnTo>
                <a:lnTo>
                  <a:pt x="262250" y="227503"/>
                </a:lnTo>
                <a:lnTo>
                  <a:pt x="263713" y="226223"/>
                </a:lnTo>
                <a:lnTo>
                  <a:pt x="265085" y="224851"/>
                </a:lnTo>
                <a:lnTo>
                  <a:pt x="266365" y="223388"/>
                </a:lnTo>
                <a:lnTo>
                  <a:pt x="267553" y="221833"/>
                </a:lnTo>
                <a:lnTo>
                  <a:pt x="268559" y="220188"/>
                </a:lnTo>
                <a:lnTo>
                  <a:pt x="269474" y="218450"/>
                </a:lnTo>
                <a:lnTo>
                  <a:pt x="270205" y="216713"/>
                </a:lnTo>
                <a:lnTo>
                  <a:pt x="270845" y="214884"/>
                </a:lnTo>
                <a:lnTo>
                  <a:pt x="271394" y="213055"/>
                </a:lnTo>
                <a:lnTo>
                  <a:pt x="271760" y="211135"/>
                </a:lnTo>
                <a:lnTo>
                  <a:pt x="271943" y="209215"/>
                </a:lnTo>
                <a:lnTo>
                  <a:pt x="272034" y="207294"/>
                </a:lnTo>
                <a:lnTo>
                  <a:pt x="272034" y="103602"/>
                </a:lnTo>
                <a:lnTo>
                  <a:pt x="271943" y="101681"/>
                </a:lnTo>
                <a:lnTo>
                  <a:pt x="271760" y="99761"/>
                </a:lnTo>
                <a:lnTo>
                  <a:pt x="271394" y="97841"/>
                </a:lnTo>
                <a:lnTo>
                  <a:pt x="270845" y="96012"/>
                </a:lnTo>
                <a:lnTo>
                  <a:pt x="270205" y="94183"/>
                </a:lnTo>
                <a:lnTo>
                  <a:pt x="269474" y="92446"/>
                </a:lnTo>
                <a:lnTo>
                  <a:pt x="268559" y="90708"/>
                </a:lnTo>
                <a:lnTo>
                  <a:pt x="267553" y="89063"/>
                </a:lnTo>
                <a:lnTo>
                  <a:pt x="266365" y="87508"/>
                </a:lnTo>
                <a:lnTo>
                  <a:pt x="265085" y="86045"/>
                </a:lnTo>
                <a:lnTo>
                  <a:pt x="263713" y="84673"/>
                </a:lnTo>
                <a:lnTo>
                  <a:pt x="262250" y="83393"/>
                </a:lnTo>
                <a:lnTo>
                  <a:pt x="260695" y="82296"/>
                </a:lnTo>
                <a:lnTo>
                  <a:pt x="259050" y="81199"/>
                </a:lnTo>
                <a:lnTo>
                  <a:pt x="168432" y="29444"/>
                </a:lnTo>
                <a:lnTo>
                  <a:pt x="166695" y="28529"/>
                </a:lnTo>
                <a:lnTo>
                  <a:pt x="164958" y="27706"/>
                </a:lnTo>
                <a:lnTo>
                  <a:pt x="163129" y="27066"/>
                </a:lnTo>
                <a:lnTo>
                  <a:pt x="161209" y="26609"/>
                </a:lnTo>
                <a:lnTo>
                  <a:pt x="159288" y="26243"/>
                </a:lnTo>
                <a:lnTo>
                  <a:pt x="157368" y="25969"/>
                </a:lnTo>
                <a:lnTo>
                  <a:pt x="155448" y="25969"/>
                </a:lnTo>
                <a:lnTo>
                  <a:pt x="153528" y="25969"/>
                </a:lnTo>
                <a:lnTo>
                  <a:pt x="151608" y="26243"/>
                </a:lnTo>
                <a:lnTo>
                  <a:pt x="149687" y="26609"/>
                </a:lnTo>
                <a:lnTo>
                  <a:pt x="147767" y="27066"/>
                </a:lnTo>
                <a:lnTo>
                  <a:pt x="145938" y="27706"/>
                </a:lnTo>
                <a:lnTo>
                  <a:pt x="144201" y="28529"/>
                </a:lnTo>
                <a:lnTo>
                  <a:pt x="142464" y="29444"/>
                </a:lnTo>
                <a:lnTo>
                  <a:pt x="51846" y="81199"/>
                </a:lnTo>
                <a:lnTo>
                  <a:pt x="50201" y="82296"/>
                </a:lnTo>
                <a:lnTo>
                  <a:pt x="48646" y="83393"/>
                </a:lnTo>
                <a:lnTo>
                  <a:pt x="47183" y="84673"/>
                </a:lnTo>
                <a:lnTo>
                  <a:pt x="45811" y="86045"/>
                </a:lnTo>
                <a:lnTo>
                  <a:pt x="44531" y="87508"/>
                </a:lnTo>
                <a:lnTo>
                  <a:pt x="43343" y="89063"/>
                </a:lnTo>
                <a:lnTo>
                  <a:pt x="42337" y="90708"/>
                </a:lnTo>
                <a:lnTo>
                  <a:pt x="41422" y="92446"/>
                </a:lnTo>
                <a:lnTo>
                  <a:pt x="40691" y="94183"/>
                </a:lnTo>
                <a:lnTo>
                  <a:pt x="40051" y="96012"/>
                </a:lnTo>
                <a:lnTo>
                  <a:pt x="39502" y="97841"/>
                </a:lnTo>
                <a:lnTo>
                  <a:pt x="39136" y="99761"/>
                </a:lnTo>
                <a:lnTo>
                  <a:pt x="38953" y="101681"/>
                </a:lnTo>
                <a:lnTo>
                  <a:pt x="38862" y="103602"/>
                </a:lnTo>
                <a:lnTo>
                  <a:pt x="38862" y="207294"/>
                </a:lnTo>
                <a:lnTo>
                  <a:pt x="38953" y="209215"/>
                </a:lnTo>
                <a:lnTo>
                  <a:pt x="39136" y="211135"/>
                </a:lnTo>
                <a:lnTo>
                  <a:pt x="39502" y="213055"/>
                </a:lnTo>
                <a:lnTo>
                  <a:pt x="40051" y="214884"/>
                </a:lnTo>
                <a:lnTo>
                  <a:pt x="40691" y="216713"/>
                </a:lnTo>
                <a:lnTo>
                  <a:pt x="41422" y="218450"/>
                </a:lnTo>
                <a:lnTo>
                  <a:pt x="42337" y="220188"/>
                </a:lnTo>
                <a:lnTo>
                  <a:pt x="43343" y="221833"/>
                </a:lnTo>
                <a:lnTo>
                  <a:pt x="44531" y="223388"/>
                </a:lnTo>
                <a:lnTo>
                  <a:pt x="45811" y="224851"/>
                </a:lnTo>
                <a:lnTo>
                  <a:pt x="47183" y="226223"/>
                </a:lnTo>
                <a:lnTo>
                  <a:pt x="48646" y="227503"/>
                </a:lnTo>
                <a:lnTo>
                  <a:pt x="50201" y="228600"/>
                </a:lnTo>
                <a:lnTo>
                  <a:pt x="51846" y="229697"/>
                </a:lnTo>
                <a:lnTo>
                  <a:pt x="142464" y="281452"/>
                </a:lnTo>
                <a:close/>
                <a:moveTo>
                  <a:pt x="155448" y="285018"/>
                </a:moveTo>
                <a:lnTo>
                  <a:pt x="155448" y="155448"/>
                </a:lnTo>
                <a:moveTo>
                  <a:pt x="97201" y="55321"/>
                </a:moveTo>
                <a:lnTo>
                  <a:pt x="213787" y="122072"/>
                </a:lnTo>
                <a:moveTo>
                  <a:pt x="42611" y="90708"/>
                </a:moveTo>
                <a:lnTo>
                  <a:pt x="155448" y="155448"/>
                </a:lnTo>
                <a:lnTo>
                  <a:pt x="268285" y="90708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0620" y="3576320"/>
            <a:ext cx="15384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 install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36258" y="3832352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864858" y="3576320"/>
            <a:ext cx="182194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92874" y="367690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25878"/>
                </a:moveTo>
                <a:lnTo>
                  <a:pt x="142189" y="41422"/>
                </a:lnTo>
                <a:lnTo>
                  <a:pt x="130668" y="58339"/>
                </a:lnTo>
                <a:lnTo>
                  <a:pt x="121158" y="76352"/>
                </a:lnTo>
                <a:lnTo>
                  <a:pt x="113568" y="95280"/>
                </a:lnTo>
                <a:lnTo>
                  <a:pt x="108082" y="114940"/>
                </a:lnTo>
                <a:lnTo>
                  <a:pt x="104699" y="135057"/>
                </a:lnTo>
                <a:lnTo>
                  <a:pt x="103602" y="155448"/>
                </a:lnTo>
                <a:lnTo>
                  <a:pt x="104699" y="175839"/>
                </a:lnTo>
                <a:lnTo>
                  <a:pt x="108082" y="195956"/>
                </a:lnTo>
                <a:lnTo>
                  <a:pt x="113568" y="215616"/>
                </a:lnTo>
                <a:lnTo>
                  <a:pt x="121158" y="234544"/>
                </a:lnTo>
                <a:lnTo>
                  <a:pt x="130668" y="252557"/>
                </a:lnTo>
                <a:lnTo>
                  <a:pt x="142189" y="269474"/>
                </a:lnTo>
                <a:lnTo>
                  <a:pt x="155448" y="285018"/>
                </a:lnTo>
                <a:lnTo>
                  <a:pt x="168707" y="269474"/>
                </a:lnTo>
                <a:lnTo>
                  <a:pt x="180228" y="252557"/>
                </a:lnTo>
                <a:lnTo>
                  <a:pt x="189738" y="234544"/>
                </a:lnTo>
                <a:lnTo>
                  <a:pt x="197328" y="215616"/>
                </a:lnTo>
                <a:lnTo>
                  <a:pt x="202814" y="195956"/>
                </a:lnTo>
                <a:lnTo>
                  <a:pt x="206197" y="175839"/>
                </a:lnTo>
                <a:lnTo>
                  <a:pt x="207294" y="155448"/>
                </a:lnTo>
                <a:lnTo>
                  <a:pt x="206197" y="135057"/>
                </a:lnTo>
                <a:lnTo>
                  <a:pt x="202814" y="114940"/>
                </a:lnTo>
                <a:lnTo>
                  <a:pt x="197328" y="95280"/>
                </a:lnTo>
                <a:lnTo>
                  <a:pt x="189738" y="76352"/>
                </a:lnTo>
                <a:lnTo>
                  <a:pt x="180228" y="58339"/>
                </a:lnTo>
                <a:lnTo>
                  <a:pt x="168707" y="41422"/>
                </a:lnTo>
                <a:lnTo>
                  <a:pt x="155448" y="25878"/>
                </a:lnTo>
                <a:moveTo>
                  <a:pt x="25878" y="155448"/>
                </a:moveTo>
                <a:lnTo>
                  <a:pt x="285018" y="155448"/>
                </a:lnTo>
                <a:moveTo>
                  <a:pt x="285018" y="155448"/>
                </a:moveTo>
                <a:lnTo>
                  <a:pt x="281727" y="184252"/>
                </a:lnTo>
                <a:lnTo>
                  <a:pt x="272125" y="211684"/>
                </a:lnTo>
                <a:lnTo>
                  <a:pt x="256764" y="236190"/>
                </a:lnTo>
                <a:lnTo>
                  <a:pt x="236190" y="256764"/>
                </a:lnTo>
                <a:lnTo>
                  <a:pt x="211684" y="272125"/>
                </a:lnTo>
                <a:lnTo>
                  <a:pt x="184252" y="281727"/>
                </a:lnTo>
                <a:lnTo>
                  <a:pt x="155448" y="285018"/>
                </a:lnTo>
                <a:lnTo>
                  <a:pt x="126644" y="281727"/>
                </a:lnTo>
                <a:lnTo>
                  <a:pt x="99212" y="272125"/>
                </a:lnTo>
                <a:lnTo>
                  <a:pt x="74706" y="256764"/>
                </a:lnTo>
                <a:lnTo>
                  <a:pt x="54132" y="236190"/>
                </a:lnTo>
                <a:lnTo>
                  <a:pt x="38771" y="211684"/>
                </a:lnTo>
                <a:lnTo>
                  <a:pt x="29169" y="184252"/>
                </a:lnTo>
                <a:lnTo>
                  <a:pt x="25878" y="155448"/>
                </a:lnTo>
                <a:lnTo>
                  <a:pt x="29169" y="126644"/>
                </a:lnTo>
                <a:lnTo>
                  <a:pt x="38771" y="99212"/>
                </a:lnTo>
                <a:lnTo>
                  <a:pt x="54132" y="74706"/>
                </a:lnTo>
                <a:lnTo>
                  <a:pt x="74706" y="54132"/>
                </a:lnTo>
                <a:lnTo>
                  <a:pt x="99212" y="38771"/>
                </a:lnTo>
                <a:lnTo>
                  <a:pt x="126644" y="29169"/>
                </a:lnTo>
                <a:lnTo>
                  <a:pt x="155448" y="25878"/>
                </a:lnTo>
                <a:lnTo>
                  <a:pt x="184252" y="29169"/>
                </a:lnTo>
                <a:lnTo>
                  <a:pt x="211684" y="38771"/>
                </a:lnTo>
                <a:lnTo>
                  <a:pt x="236190" y="54132"/>
                </a:lnTo>
                <a:lnTo>
                  <a:pt x="256764" y="74706"/>
                </a:lnTo>
                <a:lnTo>
                  <a:pt x="272125" y="99212"/>
                </a:lnTo>
                <a:lnTo>
                  <a:pt x="281727" y="126644"/>
                </a:lnTo>
                <a:lnTo>
                  <a:pt x="285018" y="155448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95210" y="3576320"/>
            <a:ext cx="12001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chromium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" y="4134104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スクリプト全文は資料と同じフォルダの computer_use_loop.py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  Computer Use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最初の依頼で画面を渡す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88720"/>
            <a:ext cx="8001000" cy="3358896"/>
          </a:xfrm>
          <a:prstGeom prst="roundRect">
            <a:avLst>
              <a:gd name="adj" fmla="val 1633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25880"/>
            <a:ext cx="7635240" cy="3084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 = OpenAI(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api_key=os.environ["AZURE_CU_API_KEY"],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base_url=f"https://{RESOURCE}.openai.azure.com"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"/openai/v1/")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 = client.responses.create(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model=MODEL,  # GPT-5.6系のデプロイ名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tools=[{"type": "computer"}],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input=[{"role": "user", "content": [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{"type": "input_text", "text": task},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{"type": "input_image",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"image_url": screenshot(page)}]}])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06740" y="1452880"/>
            <a:ext cx="0" cy="2540000"/>
          </a:xfrm>
          <a:prstGeom prst="line">
            <a:avLst/>
          </a:prstGeom>
          <a:noFill/>
          <a:ln w="19050">
            <a:solidFill>
              <a:srgbClr val="93C5FD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818120" y="131572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315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接続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818120" y="283972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2839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モデル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18120" y="334772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3347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依頼文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18120" y="385572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3855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  Computer Use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computer_callを実行して返す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88720"/>
            <a:ext cx="8001000" cy="3447796"/>
          </a:xfrm>
          <a:prstGeom prst="roundRect">
            <a:avLst>
              <a:gd name="adj" fmla="val 1591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25880"/>
            <a:ext cx="7635240" cy="3173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step in range(MAX_STEPS):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calls = [o for o in response.output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if o.type == "computer_call"]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if not calls: break  # 提案がなければ完了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for action in calls[0].actions: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run_action(page, action)  # Playwrightで実行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shot = {"type": "computer_screenshot",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"image_url": screenshot(page)}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response = client.responses.create(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model=MODEL, previous_response_id=response.id,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tools=[{"type": "computer"}], input=[{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"type": "computer_call_output",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"call_id": calls[0].call_id, "output": shot}])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06740" y="1687830"/>
            <a:ext cx="0" cy="1689100"/>
          </a:xfrm>
          <a:prstGeom prst="line">
            <a:avLst/>
          </a:prstGeom>
          <a:noFill/>
          <a:ln w="19050">
            <a:solidFill>
              <a:srgbClr val="93C5FD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818120" y="155067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55067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818120" y="227457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227457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実行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18120" y="275717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275717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画面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18120" y="323977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323977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返送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  Computer Use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安全対策を組み込んで動かす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88720"/>
            <a:ext cx="8001000" cy="5074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88720"/>
            <a:ext cx="64008" cy="5074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28701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03602" y="272034"/>
                </a:moveTo>
                <a:lnTo>
                  <a:pt x="207294" y="272034"/>
                </a:lnTo>
                <a:moveTo>
                  <a:pt x="155448" y="220188"/>
                </a:moveTo>
                <a:lnTo>
                  <a:pt x="155448" y="272034"/>
                </a:lnTo>
                <a:moveTo>
                  <a:pt x="25878" y="38862"/>
                </a:moveTo>
                <a:lnTo>
                  <a:pt x="285018" y="38862"/>
                </a:lnTo>
                <a:lnTo>
                  <a:pt x="285018" y="220188"/>
                </a:lnTo>
                <a:lnTo>
                  <a:pt x="25878" y="220188"/>
                </a:lnTo>
                <a:lnTo>
                  <a:pt x="25878" y="38862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7592" y="1188720"/>
            <a:ext cx="16916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実行環境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90672" y="1188720"/>
            <a:ext cx="550468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機密データのない検証用VMで動かす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760220"/>
            <a:ext cx="8001000" cy="5074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760220"/>
            <a:ext cx="64008" cy="5074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968" y="185851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07294" y="142464"/>
                </a:moveTo>
                <a:lnTo>
                  <a:pt x="233172" y="168432"/>
                </a:lnTo>
                <a:lnTo>
                  <a:pt x="285018" y="116586"/>
                </a:lnTo>
                <a:moveTo>
                  <a:pt x="207294" y="272034"/>
                </a:moveTo>
                <a:lnTo>
                  <a:pt x="207294" y="246156"/>
                </a:lnTo>
                <a:lnTo>
                  <a:pt x="206929" y="240304"/>
                </a:lnTo>
                <a:lnTo>
                  <a:pt x="205923" y="234635"/>
                </a:lnTo>
                <a:lnTo>
                  <a:pt x="204368" y="229057"/>
                </a:lnTo>
                <a:lnTo>
                  <a:pt x="202174" y="223662"/>
                </a:lnTo>
                <a:lnTo>
                  <a:pt x="199339" y="218542"/>
                </a:lnTo>
                <a:lnTo>
                  <a:pt x="195956" y="213787"/>
                </a:lnTo>
                <a:lnTo>
                  <a:pt x="192115" y="209489"/>
                </a:lnTo>
                <a:lnTo>
                  <a:pt x="187726" y="205649"/>
                </a:lnTo>
                <a:lnTo>
                  <a:pt x="182971" y="202265"/>
                </a:lnTo>
                <a:lnTo>
                  <a:pt x="177942" y="199431"/>
                </a:lnTo>
                <a:lnTo>
                  <a:pt x="172547" y="197236"/>
                </a:lnTo>
                <a:lnTo>
                  <a:pt x="166969" y="195590"/>
                </a:lnTo>
                <a:lnTo>
                  <a:pt x="161209" y="194676"/>
                </a:lnTo>
                <a:lnTo>
                  <a:pt x="155448" y="194310"/>
                </a:lnTo>
                <a:lnTo>
                  <a:pt x="77724" y="194310"/>
                </a:lnTo>
                <a:lnTo>
                  <a:pt x="71963" y="194676"/>
                </a:lnTo>
                <a:lnTo>
                  <a:pt x="66203" y="195590"/>
                </a:lnTo>
                <a:lnTo>
                  <a:pt x="60625" y="197236"/>
                </a:lnTo>
                <a:lnTo>
                  <a:pt x="55230" y="199431"/>
                </a:lnTo>
                <a:lnTo>
                  <a:pt x="50201" y="202265"/>
                </a:lnTo>
                <a:lnTo>
                  <a:pt x="45446" y="205649"/>
                </a:lnTo>
                <a:lnTo>
                  <a:pt x="41057" y="209489"/>
                </a:lnTo>
                <a:lnTo>
                  <a:pt x="37216" y="213787"/>
                </a:lnTo>
                <a:lnTo>
                  <a:pt x="33833" y="218542"/>
                </a:lnTo>
                <a:lnTo>
                  <a:pt x="30998" y="223662"/>
                </a:lnTo>
                <a:lnTo>
                  <a:pt x="28804" y="229057"/>
                </a:lnTo>
                <a:lnTo>
                  <a:pt x="27249" y="234635"/>
                </a:lnTo>
                <a:lnTo>
                  <a:pt x="26243" y="240304"/>
                </a:lnTo>
                <a:lnTo>
                  <a:pt x="25878" y="246156"/>
                </a:lnTo>
                <a:lnTo>
                  <a:pt x="25878" y="272034"/>
                </a:lnTo>
                <a:moveTo>
                  <a:pt x="168432" y="90708"/>
                </a:moveTo>
                <a:lnTo>
                  <a:pt x="167061" y="102230"/>
                </a:lnTo>
                <a:lnTo>
                  <a:pt x="163312" y="113203"/>
                </a:lnTo>
                <a:lnTo>
                  <a:pt x="157094" y="122987"/>
                </a:lnTo>
                <a:lnTo>
                  <a:pt x="148864" y="131216"/>
                </a:lnTo>
                <a:lnTo>
                  <a:pt x="139080" y="137343"/>
                </a:lnTo>
                <a:lnTo>
                  <a:pt x="128107" y="141183"/>
                </a:lnTo>
                <a:lnTo>
                  <a:pt x="116586" y="142464"/>
                </a:lnTo>
                <a:lnTo>
                  <a:pt x="105065" y="141183"/>
                </a:lnTo>
                <a:lnTo>
                  <a:pt x="94092" y="137343"/>
                </a:lnTo>
                <a:lnTo>
                  <a:pt x="84308" y="131216"/>
                </a:lnTo>
                <a:lnTo>
                  <a:pt x="76078" y="122987"/>
                </a:lnTo>
                <a:lnTo>
                  <a:pt x="69860" y="113203"/>
                </a:lnTo>
                <a:lnTo>
                  <a:pt x="66111" y="102230"/>
                </a:lnTo>
                <a:lnTo>
                  <a:pt x="64740" y="90708"/>
                </a:lnTo>
                <a:lnTo>
                  <a:pt x="66111" y="79187"/>
                </a:lnTo>
                <a:lnTo>
                  <a:pt x="69860" y="68214"/>
                </a:lnTo>
                <a:lnTo>
                  <a:pt x="76078" y="58339"/>
                </a:lnTo>
                <a:lnTo>
                  <a:pt x="84308" y="50201"/>
                </a:lnTo>
                <a:lnTo>
                  <a:pt x="94092" y="43983"/>
                </a:lnTo>
                <a:lnTo>
                  <a:pt x="105065" y="40142"/>
                </a:lnTo>
                <a:lnTo>
                  <a:pt x="116586" y="38862"/>
                </a:lnTo>
                <a:lnTo>
                  <a:pt x="128107" y="40142"/>
                </a:lnTo>
                <a:lnTo>
                  <a:pt x="139080" y="43983"/>
                </a:lnTo>
                <a:lnTo>
                  <a:pt x="148864" y="50201"/>
                </a:lnTo>
                <a:lnTo>
                  <a:pt x="157094" y="58339"/>
                </a:lnTo>
                <a:lnTo>
                  <a:pt x="163312" y="68214"/>
                </a:lnTo>
                <a:lnTo>
                  <a:pt x="167061" y="79187"/>
                </a:lnTo>
                <a:lnTo>
                  <a:pt x="168432" y="90708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07592" y="1760220"/>
            <a:ext cx="16916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安全チェック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90672" y="1760220"/>
            <a:ext cx="550468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pending_safety_checks は人が確認して承認する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331720"/>
            <a:ext cx="8001000" cy="5074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331720"/>
            <a:ext cx="64008" cy="5074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6968" y="243001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94310" y="116586"/>
                </a:moveTo>
                <a:lnTo>
                  <a:pt x="116586" y="194310"/>
                </a:lnTo>
                <a:moveTo>
                  <a:pt x="33467" y="216713"/>
                </a:moveTo>
                <a:lnTo>
                  <a:pt x="32461" y="215616"/>
                </a:lnTo>
                <a:lnTo>
                  <a:pt x="31547" y="214518"/>
                </a:lnTo>
                <a:lnTo>
                  <a:pt x="30724" y="213330"/>
                </a:lnTo>
                <a:lnTo>
                  <a:pt x="29901" y="212141"/>
                </a:lnTo>
                <a:lnTo>
                  <a:pt x="29169" y="210861"/>
                </a:lnTo>
                <a:lnTo>
                  <a:pt x="28438" y="209580"/>
                </a:lnTo>
                <a:lnTo>
                  <a:pt x="27889" y="208300"/>
                </a:lnTo>
                <a:lnTo>
                  <a:pt x="27341" y="206929"/>
                </a:lnTo>
                <a:lnTo>
                  <a:pt x="26883" y="205557"/>
                </a:lnTo>
                <a:lnTo>
                  <a:pt x="26518" y="204094"/>
                </a:lnTo>
                <a:lnTo>
                  <a:pt x="26243" y="202722"/>
                </a:lnTo>
                <a:lnTo>
                  <a:pt x="26060" y="201259"/>
                </a:lnTo>
                <a:lnTo>
                  <a:pt x="25969" y="199796"/>
                </a:lnTo>
                <a:lnTo>
                  <a:pt x="25878" y="198333"/>
                </a:lnTo>
                <a:lnTo>
                  <a:pt x="25878" y="112563"/>
                </a:lnTo>
                <a:lnTo>
                  <a:pt x="25969" y="111100"/>
                </a:lnTo>
                <a:lnTo>
                  <a:pt x="26060" y="109637"/>
                </a:lnTo>
                <a:lnTo>
                  <a:pt x="26243" y="108174"/>
                </a:lnTo>
                <a:lnTo>
                  <a:pt x="26518" y="106802"/>
                </a:lnTo>
                <a:lnTo>
                  <a:pt x="26883" y="105339"/>
                </a:lnTo>
                <a:lnTo>
                  <a:pt x="27341" y="103967"/>
                </a:lnTo>
                <a:lnTo>
                  <a:pt x="27889" y="102596"/>
                </a:lnTo>
                <a:lnTo>
                  <a:pt x="28438" y="101316"/>
                </a:lnTo>
                <a:lnTo>
                  <a:pt x="29169" y="100035"/>
                </a:lnTo>
                <a:lnTo>
                  <a:pt x="29901" y="98755"/>
                </a:lnTo>
                <a:lnTo>
                  <a:pt x="30724" y="97566"/>
                </a:lnTo>
                <a:lnTo>
                  <a:pt x="31547" y="96378"/>
                </a:lnTo>
                <a:lnTo>
                  <a:pt x="32461" y="95280"/>
                </a:lnTo>
                <a:lnTo>
                  <a:pt x="33467" y="94183"/>
                </a:lnTo>
                <a:lnTo>
                  <a:pt x="94183" y="33467"/>
                </a:lnTo>
                <a:lnTo>
                  <a:pt x="95280" y="32461"/>
                </a:lnTo>
                <a:lnTo>
                  <a:pt x="96378" y="31547"/>
                </a:lnTo>
                <a:lnTo>
                  <a:pt x="97566" y="30724"/>
                </a:lnTo>
                <a:lnTo>
                  <a:pt x="98755" y="29901"/>
                </a:lnTo>
                <a:lnTo>
                  <a:pt x="100035" y="29169"/>
                </a:lnTo>
                <a:lnTo>
                  <a:pt x="101316" y="28438"/>
                </a:lnTo>
                <a:lnTo>
                  <a:pt x="102596" y="27889"/>
                </a:lnTo>
                <a:lnTo>
                  <a:pt x="103967" y="27341"/>
                </a:lnTo>
                <a:lnTo>
                  <a:pt x="105339" y="26883"/>
                </a:lnTo>
                <a:lnTo>
                  <a:pt x="106802" y="26518"/>
                </a:lnTo>
                <a:lnTo>
                  <a:pt x="108174" y="26243"/>
                </a:lnTo>
                <a:lnTo>
                  <a:pt x="109637" y="26060"/>
                </a:lnTo>
                <a:lnTo>
                  <a:pt x="111100" y="25969"/>
                </a:lnTo>
                <a:lnTo>
                  <a:pt x="112563" y="25878"/>
                </a:lnTo>
                <a:lnTo>
                  <a:pt x="198333" y="25878"/>
                </a:lnTo>
                <a:lnTo>
                  <a:pt x="199796" y="25969"/>
                </a:lnTo>
                <a:lnTo>
                  <a:pt x="201259" y="26060"/>
                </a:lnTo>
                <a:lnTo>
                  <a:pt x="202722" y="26243"/>
                </a:lnTo>
                <a:lnTo>
                  <a:pt x="204094" y="26518"/>
                </a:lnTo>
                <a:lnTo>
                  <a:pt x="205557" y="26883"/>
                </a:lnTo>
                <a:lnTo>
                  <a:pt x="206929" y="27341"/>
                </a:lnTo>
                <a:lnTo>
                  <a:pt x="208300" y="27889"/>
                </a:lnTo>
                <a:lnTo>
                  <a:pt x="209580" y="28438"/>
                </a:lnTo>
                <a:lnTo>
                  <a:pt x="210861" y="29169"/>
                </a:lnTo>
                <a:lnTo>
                  <a:pt x="212141" y="29901"/>
                </a:lnTo>
                <a:lnTo>
                  <a:pt x="213330" y="30724"/>
                </a:lnTo>
                <a:lnTo>
                  <a:pt x="214518" y="31547"/>
                </a:lnTo>
                <a:lnTo>
                  <a:pt x="215616" y="32461"/>
                </a:lnTo>
                <a:lnTo>
                  <a:pt x="216713" y="33467"/>
                </a:lnTo>
                <a:lnTo>
                  <a:pt x="277429" y="94183"/>
                </a:lnTo>
                <a:lnTo>
                  <a:pt x="278435" y="95280"/>
                </a:lnTo>
                <a:lnTo>
                  <a:pt x="279349" y="96378"/>
                </a:lnTo>
                <a:lnTo>
                  <a:pt x="280172" y="97566"/>
                </a:lnTo>
                <a:lnTo>
                  <a:pt x="280995" y="98755"/>
                </a:lnTo>
                <a:lnTo>
                  <a:pt x="281727" y="100035"/>
                </a:lnTo>
                <a:lnTo>
                  <a:pt x="282458" y="101316"/>
                </a:lnTo>
                <a:lnTo>
                  <a:pt x="283007" y="102596"/>
                </a:lnTo>
                <a:lnTo>
                  <a:pt x="283555" y="103967"/>
                </a:lnTo>
                <a:lnTo>
                  <a:pt x="284013" y="105339"/>
                </a:lnTo>
                <a:lnTo>
                  <a:pt x="284378" y="106802"/>
                </a:lnTo>
                <a:lnTo>
                  <a:pt x="284653" y="108174"/>
                </a:lnTo>
                <a:lnTo>
                  <a:pt x="284836" y="109637"/>
                </a:lnTo>
                <a:lnTo>
                  <a:pt x="284927" y="111100"/>
                </a:lnTo>
                <a:lnTo>
                  <a:pt x="285018" y="112563"/>
                </a:lnTo>
                <a:lnTo>
                  <a:pt x="285018" y="198333"/>
                </a:lnTo>
                <a:lnTo>
                  <a:pt x="284927" y="199796"/>
                </a:lnTo>
                <a:lnTo>
                  <a:pt x="284836" y="201259"/>
                </a:lnTo>
                <a:lnTo>
                  <a:pt x="284653" y="202722"/>
                </a:lnTo>
                <a:lnTo>
                  <a:pt x="284378" y="204094"/>
                </a:lnTo>
                <a:lnTo>
                  <a:pt x="284013" y="205557"/>
                </a:lnTo>
                <a:lnTo>
                  <a:pt x="283555" y="206929"/>
                </a:lnTo>
                <a:lnTo>
                  <a:pt x="283007" y="208300"/>
                </a:lnTo>
                <a:lnTo>
                  <a:pt x="282458" y="209580"/>
                </a:lnTo>
                <a:lnTo>
                  <a:pt x="281727" y="210861"/>
                </a:lnTo>
                <a:lnTo>
                  <a:pt x="280995" y="212141"/>
                </a:lnTo>
                <a:lnTo>
                  <a:pt x="280172" y="213330"/>
                </a:lnTo>
                <a:lnTo>
                  <a:pt x="279349" y="214518"/>
                </a:lnTo>
                <a:lnTo>
                  <a:pt x="278435" y="215616"/>
                </a:lnTo>
                <a:lnTo>
                  <a:pt x="277429" y="216713"/>
                </a:lnTo>
                <a:lnTo>
                  <a:pt x="216713" y="277429"/>
                </a:lnTo>
                <a:lnTo>
                  <a:pt x="215616" y="278435"/>
                </a:lnTo>
                <a:lnTo>
                  <a:pt x="214518" y="279349"/>
                </a:lnTo>
                <a:lnTo>
                  <a:pt x="213330" y="280172"/>
                </a:lnTo>
                <a:lnTo>
                  <a:pt x="212141" y="280995"/>
                </a:lnTo>
                <a:lnTo>
                  <a:pt x="210861" y="281727"/>
                </a:lnTo>
                <a:lnTo>
                  <a:pt x="209580" y="282458"/>
                </a:lnTo>
                <a:lnTo>
                  <a:pt x="208300" y="283007"/>
                </a:lnTo>
                <a:lnTo>
                  <a:pt x="206929" y="283555"/>
                </a:lnTo>
                <a:lnTo>
                  <a:pt x="205557" y="284013"/>
                </a:lnTo>
                <a:lnTo>
                  <a:pt x="204094" y="284378"/>
                </a:lnTo>
                <a:lnTo>
                  <a:pt x="202722" y="284653"/>
                </a:lnTo>
                <a:lnTo>
                  <a:pt x="201259" y="284836"/>
                </a:lnTo>
                <a:lnTo>
                  <a:pt x="199796" y="284927"/>
                </a:lnTo>
                <a:lnTo>
                  <a:pt x="198333" y="285018"/>
                </a:lnTo>
                <a:lnTo>
                  <a:pt x="112563" y="285018"/>
                </a:lnTo>
                <a:lnTo>
                  <a:pt x="111100" y="284927"/>
                </a:lnTo>
                <a:lnTo>
                  <a:pt x="109637" y="284836"/>
                </a:lnTo>
                <a:lnTo>
                  <a:pt x="108174" y="284653"/>
                </a:lnTo>
                <a:lnTo>
                  <a:pt x="106802" y="284378"/>
                </a:lnTo>
                <a:lnTo>
                  <a:pt x="105339" y="284013"/>
                </a:lnTo>
                <a:lnTo>
                  <a:pt x="103967" y="283555"/>
                </a:lnTo>
                <a:lnTo>
                  <a:pt x="102596" y="283007"/>
                </a:lnTo>
                <a:lnTo>
                  <a:pt x="101316" y="282458"/>
                </a:lnTo>
                <a:lnTo>
                  <a:pt x="100035" y="281727"/>
                </a:lnTo>
                <a:lnTo>
                  <a:pt x="98755" y="280995"/>
                </a:lnTo>
                <a:lnTo>
                  <a:pt x="97566" y="280172"/>
                </a:lnTo>
                <a:lnTo>
                  <a:pt x="96378" y="279349"/>
                </a:lnTo>
                <a:lnTo>
                  <a:pt x="95280" y="278435"/>
                </a:lnTo>
                <a:lnTo>
                  <a:pt x="94183" y="277429"/>
                </a:lnTo>
                <a:lnTo>
                  <a:pt x="33467" y="216713"/>
                </a:lnTo>
                <a:close/>
                <a:moveTo>
                  <a:pt x="116586" y="116586"/>
                </a:moveTo>
                <a:lnTo>
                  <a:pt x="194310" y="194310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07592" y="2331720"/>
            <a:ext cx="16916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回数の上限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90672" y="2331720"/>
            <a:ext cx="550468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MAX_STEPS で止めて人に制御を戻す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2903220"/>
            <a:ext cx="8001000" cy="5074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2903220"/>
            <a:ext cx="64008" cy="5074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300151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03602" y="38862"/>
                </a:moveTo>
                <a:lnTo>
                  <a:pt x="64740" y="38862"/>
                </a:lnTo>
                <a:lnTo>
                  <a:pt x="61905" y="39045"/>
                </a:lnTo>
                <a:lnTo>
                  <a:pt x="58979" y="39502"/>
                </a:lnTo>
                <a:lnTo>
                  <a:pt x="56236" y="40325"/>
                </a:lnTo>
                <a:lnTo>
                  <a:pt x="53492" y="41422"/>
                </a:lnTo>
                <a:lnTo>
                  <a:pt x="51024" y="42794"/>
                </a:lnTo>
                <a:lnTo>
                  <a:pt x="48646" y="44531"/>
                </a:lnTo>
                <a:lnTo>
                  <a:pt x="46452" y="46452"/>
                </a:lnTo>
                <a:lnTo>
                  <a:pt x="44531" y="48646"/>
                </a:lnTo>
                <a:lnTo>
                  <a:pt x="42794" y="51024"/>
                </a:lnTo>
                <a:lnTo>
                  <a:pt x="41422" y="53492"/>
                </a:lnTo>
                <a:lnTo>
                  <a:pt x="40325" y="56236"/>
                </a:lnTo>
                <a:lnTo>
                  <a:pt x="39502" y="58979"/>
                </a:lnTo>
                <a:lnTo>
                  <a:pt x="39045" y="61905"/>
                </a:lnTo>
                <a:lnTo>
                  <a:pt x="38862" y="64740"/>
                </a:lnTo>
                <a:lnTo>
                  <a:pt x="38862" y="103602"/>
                </a:lnTo>
                <a:moveTo>
                  <a:pt x="272034" y="103602"/>
                </a:moveTo>
                <a:lnTo>
                  <a:pt x="272034" y="64740"/>
                </a:lnTo>
                <a:lnTo>
                  <a:pt x="271851" y="61905"/>
                </a:lnTo>
                <a:lnTo>
                  <a:pt x="271394" y="58979"/>
                </a:lnTo>
                <a:lnTo>
                  <a:pt x="270571" y="56236"/>
                </a:lnTo>
                <a:lnTo>
                  <a:pt x="269474" y="53492"/>
                </a:lnTo>
                <a:lnTo>
                  <a:pt x="268102" y="51024"/>
                </a:lnTo>
                <a:lnTo>
                  <a:pt x="266365" y="48646"/>
                </a:lnTo>
                <a:lnTo>
                  <a:pt x="264444" y="46452"/>
                </a:lnTo>
                <a:lnTo>
                  <a:pt x="262250" y="44531"/>
                </a:lnTo>
                <a:lnTo>
                  <a:pt x="259872" y="42794"/>
                </a:lnTo>
                <a:lnTo>
                  <a:pt x="257404" y="41422"/>
                </a:lnTo>
                <a:lnTo>
                  <a:pt x="254660" y="40325"/>
                </a:lnTo>
                <a:lnTo>
                  <a:pt x="251917" y="39502"/>
                </a:lnTo>
                <a:lnTo>
                  <a:pt x="248991" y="39045"/>
                </a:lnTo>
                <a:lnTo>
                  <a:pt x="246156" y="38862"/>
                </a:lnTo>
                <a:lnTo>
                  <a:pt x="207294" y="38862"/>
                </a:lnTo>
                <a:moveTo>
                  <a:pt x="38862" y="207294"/>
                </a:moveTo>
                <a:lnTo>
                  <a:pt x="38862" y="246156"/>
                </a:lnTo>
                <a:lnTo>
                  <a:pt x="39045" y="248991"/>
                </a:lnTo>
                <a:lnTo>
                  <a:pt x="39502" y="251917"/>
                </a:lnTo>
                <a:lnTo>
                  <a:pt x="40325" y="254660"/>
                </a:lnTo>
                <a:lnTo>
                  <a:pt x="41422" y="257404"/>
                </a:lnTo>
                <a:lnTo>
                  <a:pt x="42794" y="259872"/>
                </a:lnTo>
                <a:lnTo>
                  <a:pt x="44531" y="262250"/>
                </a:lnTo>
                <a:lnTo>
                  <a:pt x="46452" y="264444"/>
                </a:lnTo>
                <a:lnTo>
                  <a:pt x="48646" y="266365"/>
                </a:lnTo>
                <a:lnTo>
                  <a:pt x="51024" y="268102"/>
                </a:lnTo>
                <a:lnTo>
                  <a:pt x="53492" y="269474"/>
                </a:lnTo>
                <a:lnTo>
                  <a:pt x="56236" y="270571"/>
                </a:lnTo>
                <a:lnTo>
                  <a:pt x="58979" y="271394"/>
                </a:lnTo>
                <a:lnTo>
                  <a:pt x="61905" y="271851"/>
                </a:lnTo>
                <a:lnTo>
                  <a:pt x="64740" y="272034"/>
                </a:lnTo>
                <a:lnTo>
                  <a:pt x="103602" y="272034"/>
                </a:lnTo>
                <a:moveTo>
                  <a:pt x="207294" y="272034"/>
                </a:moveTo>
                <a:lnTo>
                  <a:pt x="246156" y="272034"/>
                </a:lnTo>
                <a:lnTo>
                  <a:pt x="248991" y="271851"/>
                </a:lnTo>
                <a:lnTo>
                  <a:pt x="251917" y="271394"/>
                </a:lnTo>
                <a:lnTo>
                  <a:pt x="254660" y="270571"/>
                </a:lnTo>
                <a:lnTo>
                  <a:pt x="257404" y="269474"/>
                </a:lnTo>
                <a:lnTo>
                  <a:pt x="259872" y="268102"/>
                </a:lnTo>
                <a:lnTo>
                  <a:pt x="262250" y="266365"/>
                </a:lnTo>
                <a:lnTo>
                  <a:pt x="264444" y="264444"/>
                </a:lnTo>
                <a:lnTo>
                  <a:pt x="266365" y="262250"/>
                </a:lnTo>
                <a:lnTo>
                  <a:pt x="268102" y="259872"/>
                </a:lnTo>
                <a:lnTo>
                  <a:pt x="269474" y="257404"/>
                </a:lnTo>
                <a:lnTo>
                  <a:pt x="270571" y="254660"/>
                </a:lnTo>
                <a:lnTo>
                  <a:pt x="271394" y="251917"/>
                </a:lnTo>
                <a:lnTo>
                  <a:pt x="271851" y="248991"/>
                </a:lnTo>
                <a:lnTo>
                  <a:pt x="272034" y="246156"/>
                </a:lnTo>
                <a:lnTo>
                  <a:pt x="272034" y="207294"/>
                </a:lnTo>
              </a:path>
            </a:pathLst>
          </a:custGeom>
          <a:noFill/>
          <a:ln w="25908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07592" y="2903220"/>
            <a:ext cx="16916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画面サイズ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90672" y="2903220"/>
            <a:ext cx="550468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1440×900 または 1600×900 でクリック精度を保つ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3474720"/>
            <a:ext cx="8001000" cy="5074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474720"/>
            <a:ext cx="64008" cy="5074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6968" y="357301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78034" y="229789"/>
                </a:moveTo>
                <a:lnTo>
                  <a:pt x="168341" y="250363"/>
                </a:lnTo>
                <a:lnTo>
                  <a:pt x="152979" y="267279"/>
                </a:lnTo>
                <a:lnTo>
                  <a:pt x="133411" y="279075"/>
                </a:lnTo>
                <a:lnTo>
                  <a:pt x="111282" y="284561"/>
                </a:lnTo>
                <a:lnTo>
                  <a:pt x="88514" y="283464"/>
                </a:lnTo>
                <a:lnTo>
                  <a:pt x="67026" y="275783"/>
                </a:lnTo>
                <a:lnTo>
                  <a:pt x="48646" y="262250"/>
                </a:lnTo>
                <a:lnTo>
                  <a:pt x="35113" y="243870"/>
                </a:lnTo>
                <a:lnTo>
                  <a:pt x="27432" y="222382"/>
                </a:lnTo>
                <a:lnTo>
                  <a:pt x="26335" y="199614"/>
                </a:lnTo>
                <a:lnTo>
                  <a:pt x="31821" y="177485"/>
                </a:lnTo>
                <a:lnTo>
                  <a:pt x="43617" y="157917"/>
                </a:lnTo>
                <a:lnTo>
                  <a:pt x="60533" y="142555"/>
                </a:lnTo>
                <a:lnTo>
                  <a:pt x="81107" y="132862"/>
                </a:lnTo>
                <a:moveTo>
                  <a:pt x="194310" y="77724"/>
                </a:moveTo>
                <a:lnTo>
                  <a:pt x="207294" y="77724"/>
                </a:lnTo>
                <a:lnTo>
                  <a:pt x="207294" y="129570"/>
                </a:lnTo>
                <a:moveTo>
                  <a:pt x="79461" y="191292"/>
                </a:moveTo>
                <a:lnTo>
                  <a:pt x="90708" y="184800"/>
                </a:lnTo>
                <a:lnTo>
                  <a:pt x="116586" y="229697"/>
                </a:lnTo>
                <a:moveTo>
                  <a:pt x="285018" y="103602"/>
                </a:moveTo>
                <a:lnTo>
                  <a:pt x="283007" y="120884"/>
                </a:lnTo>
                <a:lnTo>
                  <a:pt x="277246" y="137343"/>
                </a:lnTo>
                <a:lnTo>
                  <a:pt x="268011" y="152065"/>
                </a:lnTo>
                <a:lnTo>
                  <a:pt x="255758" y="164409"/>
                </a:lnTo>
                <a:lnTo>
                  <a:pt x="240944" y="173645"/>
                </a:lnTo>
                <a:lnTo>
                  <a:pt x="224577" y="179405"/>
                </a:lnTo>
                <a:lnTo>
                  <a:pt x="207294" y="181326"/>
                </a:lnTo>
                <a:lnTo>
                  <a:pt x="190012" y="179405"/>
                </a:lnTo>
                <a:lnTo>
                  <a:pt x="173553" y="173645"/>
                </a:lnTo>
                <a:lnTo>
                  <a:pt x="158831" y="164409"/>
                </a:lnTo>
                <a:lnTo>
                  <a:pt x="146487" y="152065"/>
                </a:lnTo>
                <a:lnTo>
                  <a:pt x="137251" y="137343"/>
                </a:lnTo>
                <a:lnTo>
                  <a:pt x="131491" y="120884"/>
                </a:lnTo>
                <a:lnTo>
                  <a:pt x="129570" y="103602"/>
                </a:lnTo>
                <a:lnTo>
                  <a:pt x="131491" y="86319"/>
                </a:lnTo>
                <a:lnTo>
                  <a:pt x="137251" y="69952"/>
                </a:lnTo>
                <a:lnTo>
                  <a:pt x="146487" y="55138"/>
                </a:lnTo>
                <a:lnTo>
                  <a:pt x="158831" y="42885"/>
                </a:lnTo>
                <a:lnTo>
                  <a:pt x="173553" y="33650"/>
                </a:lnTo>
                <a:lnTo>
                  <a:pt x="190012" y="27889"/>
                </a:lnTo>
                <a:lnTo>
                  <a:pt x="207294" y="25878"/>
                </a:lnTo>
                <a:lnTo>
                  <a:pt x="224577" y="27889"/>
                </a:lnTo>
                <a:lnTo>
                  <a:pt x="240944" y="33650"/>
                </a:lnTo>
                <a:lnTo>
                  <a:pt x="255758" y="42885"/>
                </a:lnTo>
                <a:lnTo>
                  <a:pt x="268011" y="55138"/>
                </a:lnTo>
                <a:lnTo>
                  <a:pt x="277246" y="69952"/>
                </a:lnTo>
                <a:lnTo>
                  <a:pt x="283007" y="86319"/>
                </a:lnTo>
                <a:lnTo>
                  <a:pt x="285018" y="103602"/>
                </a:lnTo>
                <a:close/>
              </a:path>
            </a:pathLst>
          </a:custGeom>
          <a:noFill/>
          <a:ln w="25908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07592" y="3474720"/>
            <a:ext cx="16916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トークン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090672" y="3474720"/>
            <a:ext cx="550468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reasoning.context を current_turn にして消費を抑える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5800" y="4046220"/>
            <a:ext cx="8001000" cy="5074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4046220"/>
            <a:ext cx="64008" cy="507492"/>
          </a:xfrm>
          <a:prstGeom prst="rect">
            <a:avLst/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6968" y="414451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246156"/>
                </a:moveTo>
                <a:lnTo>
                  <a:pt x="259050" y="246156"/>
                </a:lnTo>
                <a:moveTo>
                  <a:pt x="51846" y="220188"/>
                </a:moveTo>
                <a:lnTo>
                  <a:pt x="129570" y="142464"/>
                </a:lnTo>
                <a:lnTo>
                  <a:pt x="51846" y="64740"/>
                </a:lnTo>
              </a:path>
            </a:pathLst>
          </a:custGeom>
          <a:noFill/>
          <a:ln w="25908">
            <a:solidFill>
              <a:srgbClr val="1218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07592" y="4046220"/>
            <a:ext cx="16916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実行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090672" y="4046220"/>
            <a:ext cx="5504688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computer_use_loop.py "依頼内容"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  Computer Use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4つの接続をそれぞれ確認する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338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対象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17520" y="113385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実行すること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0" y="11338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期待する結果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1444752"/>
            <a:ext cx="2194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1600200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246156"/>
                </a:moveTo>
                <a:lnTo>
                  <a:pt x="259050" y="246156"/>
                </a:lnTo>
                <a:moveTo>
                  <a:pt x="51846" y="220188"/>
                </a:moveTo>
                <a:lnTo>
                  <a:pt x="129570" y="142464"/>
                </a:lnTo>
                <a:lnTo>
                  <a:pt x="51846" y="64740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1444752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CLI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17520" y="1444752"/>
            <a:ext cx="3429000" cy="621792"/>
          </a:xfrm>
          <a:prstGeom prst="roundRect">
            <a:avLst>
              <a:gd name="adj" fmla="val 8824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44475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codex --version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codex exec "hello"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01384" y="1755648"/>
            <a:ext cx="301752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858000" y="144475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応答が返る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139696"/>
            <a:ext cx="2194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" y="229514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246156"/>
                </a:moveTo>
                <a:lnTo>
                  <a:pt x="259050" y="246156"/>
                </a:lnTo>
                <a:moveTo>
                  <a:pt x="51846" y="220188"/>
                </a:moveTo>
                <a:lnTo>
                  <a:pt x="129570" y="142464"/>
                </a:lnTo>
                <a:lnTo>
                  <a:pt x="51846" y="64740"/>
                </a:lnTo>
              </a:path>
            </a:pathLst>
          </a:custGeom>
          <a:noFill/>
          <a:ln w="25908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2139696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017520" y="2139696"/>
            <a:ext cx="3429000" cy="621792"/>
          </a:xfrm>
          <a:prstGeom prst="roundRect">
            <a:avLst>
              <a:gd name="adj" fmla="val 8824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213969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doctor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起動して /status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01384" y="2450592"/>
            <a:ext cx="301752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858000" y="213969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Foundry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と表示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" y="2834640"/>
            <a:ext cx="2194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" y="299008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72034" y="194310"/>
                </a:moveTo>
                <a:lnTo>
                  <a:pt x="232075" y="154351"/>
                </a:lnTo>
                <a:lnTo>
                  <a:pt x="229880" y="152430"/>
                </a:lnTo>
                <a:lnTo>
                  <a:pt x="227503" y="150693"/>
                </a:lnTo>
                <a:lnTo>
                  <a:pt x="224942" y="149322"/>
                </a:lnTo>
                <a:lnTo>
                  <a:pt x="222291" y="148224"/>
                </a:lnTo>
                <a:lnTo>
                  <a:pt x="219547" y="147401"/>
                </a:lnTo>
                <a:lnTo>
                  <a:pt x="216621" y="146944"/>
                </a:lnTo>
                <a:lnTo>
                  <a:pt x="213787" y="146761"/>
                </a:lnTo>
                <a:lnTo>
                  <a:pt x="210861" y="146944"/>
                </a:lnTo>
                <a:lnTo>
                  <a:pt x="207935" y="147401"/>
                </a:lnTo>
                <a:lnTo>
                  <a:pt x="205191" y="148224"/>
                </a:lnTo>
                <a:lnTo>
                  <a:pt x="202540" y="149322"/>
                </a:lnTo>
                <a:lnTo>
                  <a:pt x="199979" y="150693"/>
                </a:lnTo>
                <a:lnTo>
                  <a:pt x="197602" y="152430"/>
                </a:lnTo>
                <a:lnTo>
                  <a:pt x="195407" y="154351"/>
                </a:lnTo>
                <a:lnTo>
                  <a:pt x="77724" y="272034"/>
                </a:lnTo>
                <a:moveTo>
                  <a:pt x="142464" y="116586"/>
                </a:moveTo>
                <a:lnTo>
                  <a:pt x="141823" y="122347"/>
                </a:lnTo>
                <a:lnTo>
                  <a:pt x="139903" y="127833"/>
                </a:lnTo>
                <a:lnTo>
                  <a:pt x="136886" y="132771"/>
                </a:lnTo>
                <a:lnTo>
                  <a:pt x="132771" y="136886"/>
                </a:lnTo>
                <a:lnTo>
                  <a:pt x="127833" y="139903"/>
                </a:lnTo>
                <a:lnTo>
                  <a:pt x="122347" y="141823"/>
                </a:lnTo>
                <a:lnTo>
                  <a:pt x="116586" y="142464"/>
                </a:lnTo>
                <a:lnTo>
                  <a:pt x="110825" y="141823"/>
                </a:lnTo>
                <a:lnTo>
                  <a:pt x="105339" y="139903"/>
                </a:lnTo>
                <a:lnTo>
                  <a:pt x="100401" y="136886"/>
                </a:lnTo>
                <a:lnTo>
                  <a:pt x="96286" y="132771"/>
                </a:lnTo>
                <a:lnTo>
                  <a:pt x="93269" y="127833"/>
                </a:lnTo>
                <a:lnTo>
                  <a:pt x="91349" y="122347"/>
                </a:lnTo>
                <a:lnTo>
                  <a:pt x="90708" y="116586"/>
                </a:lnTo>
                <a:lnTo>
                  <a:pt x="91349" y="110825"/>
                </a:lnTo>
                <a:lnTo>
                  <a:pt x="93269" y="105339"/>
                </a:lnTo>
                <a:lnTo>
                  <a:pt x="96286" y="100401"/>
                </a:lnTo>
                <a:lnTo>
                  <a:pt x="100401" y="96286"/>
                </a:lnTo>
                <a:lnTo>
                  <a:pt x="105339" y="93269"/>
                </a:lnTo>
                <a:lnTo>
                  <a:pt x="110825" y="91349"/>
                </a:lnTo>
                <a:lnTo>
                  <a:pt x="116586" y="90708"/>
                </a:lnTo>
                <a:lnTo>
                  <a:pt x="122347" y="91349"/>
                </a:lnTo>
                <a:lnTo>
                  <a:pt x="127833" y="93269"/>
                </a:lnTo>
                <a:lnTo>
                  <a:pt x="132771" y="96286"/>
                </a:lnTo>
                <a:lnTo>
                  <a:pt x="136886" y="100401"/>
                </a:lnTo>
                <a:lnTo>
                  <a:pt x="139903" y="105339"/>
                </a:lnTo>
                <a:lnTo>
                  <a:pt x="141823" y="110825"/>
                </a:lnTo>
                <a:lnTo>
                  <a:pt x="142464" y="116586"/>
                </a:lnTo>
                <a:close/>
                <a:moveTo>
                  <a:pt x="38862" y="38862"/>
                </a:moveTo>
                <a:lnTo>
                  <a:pt x="272034" y="38862"/>
                </a:lnTo>
                <a:lnTo>
                  <a:pt x="272034" y="272034"/>
                </a:lnTo>
                <a:lnTo>
                  <a:pt x="38862" y="272034"/>
                </a:lnTo>
                <a:lnTo>
                  <a:pt x="38862" y="38862"/>
                </a:lnTo>
                <a:close/>
              </a:path>
            </a:pathLst>
          </a:custGeom>
          <a:noFill/>
          <a:ln w="25908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16152" y="2834640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画像モデル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017520" y="2834640"/>
            <a:ext cx="3429000" cy="621792"/>
          </a:xfrm>
          <a:prstGeom prst="roundRect">
            <a:avLst>
              <a:gd name="adj" fmla="val 8824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283464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gen-image.ps1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-Prompt "test"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01384" y="3145536"/>
            <a:ext cx="301752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858000" y="28346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指定したPNGが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保存される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85800" y="3529584"/>
            <a:ext cx="2194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1218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" y="3685032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81326" y="53127"/>
                </a:moveTo>
                <a:lnTo>
                  <a:pt x="155448" y="77724"/>
                </a:lnTo>
                <a:moveTo>
                  <a:pt x="66111" y="103602"/>
                </a:moveTo>
                <a:lnTo>
                  <a:pt x="28529" y="93269"/>
                </a:lnTo>
                <a:moveTo>
                  <a:pt x="77724" y="155448"/>
                </a:moveTo>
                <a:lnTo>
                  <a:pt x="53127" y="181326"/>
                </a:lnTo>
                <a:moveTo>
                  <a:pt x="93269" y="28529"/>
                </a:moveTo>
                <a:lnTo>
                  <a:pt x="103602" y="66111"/>
                </a:lnTo>
                <a:moveTo>
                  <a:pt x="117043" y="125547"/>
                </a:moveTo>
                <a:lnTo>
                  <a:pt x="116769" y="124450"/>
                </a:lnTo>
                <a:lnTo>
                  <a:pt x="116586" y="123444"/>
                </a:lnTo>
                <a:lnTo>
                  <a:pt x="116586" y="122347"/>
                </a:lnTo>
                <a:lnTo>
                  <a:pt x="116769" y="121249"/>
                </a:lnTo>
                <a:lnTo>
                  <a:pt x="117226" y="120244"/>
                </a:lnTo>
                <a:lnTo>
                  <a:pt x="117775" y="119238"/>
                </a:lnTo>
                <a:lnTo>
                  <a:pt x="118415" y="118415"/>
                </a:lnTo>
                <a:lnTo>
                  <a:pt x="119238" y="117775"/>
                </a:lnTo>
                <a:lnTo>
                  <a:pt x="120244" y="117226"/>
                </a:lnTo>
                <a:lnTo>
                  <a:pt x="121249" y="116769"/>
                </a:lnTo>
                <a:lnTo>
                  <a:pt x="122347" y="116586"/>
                </a:lnTo>
                <a:lnTo>
                  <a:pt x="123444" y="116586"/>
                </a:lnTo>
                <a:lnTo>
                  <a:pt x="124450" y="116769"/>
                </a:lnTo>
                <a:lnTo>
                  <a:pt x="125547" y="117043"/>
                </a:lnTo>
                <a:lnTo>
                  <a:pt x="268011" y="175382"/>
                </a:lnTo>
                <a:lnTo>
                  <a:pt x="269016" y="175931"/>
                </a:lnTo>
                <a:lnTo>
                  <a:pt x="269931" y="176571"/>
                </a:lnTo>
                <a:lnTo>
                  <a:pt x="270754" y="177485"/>
                </a:lnTo>
                <a:lnTo>
                  <a:pt x="271394" y="178491"/>
                </a:lnTo>
                <a:lnTo>
                  <a:pt x="271760" y="179588"/>
                </a:lnTo>
                <a:lnTo>
                  <a:pt x="272034" y="180685"/>
                </a:lnTo>
                <a:lnTo>
                  <a:pt x="272034" y="181874"/>
                </a:lnTo>
                <a:lnTo>
                  <a:pt x="271851" y="182971"/>
                </a:lnTo>
                <a:lnTo>
                  <a:pt x="271394" y="184069"/>
                </a:lnTo>
                <a:lnTo>
                  <a:pt x="270845" y="185075"/>
                </a:lnTo>
                <a:lnTo>
                  <a:pt x="270114" y="185989"/>
                </a:lnTo>
                <a:lnTo>
                  <a:pt x="269199" y="186720"/>
                </a:lnTo>
                <a:lnTo>
                  <a:pt x="268194" y="187269"/>
                </a:lnTo>
                <a:lnTo>
                  <a:pt x="267096" y="187635"/>
                </a:lnTo>
                <a:lnTo>
                  <a:pt x="210678" y="201168"/>
                </a:lnTo>
                <a:lnTo>
                  <a:pt x="209763" y="201442"/>
                </a:lnTo>
                <a:lnTo>
                  <a:pt x="208758" y="201808"/>
                </a:lnTo>
                <a:lnTo>
                  <a:pt x="207843" y="202174"/>
                </a:lnTo>
                <a:lnTo>
                  <a:pt x="206929" y="202722"/>
                </a:lnTo>
                <a:lnTo>
                  <a:pt x="206106" y="203271"/>
                </a:lnTo>
                <a:lnTo>
                  <a:pt x="205283" y="203911"/>
                </a:lnTo>
                <a:lnTo>
                  <a:pt x="204551" y="204551"/>
                </a:lnTo>
                <a:lnTo>
                  <a:pt x="203911" y="205283"/>
                </a:lnTo>
                <a:lnTo>
                  <a:pt x="203271" y="206106"/>
                </a:lnTo>
                <a:lnTo>
                  <a:pt x="202722" y="206929"/>
                </a:lnTo>
                <a:lnTo>
                  <a:pt x="202174" y="207843"/>
                </a:lnTo>
                <a:lnTo>
                  <a:pt x="201808" y="208758"/>
                </a:lnTo>
                <a:lnTo>
                  <a:pt x="201442" y="209763"/>
                </a:lnTo>
                <a:lnTo>
                  <a:pt x="201168" y="210678"/>
                </a:lnTo>
                <a:lnTo>
                  <a:pt x="187635" y="267096"/>
                </a:lnTo>
                <a:lnTo>
                  <a:pt x="187269" y="268194"/>
                </a:lnTo>
                <a:lnTo>
                  <a:pt x="186720" y="269199"/>
                </a:lnTo>
                <a:lnTo>
                  <a:pt x="185989" y="270114"/>
                </a:lnTo>
                <a:lnTo>
                  <a:pt x="185075" y="270845"/>
                </a:lnTo>
                <a:lnTo>
                  <a:pt x="184069" y="271485"/>
                </a:lnTo>
                <a:lnTo>
                  <a:pt x="182971" y="271851"/>
                </a:lnTo>
                <a:lnTo>
                  <a:pt x="181874" y="272034"/>
                </a:lnTo>
                <a:lnTo>
                  <a:pt x="180685" y="272034"/>
                </a:lnTo>
                <a:lnTo>
                  <a:pt x="179588" y="271760"/>
                </a:lnTo>
                <a:lnTo>
                  <a:pt x="178491" y="271394"/>
                </a:lnTo>
                <a:lnTo>
                  <a:pt x="177485" y="270754"/>
                </a:lnTo>
                <a:lnTo>
                  <a:pt x="176571" y="270022"/>
                </a:lnTo>
                <a:lnTo>
                  <a:pt x="175931" y="269016"/>
                </a:lnTo>
                <a:lnTo>
                  <a:pt x="175382" y="268011"/>
                </a:lnTo>
                <a:lnTo>
                  <a:pt x="117043" y="125547"/>
                </a:lnTo>
                <a:close/>
              </a:path>
            </a:pathLst>
          </a:custGeom>
          <a:noFill/>
          <a:ln w="25908">
            <a:solidFill>
              <a:srgbClr val="1218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16152" y="3529584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Use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017520" y="3529584"/>
            <a:ext cx="3429000" cy="621792"/>
          </a:xfrm>
          <a:prstGeom prst="roundRect">
            <a:avLst>
              <a:gd name="adj" fmla="val 8824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54680" y="352958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computer_use_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loop.py "依頼内容"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501384" y="3840480"/>
            <a:ext cx="301752" cy="0"/>
          </a:xfrm>
          <a:prstGeom prst="line">
            <a:avLst/>
          </a:prstGeom>
          <a:noFill/>
          <a:ln w="25400">
            <a:solidFill>
              <a:srgbClr val="12182B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858000" y="352958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ブラウザ操作後に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結果が表示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5800" y="4206240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setx の後は、新しく開いたターミナルで確認する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確認と対処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Codexのエラーは設定3点を確認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33856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確認する箇所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36392" y="1133856"/>
            <a:ext cx="5550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症状 → 確認すること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1947672" cy="944880"/>
          </a:xfrm>
          <a:prstGeom prst="roundRect">
            <a:avLst>
              <a:gd name="adj" fmla="val 7742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780032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94310" y="103602"/>
                </a:moveTo>
                <a:lnTo>
                  <a:pt x="192847" y="103510"/>
                </a:lnTo>
                <a:lnTo>
                  <a:pt x="191384" y="103327"/>
                </a:lnTo>
                <a:lnTo>
                  <a:pt x="190012" y="102870"/>
                </a:lnTo>
                <a:lnTo>
                  <a:pt x="188732" y="102321"/>
                </a:lnTo>
                <a:lnTo>
                  <a:pt x="187452" y="101681"/>
                </a:lnTo>
                <a:lnTo>
                  <a:pt x="186263" y="100767"/>
                </a:lnTo>
                <a:lnTo>
                  <a:pt x="185166" y="99852"/>
                </a:lnTo>
                <a:lnTo>
                  <a:pt x="184160" y="98755"/>
                </a:lnTo>
                <a:lnTo>
                  <a:pt x="183337" y="97566"/>
                </a:lnTo>
                <a:lnTo>
                  <a:pt x="182606" y="96286"/>
                </a:lnTo>
                <a:lnTo>
                  <a:pt x="182057" y="94915"/>
                </a:lnTo>
                <a:lnTo>
                  <a:pt x="181691" y="93543"/>
                </a:lnTo>
                <a:lnTo>
                  <a:pt x="181417" y="92172"/>
                </a:lnTo>
                <a:lnTo>
                  <a:pt x="181326" y="90708"/>
                </a:lnTo>
                <a:lnTo>
                  <a:pt x="181326" y="25878"/>
                </a:lnTo>
                <a:lnTo>
                  <a:pt x="183063" y="25969"/>
                </a:lnTo>
                <a:lnTo>
                  <a:pt x="184892" y="26060"/>
                </a:lnTo>
                <a:lnTo>
                  <a:pt x="186629" y="26335"/>
                </a:lnTo>
                <a:lnTo>
                  <a:pt x="188275" y="26700"/>
                </a:lnTo>
                <a:lnTo>
                  <a:pt x="190012" y="27158"/>
                </a:lnTo>
                <a:lnTo>
                  <a:pt x="191658" y="27615"/>
                </a:lnTo>
                <a:lnTo>
                  <a:pt x="193304" y="28255"/>
                </a:lnTo>
                <a:lnTo>
                  <a:pt x="194950" y="28986"/>
                </a:lnTo>
                <a:lnTo>
                  <a:pt x="196505" y="29809"/>
                </a:lnTo>
                <a:lnTo>
                  <a:pt x="197968" y="30724"/>
                </a:lnTo>
                <a:lnTo>
                  <a:pt x="199431" y="31638"/>
                </a:lnTo>
                <a:lnTo>
                  <a:pt x="200802" y="32736"/>
                </a:lnTo>
                <a:lnTo>
                  <a:pt x="202174" y="33833"/>
                </a:lnTo>
                <a:lnTo>
                  <a:pt x="203454" y="35022"/>
                </a:lnTo>
                <a:lnTo>
                  <a:pt x="249906" y="81564"/>
                </a:lnTo>
                <a:lnTo>
                  <a:pt x="251094" y="82845"/>
                </a:lnTo>
                <a:lnTo>
                  <a:pt x="252283" y="84125"/>
                </a:lnTo>
                <a:lnTo>
                  <a:pt x="253289" y="85496"/>
                </a:lnTo>
                <a:lnTo>
                  <a:pt x="254295" y="86959"/>
                </a:lnTo>
                <a:lnTo>
                  <a:pt x="255209" y="88514"/>
                </a:lnTo>
                <a:lnTo>
                  <a:pt x="256032" y="90068"/>
                </a:lnTo>
                <a:lnTo>
                  <a:pt x="256672" y="91623"/>
                </a:lnTo>
                <a:lnTo>
                  <a:pt x="257312" y="93269"/>
                </a:lnTo>
                <a:lnTo>
                  <a:pt x="257861" y="95006"/>
                </a:lnTo>
                <a:lnTo>
                  <a:pt x="258318" y="96652"/>
                </a:lnTo>
                <a:lnTo>
                  <a:pt x="258684" y="98389"/>
                </a:lnTo>
                <a:lnTo>
                  <a:pt x="258867" y="100127"/>
                </a:lnTo>
                <a:lnTo>
                  <a:pt x="259050" y="101864"/>
                </a:lnTo>
                <a:lnTo>
                  <a:pt x="259050" y="103602"/>
                </a:lnTo>
                <a:lnTo>
                  <a:pt x="194310" y="103602"/>
                </a:lnTo>
                <a:close/>
                <a:moveTo>
                  <a:pt x="259050" y="103602"/>
                </a:moveTo>
                <a:lnTo>
                  <a:pt x="259050" y="259050"/>
                </a:lnTo>
                <a:lnTo>
                  <a:pt x="258958" y="261976"/>
                </a:lnTo>
                <a:lnTo>
                  <a:pt x="258409" y="264810"/>
                </a:lnTo>
                <a:lnTo>
                  <a:pt x="257586" y="267645"/>
                </a:lnTo>
                <a:lnTo>
                  <a:pt x="256489" y="270297"/>
                </a:lnTo>
                <a:lnTo>
                  <a:pt x="255118" y="272857"/>
                </a:lnTo>
                <a:lnTo>
                  <a:pt x="253472" y="275234"/>
                </a:lnTo>
                <a:lnTo>
                  <a:pt x="251460" y="277429"/>
                </a:lnTo>
                <a:lnTo>
                  <a:pt x="249357" y="279349"/>
                </a:lnTo>
                <a:lnTo>
                  <a:pt x="246979" y="280995"/>
                </a:lnTo>
                <a:lnTo>
                  <a:pt x="244419" y="282458"/>
                </a:lnTo>
                <a:lnTo>
                  <a:pt x="241767" y="283555"/>
                </a:lnTo>
                <a:lnTo>
                  <a:pt x="238933" y="284378"/>
                </a:lnTo>
                <a:lnTo>
                  <a:pt x="236098" y="284836"/>
                </a:lnTo>
                <a:lnTo>
                  <a:pt x="233172" y="285018"/>
                </a:lnTo>
                <a:lnTo>
                  <a:pt x="179040" y="285018"/>
                </a:lnTo>
                <a:moveTo>
                  <a:pt x="42794" y="253014"/>
                </a:moveTo>
                <a:lnTo>
                  <a:pt x="54773" y="248077"/>
                </a:lnTo>
                <a:moveTo>
                  <a:pt x="51846" y="137251"/>
                </a:moveTo>
                <a:lnTo>
                  <a:pt x="51846" y="51846"/>
                </a:lnTo>
                <a:lnTo>
                  <a:pt x="51938" y="48920"/>
                </a:lnTo>
                <a:lnTo>
                  <a:pt x="52487" y="46086"/>
                </a:lnTo>
                <a:lnTo>
                  <a:pt x="53310" y="43251"/>
                </a:lnTo>
                <a:lnTo>
                  <a:pt x="54407" y="40599"/>
                </a:lnTo>
                <a:lnTo>
                  <a:pt x="55778" y="38039"/>
                </a:lnTo>
                <a:lnTo>
                  <a:pt x="57424" y="35662"/>
                </a:lnTo>
                <a:lnTo>
                  <a:pt x="59436" y="33467"/>
                </a:lnTo>
                <a:lnTo>
                  <a:pt x="61539" y="31547"/>
                </a:lnTo>
                <a:lnTo>
                  <a:pt x="63917" y="29901"/>
                </a:lnTo>
                <a:lnTo>
                  <a:pt x="66477" y="28438"/>
                </a:lnTo>
                <a:lnTo>
                  <a:pt x="69129" y="27341"/>
                </a:lnTo>
                <a:lnTo>
                  <a:pt x="71963" y="26518"/>
                </a:lnTo>
                <a:lnTo>
                  <a:pt x="74798" y="26060"/>
                </a:lnTo>
                <a:lnTo>
                  <a:pt x="77724" y="25878"/>
                </a:lnTo>
                <a:lnTo>
                  <a:pt x="181326" y="25878"/>
                </a:lnTo>
                <a:moveTo>
                  <a:pt x="54773" y="218267"/>
                </a:moveTo>
                <a:lnTo>
                  <a:pt x="42794" y="213330"/>
                </a:lnTo>
                <a:moveTo>
                  <a:pt x="75804" y="197236"/>
                </a:moveTo>
                <a:lnTo>
                  <a:pt x="70866" y="185349"/>
                </a:lnTo>
                <a:moveTo>
                  <a:pt x="75804" y="269108"/>
                </a:moveTo>
                <a:lnTo>
                  <a:pt x="70866" y="281087"/>
                </a:lnTo>
                <a:moveTo>
                  <a:pt x="105522" y="197236"/>
                </a:moveTo>
                <a:lnTo>
                  <a:pt x="110551" y="185349"/>
                </a:lnTo>
                <a:moveTo>
                  <a:pt x="110460" y="281087"/>
                </a:moveTo>
                <a:lnTo>
                  <a:pt x="105522" y="269108"/>
                </a:lnTo>
                <a:moveTo>
                  <a:pt x="126644" y="218267"/>
                </a:moveTo>
                <a:lnTo>
                  <a:pt x="138532" y="213330"/>
                </a:lnTo>
                <a:moveTo>
                  <a:pt x="126644" y="248077"/>
                </a:moveTo>
                <a:lnTo>
                  <a:pt x="138532" y="253014"/>
                </a:lnTo>
                <a:moveTo>
                  <a:pt x="129570" y="233172"/>
                </a:moveTo>
                <a:lnTo>
                  <a:pt x="128565" y="241859"/>
                </a:lnTo>
                <a:lnTo>
                  <a:pt x="125730" y="249997"/>
                </a:lnTo>
                <a:lnTo>
                  <a:pt x="121067" y="257404"/>
                </a:lnTo>
                <a:lnTo>
                  <a:pt x="114940" y="263530"/>
                </a:lnTo>
                <a:lnTo>
                  <a:pt x="107533" y="268194"/>
                </a:lnTo>
                <a:lnTo>
                  <a:pt x="99304" y="271028"/>
                </a:lnTo>
                <a:lnTo>
                  <a:pt x="90708" y="272034"/>
                </a:lnTo>
                <a:lnTo>
                  <a:pt x="82022" y="271028"/>
                </a:lnTo>
                <a:lnTo>
                  <a:pt x="73792" y="268194"/>
                </a:lnTo>
                <a:lnTo>
                  <a:pt x="66477" y="263530"/>
                </a:lnTo>
                <a:lnTo>
                  <a:pt x="60259" y="257404"/>
                </a:lnTo>
                <a:lnTo>
                  <a:pt x="55687" y="249997"/>
                </a:lnTo>
                <a:lnTo>
                  <a:pt x="52761" y="241859"/>
                </a:lnTo>
                <a:lnTo>
                  <a:pt x="51846" y="233172"/>
                </a:lnTo>
                <a:lnTo>
                  <a:pt x="52761" y="224485"/>
                </a:lnTo>
                <a:lnTo>
                  <a:pt x="55687" y="216347"/>
                </a:lnTo>
                <a:lnTo>
                  <a:pt x="60259" y="208940"/>
                </a:lnTo>
                <a:lnTo>
                  <a:pt x="66477" y="202814"/>
                </a:lnTo>
                <a:lnTo>
                  <a:pt x="73792" y="198150"/>
                </a:lnTo>
                <a:lnTo>
                  <a:pt x="82022" y="195316"/>
                </a:lnTo>
                <a:lnTo>
                  <a:pt x="90708" y="194310"/>
                </a:lnTo>
                <a:lnTo>
                  <a:pt x="99304" y="195316"/>
                </a:lnTo>
                <a:lnTo>
                  <a:pt x="107533" y="198150"/>
                </a:lnTo>
                <a:lnTo>
                  <a:pt x="114940" y="202814"/>
                </a:lnTo>
                <a:lnTo>
                  <a:pt x="121067" y="208940"/>
                </a:lnTo>
                <a:lnTo>
                  <a:pt x="125730" y="216347"/>
                </a:lnTo>
                <a:lnTo>
                  <a:pt x="128565" y="224485"/>
                </a:lnTo>
                <a:lnTo>
                  <a:pt x="129570" y="233172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1463040"/>
            <a:ext cx="13258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プロバイダー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9636" y="2417064"/>
            <a:ext cx="0" cy="10972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81528" y="1935480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136392" y="1463040"/>
            <a:ext cx="5550408" cy="94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36392" y="1463040"/>
            <a:ext cx="64008" cy="944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463040"/>
            <a:ext cx="5276088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Azure設定が無視される → 次の2つがあるか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model_provider = "azure" と [model_providers.azure]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535936"/>
            <a:ext cx="1947672" cy="944880"/>
          </a:xfrm>
          <a:prstGeom prst="roundRect">
            <a:avLst>
              <a:gd name="adj" fmla="val 7742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" y="285292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33467" y="225582"/>
                </a:moveTo>
                <a:lnTo>
                  <a:pt x="32461" y="226680"/>
                </a:lnTo>
                <a:lnTo>
                  <a:pt x="31547" y="227777"/>
                </a:lnTo>
                <a:lnTo>
                  <a:pt x="30724" y="228874"/>
                </a:lnTo>
                <a:lnTo>
                  <a:pt x="29901" y="230154"/>
                </a:lnTo>
                <a:lnTo>
                  <a:pt x="29169" y="231343"/>
                </a:lnTo>
                <a:lnTo>
                  <a:pt x="28438" y="232623"/>
                </a:lnTo>
                <a:lnTo>
                  <a:pt x="27889" y="233995"/>
                </a:lnTo>
                <a:lnTo>
                  <a:pt x="27341" y="235367"/>
                </a:lnTo>
                <a:lnTo>
                  <a:pt x="26883" y="236738"/>
                </a:lnTo>
                <a:lnTo>
                  <a:pt x="26518" y="238110"/>
                </a:lnTo>
                <a:lnTo>
                  <a:pt x="26243" y="239573"/>
                </a:lnTo>
                <a:lnTo>
                  <a:pt x="26060" y="241036"/>
                </a:lnTo>
                <a:lnTo>
                  <a:pt x="25969" y="242407"/>
                </a:lnTo>
                <a:lnTo>
                  <a:pt x="25878" y="243870"/>
                </a:lnTo>
                <a:lnTo>
                  <a:pt x="25878" y="272034"/>
                </a:lnTo>
                <a:lnTo>
                  <a:pt x="25969" y="273497"/>
                </a:lnTo>
                <a:lnTo>
                  <a:pt x="26243" y="274960"/>
                </a:lnTo>
                <a:lnTo>
                  <a:pt x="26609" y="276332"/>
                </a:lnTo>
                <a:lnTo>
                  <a:pt x="27158" y="277612"/>
                </a:lnTo>
                <a:lnTo>
                  <a:pt x="27889" y="278892"/>
                </a:lnTo>
                <a:lnTo>
                  <a:pt x="28712" y="280081"/>
                </a:lnTo>
                <a:lnTo>
                  <a:pt x="29718" y="281178"/>
                </a:lnTo>
                <a:lnTo>
                  <a:pt x="30815" y="282184"/>
                </a:lnTo>
                <a:lnTo>
                  <a:pt x="32004" y="283007"/>
                </a:lnTo>
                <a:lnTo>
                  <a:pt x="33284" y="283738"/>
                </a:lnTo>
                <a:lnTo>
                  <a:pt x="34564" y="284287"/>
                </a:lnTo>
                <a:lnTo>
                  <a:pt x="35936" y="284653"/>
                </a:lnTo>
                <a:lnTo>
                  <a:pt x="37399" y="284927"/>
                </a:lnTo>
                <a:lnTo>
                  <a:pt x="38862" y="285018"/>
                </a:lnTo>
                <a:lnTo>
                  <a:pt x="77724" y="285018"/>
                </a:lnTo>
                <a:lnTo>
                  <a:pt x="79187" y="284927"/>
                </a:lnTo>
                <a:lnTo>
                  <a:pt x="80650" y="284653"/>
                </a:lnTo>
                <a:lnTo>
                  <a:pt x="82022" y="284287"/>
                </a:lnTo>
                <a:lnTo>
                  <a:pt x="83302" y="283738"/>
                </a:lnTo>
                <a:lnTo>
                  <a:pt x="84582" y="283007"/>
                </a:lnTo>
                <a:lnTo>
                  <a:pt x="85771" y="282184"/>
                </a:lnTo>
                <a:lnTo>
                  <a:pt x="86868" y="281178"/>
                </a:lnTo>
                <a:lnTo>
                  <a:pt x="87874" y="280081"/>
                </a:lnTo>
                <a:lnTo>
                  <a:pt x="88697" y="278892"/>
                </a:lnTo>
                <a:lnTo>
                  <a:pt x="89428" y="277612"/>
                </a:lnTo>
                <a:lnTo>
                  <a:pt x="89977" y="276332"/>
                </a:lnTo>
                <a:lnTo>
                  <a:pt x="90343" y="274960"/>
                </a:lnTo>
                <a:lnTo>
                  <a:pt x="90617" y="273497"/>
                </a:lnTo>
                <a:lnTo>
                  <a:pt x="90708" y="272034"/>
                </a:lnTo>
                <a:lnTo>
                  <a:pt x="90708" y="259050"/>
                </a:lnTo>
                <a:lnTo>
                  <a:pt x="90800" y="257586"/>
                </a:lnTo>
                <a:lnTo>
                  <a:pt x="90983" y="256215"/>
                </a:lnTo>
                <a:lnTo>
                  <a:pt x="91440" y="254843"/>
                </a:lnTo>
                <a:lnTo>
                  <a:pt x="91989" y="253472"/>
                </a:lnTo>
                <a:lnTo>
                  <a:pt x="92629" y="252192"/>
                </a:lnTo>
                <a:lnTo>
                  <a:pt x="93543" y="251003"/>
                </a:lnTo>
                <a:lnTo>
                  <a:pt x="94458" y="249906"/>
                </a:lnTo>
                <a:lnTo>
                  <a:pt x="95555" y="248991"/>
                </a:lnTo>
                <a:lnTo>
                  <a:pt x="96744" y="248077"/>
                </a:lnTo>
                <a:lnTo>
                  <a:pt x="98024" y="247437"/>
                </a:lnTo>
                <a:lnTo>
                  <a:pt x="99395" y="246888"/>
                </a:lnTo>
                <a:lnTo>
                  <a:pt x="100767" y="246431"/>
                </a:lnTo>
                <a:lnTo>
                  <a:pt x="102138" y="246248"/>
                </a:lnTo>
                <a:lnTo>
                  <a:pt x="103602" y="246156"/>
                </a:lnTo>
                <a:lnTo>
                  <a:pt x="116586" y="246156"/>
                </a:lnTo>
                <a:lnTo>
                  <a:pt x="118049" y="246065"/>
                </a:lnTo>
                <a:lnTo>
                  <a:pt x="119512" y="245791"/>
                </a:lnTo>
                <a:lnTo>
                  <a:pt x="120884" y="245425"/>
                </a:lnTo>
                <a:lnTo>
                  <a:pt x="122164" y="244876"/>
                </a:lnTo>
                <a:lnTo>
                  <a:pt x="123444" y="244145"/>
                </a:lnTo>
                <a:lnTo>
                  <a:pt x="124633" y="243322"/>
                </a:lnTo>
                <a:lnTo>
                  <a:pt x="125730" y="242316"/>
                </a:lnTo>
                <a:lnTo>
                  <a:pt x="126736" y="241219"/>
                </a:lnTo>
                <a:lnTo>
                  <a:pt x="127559" y="240030"/>
                </a:lnTo>
                <a:lnTo>
                  <a:pt x="128290" y="238750"/>
                </a:lnTo>
                <a:lnTo>
                  <a:pt x="128839" y="237470"/>
                </a:lnTo>
                <a:lnTo>
                  <a:pt x="129205" y="236098"/>
                </a:lnTo>
                <a:lnTo>
                  <a:pt x="129479" y="234635"/>
                </a:lnTo>
                <a:lnTo>
                  <a:pt x="129570" y="233172"/>
                </a:lnTo>
                <a:lnTo>
                  <a:pt x="129570" y="220188"/>
                </a:lnTo>
                <a:lnTo>
                  <a:pt x="129662" y="218724"/>
                </a:lnTo>
                <a:lnTo>
                  <a:pt x="129845" y="217353"/>
                </a:lnTo>
                <a:lnTo>
                  <a:pt x="130302" y="215981"/>
                </a:lnTo>
                <a:lnTo>
                  <a:pt x="130851" y="214610"/>
                </a:lnTo>
                <a:lnTo>
                  <a:pt x="131491" y="213330"/>
                </a:lnTo>
                <a:lnTo>
                  <a:pt x="132405" y="212141"/>
                </a:lnTo>
                <a:lnTo>
                  <a:pt x="133320" y="211044"/>
                </a:lnTo>
                <a:lnTo>
                  <a:pt x="134417" y="210129"/>
                </a:lnTo>
                <a:lnTo>
                  <a:pt x="135606" y="209215"/>
                </a:lnTo>
                <a:lnTo>
                  <a:pt x="136886" y="208575"/>
                </a:lnTo>
                <a:lnTo>
                  <a:pt x="138257" y="208026"/>
                </a:lnTo>
                <a:lnTo>
                  <a:pt x="139629" y="207569"/>
                </a:lnTo>
                <a:lnTo>
                  <a:pt x="141000" y="207386"/>
                </a:lnTo>
                <a:lnTo>
                  <a:pt x="142464" y="207294"/>
                </a:lnTo>
                <a:lnTo>
                  <a:pt x="144750" y="207294"/>
                </a:lnTo>
                <a:lnTo>
                  <a:pt x="146213" y="207203"/>
                </a:lnTo>
                <a:lnTo>
                  <a:pt x="147584" y="207112"/>
                </a:lnTo>
                <a:lnTo>
                  <a:pt x="149047" y="206929"/>
                </a:lnTo>
                <a:lnTo>
                  <a:pt x="150510" y="206654"/>
                </a:lnTo>
                <a:lnTo>
                  <a:pt x="151882" y="206289"/>
                </a:lnTo>
                <a:lnTo>
                  <a:pt x="153253" y="205831"/>
                </a:lnTo>
                <a:lnTo>
                  <a:pt x="154625" y="205283"/>
                </a:lnTo>
                <a:lnTo>
                  <a:pt x="155997" y="204734"/>
                </a:lnTo>
                <a:lnTo>
                  <a:pt x="157277" y="204003"/>
                </a:lnTo>
                <a:lnTo>
                  <a:pt x="158466" y="203271"/>
                </a:lnTo>
                <a:lnTo>
                  <a:pt x="159746" y="202448"/>
                </a:lnTo>
                <a:lnTo>
                  <a:pt x="160843" y="201625"/>
                </a:lnTo>
                <a:lnTo>
                  <a:pt x="161940" y="200711"/>
                </a:lnTo>
                <a:lnTo>
                  <a:pt x="163038" y="199705"/>
                </a:lnTo>
                <a:lnTo>
                  <a:pt x="173553" y="189098"/>
                </a:lnTo>
                <a:lnTo>
                  <a:pt x="205466" y="193670"/>
                </a:lnTo>
                <a:lnTo>
                  <a:pt x="236647" y="185989"/>
                </a:lnTo>
                <a:lnTo>
                  <a:pt x="262707" y="167152"/>
                </a:lnTo>
                <a:lnTo>
                  <a:pt x="279806" y="139903"/>
                </a:lnTo>
                <a:lnTo>
                  <a:pt x="285476" y="108265"/>
                </a:lnTo>
                <a:lnTo>
                  <a:pt x="278801" y="76718"/>
                </a:lnTo>
                <a:lnTo>
                  <a:pt x="260787" y="50109"/>
                </a:lnTo>
                <a:lnTo>
                  <a:pt x="234178" y="32095"/>
                </a:lnTo>
                <a:lnTo>
                  <a:pt x="202631" y="25420"/>
                </a:lnTo>
                <a:lnTo>
                  <a:pt x="170993" y="31090"/>
                </a:lnTo>
                <a:lnTo>
                  <a:pt x="143744" y="48189"/>
                </a:lnTo>
                <a:lnTo>
                  <a:pt x="124907" y="74249"/>
                </a:lnTo>
                <a:lnTo>
                  <a:pt x="117226" y="105430"/>
                </a:lnTo>
                <a:lnTo>
                  <a:pt x="121798" y="137343"/>
                </a:lnTo>
                <a:lnTo>
                  <a:pt x="33467" y="225582"/>
                </a:lnTo>
                <a:close/>
                <a:moveTo>
                  <a:pt x="220188" y="97201"/>
                </a:moveTo>
                <a:lnTo>
                  <a:pt x="220096" y="98572"/>
                </a:lnTo>
                <a:lnTo>
                  <a:pt x="219547" y="99944"/>
                </a:lnTo>
                <a:lnTo>
                  <a:pt x="218816" y="101224"/>
                </a:lnTo>
                <a:lnTo>
                  <a:pt x="217810" y="102230"/>
                </a:lnTo>
                <a:lnTo>
                  <a:pt x="216530" y="102961"/>
                </a:lnTo>
                <a:lnTo>
                  <a:pt x="215158" y="103510"/>
                </a:lnTo>
                <a:lnTo>
                  <a:pt x="213787" y="103602"/>
                </a:lnTo>
                <a:lnTo>
                  <a:pt x="212324" y="103510"/>
                </a:lnTo>
                <a:lnTo>
                  <a:pt x="210952" y="102961"/>
                </a:lnTo>
                <a:lnTo>
                  <a:pt x="209672" y="102230"/>
                </a:lnTo>
                <a:lnTo>
                  <a:pt x="208666" y="101224"/>
                </a:lnTo>
                <a:lnTo>
                  <a:pt x="207935" y="99944"/>
                </a:lnTo>
                <a:lnTo>
                  <a:pt x="207386" y="98572"/>
                </a:lnTo>
                <a:lnTo>
                  <a:pt x="207294" y="97201"/>
                </a:lnTo>
                <a:lnTo>
                  <a:pt x="207386" y="95738"/>
                </a:lnTo>
                <a:lnTo>
                  <a:pt x="207935" y="94366"/>
                </a:lnTo>
                <a:lnTo>
                  <a:pt x="208666" y="93086"/>
                </a:lnTo>
                <a:lnTo>
                  <a:pt x="209672" y="92080"/>
                </a:lnTo>
                <a:lnTo>
                  <a:pt x="210952" y="91349"/>
                </a:lnTo>
                <a:lnTo>
                  <a:pt x="212324" y="90800"/>
                </a:lnTo>
                <a:lnTo>
                  <a:pt x="213787" y="90708"/>
                </a:lnTo>
                <a:lnTo>
                  <a:pt x="215158" y="90800"/>
                </a:lnTo>
                <a:lnTo>
                  <a:pt x="216530" y="91349"/>
                </a:lnTo>
                <a:lnTo>
                  <a:pt x="217810" y="92080"/>
                </a:lnTo>
                <a:lnTo>
                  <a:pt x="218816" y="93086"/>
                </a:lnTo>
                <a:lnTo>
                  <a:pt x="219547" y="94366"/>
                </a:lnTo>
                <a:lnTo>
                  <a:pt x="220096" y="95738"/>
                </a:lnTo>
                <a:lnTo>
                  <a:pt x="220188" y="97201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2535936"/>
            <a:ext cx="13258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APIキー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659636" y="3489960"/>
            <a:ext cx="0" cy="10972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081528" y="3008376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136392" y="2535936"/>
            <a:ext cx="5550408" cy="94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36392" y="2535936"/>
            <a:ext cx="64008" cy="944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2535936"/>
            <a:ext cx="5276088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401 / 403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AZURE_OPENAI_API_KEY が設定済みか。env_key にキーを直接書いていないか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608832"/>
            <a:ext cx="1947672" cy="944880"/>
          </a:xfrm>
          <a:prstGeom prst="roundRect">
            <a:avLst>
              <a:gd name="adj" fmla="val 7742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" y="392582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29570" y="168432"/>
                </a:moveTo>
                <a:lnTo>
                  <a:pt x="134691" y="174468"/>
                </a:lnTo>
                <a:lnTo>
                  <a:pt x="140452" y="179862"/>
                </a:lnTo>
                <a:lnTo>
                  <a:pt x="146944" y="184434"/>
                </a:lnTo>
                <a:lnTo>
                  <a:pt x="153894" y="188275"/>
                </a:lnTo>
                <a:lnTo>
                  <a:pt x="161209" y="191201"/>
                </a:lnTo>
                <a:lnTo>
                  <a:pt x="168890" y="193121"/>
                </a:lnTo>
                <a:lnTo>
                  <a:pt x="176754" y="194219"/>
                </a:lnTo>
                <a:lnTo>
                  <a:pt x="184709" y="194310"/>
                </a:lnTo>
                <a:lnTo>
                  <a:pt x="192573" y="193396"/>
                </a:lnTo>
                <a:lnTo>
                  <a:pt x="200254" y="191567"/>
                </a:lnTo>
                <a:lnTo>
                  <a:pt x="207752" y="188824"/>
                </a:lnTo>
                <a:lnTo>
                  <a:pt x="214701" y="185166"/>
                </a:lnTo>
                <a:lnTo>
                  <a:pt x="221285" y="180685"/>
                </a:lnTo>
                <a:lnTo>
                  <a:pt x="227228" y="175382"/>
                </a:lnTo>
                <a:lnTo>
                  <a:pt x="266090" y="136520"/>
                </a:lnTo>
                <a:lnTo>
                  <a:pt x="274869" y="125181"/>
                </a:lnTo>
                <a:lnTo>
                  <a:pt x="280904" y="112197"/>
                </a:lnTo>
                <a:lnTo>
                  <a:pt x="283921" y="98115"/>
                </a:lnTo>
                <a:lnTo>
                  <a:pt x="283830" y="83850"/>
                </a:lnTo>
                <a:lnTo>
                  <a:pt x="280538" y="69860"/>
                </a:lnTo>
                <a:lnTo>
                  <a:pt x="274229" y="56967"/>
                </a:lnTo>
                <a:lnTo>
                  <a:pt x="265267" y="45720"/>
                </a:lnTo>
                <a:lnTo>
                  <a:pt x="254112" y="36759"/>
                </a:lnTo>
                <a:lnTo>
                  <a:pt x="241219" y="30541"/>
                </a:lnTo>
                <a:lnTo>
                  <a:pt x="227228" y="27249"/>
                </a:lnTo>
                <a:lnTo>
                  <a:pt x="212872" y="27066"/>
                </a:lnTo>
                <a:lnTo>
                  <a:pt x="198882" y="30175"/>
                </a:lnTo>
                <a:lnTo>
                  <a:pt x="185806" y="36210"/>
                </a:lnTo>
                <a:lnTo>
                  <a:pt x="174468" y="44988"/>
                </a:lnTo>
                <a:lnTo>
                  <a:pt x="152248" y="67117"/>
                </a:lnTo>
                <a:moveTo>
                  <a:pt x="181326" y="142464"/>
                </a:moveTo>
                <a:lnTo>
                  <a:pt x="176205" y="136428"/>
                </a:lnTo>
                <a:lnTo>
                  <a:pt x="170444" y="131034"/>
                </a:lnTo>
                <a:lnTo>
                  <a:pt x="163952" y="126462"/>
                </a:lnTo>
                <a:lnTo>
                  <a:pt x="157002" y="122621"/>
                </a:lnTo>
                <a:lnTo>
                  <a:pt x="149687" y="119695"/>
                </a:lnTo>
                <a:lnTo>
                  <a:pt x="142006" y="117775"/>
                </a:lnTo>
                <a:lnTo>
                  <a:pt x="134142" y="116677"/>
                </a:lnTo>
                <a:lnTo>
                  <a:pt x="126187" y="116586"/>
                </a:lnTo>
                <a:lnTo>
                  <a:pt x="118323" y="117500"/>
                </a:lnTo>
                <a:lnTo>
                  <a:pt x="110642" y="119329"/>
                </a:lnTo>
                <a:lnTo>
                  <a:pt x="103144" y="122072"/>
                </a:lnTo>
                <a:lnTo>
                  <a:pt x="96195" y="125730"/>
                </a:lnTo>
                <a:lnTo>
                  <a:pt x="89611" y="130211"/>
                </a:lnTo>
                <a:lnTo>
                  <a:pt x="83668" y="135514"/>
                </a:lnTo>
                <a:lnTo>
                  <a:pt x="44806" y="174376"/>
                </a:lnTo>
                <a:lnTo>
                  <a:pt x="36027" y="185715"/>
                </a:lnTo>
                <a:lnTo>
                  <a:pt x="29992" y="198699"/>
                </a:lnTo>
                <a:lnTo>
                  <a:pt x="26975" y="212781"/>
                </a:lnTo>
                <a:lnTo>
                  <a:pt x="27066" y="227046"/>
                </a:lnTo>
                <a:lnTo>
                  <a:pt x="30358" y="241036"/>
                </a:lnTo>
                <a:lnTo>
                  <a:pt x="36667" y="253929"/>
                </a:lnTo>
                <a:lnTo>
                  <a:pt x="45629" y="265176"/>
                </a:lnTo>
                <a:lnTo>
                  <a:pt x="56784" y="274137"/>
                </a:lnTo>
                <a:lnTo>
                  <a:pt x="69677" y="280355"/>
                </a:lnTo>
                <a:lnTo>
                  <a:pt x="83668" y="283647"/>
                </a:lnTo>
                <a:lnTo>
                  <a:pt x="98024" y="283830"/>
                </a:lnTo>
                <a:lnTo>
                  <a:pt x="112014" y="280721"/>
                </a:lnTo>
                <a:lnTo>
                  <a:pt x="125090" y="274686"/>
                </a:lnTo>
                <a:lnTo>
                  <a:pt x="136428" y="265908"/>
                </a:lnTo>
                <a:lnTo>
                  <a:pt x="158557" y="243779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16152" y="3608832"/>
            <a:ext cx="13258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base_url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081528" y="4081272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136392" y="3608832"/>
            <a:ext cx="5550408" cy="94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36392" y="3608832"/>
            <a:ext cx="64008" cy="944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9272" y="3608832"/>
            <a:ext cx="5276088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ENOTFOUND / 404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base_url のリソース名とドメイン、末尾の /openai/v1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確認と対処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Codeは認証と名前を確認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33856"/>
            <a:ext cx="21899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確認する箇所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921508" y="1133856"/>
            <a:ext cx="57652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症状 → 確認すること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1732788" cy="676656"/>
          </a:xfrm>
          <a:prstGeom prst="roundRect">
            <a:avLst>
              <a:gd name="adj" fmla="val 1081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645920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55448" y="246156"/>
                </a:moveTo>
                <a:lnTo>
                  <a:pt x="259050" y="246156"/>
                </a:lnTo>
                <a:moveTo>
                  <a:pt x="51846" y="220188"/>
                </a:moveTo>
                <a:lnTo>
                  <a:pt x="129570" y="142464"/>
                </a:lnTo>
                <a:lnTo>
                  <a:pt x="51846" y="64740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1463040"/>
            <a:ext cx="11109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ターミナル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52194" y="2148840"/>
            <a:ext cx="0" cy="10972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66644" y="1801368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21508" y="1463040"/>
            <a:ext cx="576529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1508" y="1463040"/>
            <a:ext cx="64008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4388" y="1463040"/>
            <a:ext cx="54909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設定が反映されない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setx の後に新しいターミナルを開いたか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267712"/>
            <a:ext cx="1732788" cy="676656"/>
          </a:xfrm>
          <a:prstGeom prst="roundRect">
            <a:avLst>
              <a:gd name="adj" fmla="val 1081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" y="2450592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07294" y="142464"/>
                </a:moveTo>
                <a:lnTo>
                  <a:pt x="233172" y="168432"/>
                </a:lnTo>
                <a:lnTo>
                  <a:pt x="285018" y="116586"/>
                </a:lnTo>
                <a:moveTo>
                  <a:pt x="207294" y="272034"/>
                </a:moveTo>
                <a:lnTo>
                  <a:pt x="207294" y="246156"/>
                </a:lnTo>
                <a:lnTo>
                  <a:pt x="206929" y="240304"/>
                </a:lnTo>
                <a:lnTo>
                  <a:pt x="205923" y="234635"/>
                </a:lnTo>
                <a:lnTo>
                  <a:pt x="204368" y="229057"/>
                </a:lnTo>
                <a:lnTo>
                  <a:pt x="202174" y="223662"/>
                </a:lnTo>
                <a:lnTo>
                  <a:pt x="199339" y="218542"/>
                </a:lnTo>
                <a:lnTo>
                  <a:pt x="195956" y="213787"/>
                </a:lnTo>
                <a:lnTo>
                  <a:pt x="192115" y="209489"/>
                </a:lnTo>
                <a:lnTo>
                  <a:pt x="187726" y="205649"/>
                </a:lnTo>
                <a:lnTo>
                  <a:pt x="182971" y="202265"/>
                </a:lnTo>
                <a:lnTo>
                  <a:pt x="177942" y="199431"/>
                </a:lnTo>
                <a:lnTo>
                  <a:pt x="172547" y="197236"/>
                </a:lnTo>
                <a:lnTo>
                  <a:pt x="166969" y="195590"/>
                </a:lnTo>
                <a:lnTo>
                  <a:pt x="161209" y="194676"/>
                </a:lnTo>
                <a:lnTo>
                  <a:pt x="155448" y="194310"/>
                </a:lnTo>
                <a:lnTo>
                  <a:pt x="77724" y="194310"/>
                </a:lnTo>
                <a:lnTo>
                  <a:pt x="71963" y="194676"/>
                </a:lnTo>
                <a:lnTo>
                  <a:pt x="66203" y="195590"/>
                </a:lnTo>
                <a:lnTo>
                  <a:pt x="60625" y="197236"/>
                </a:lnTo>
                <a:lnTo>
                  <a:pt x="55230" y="199431"/>
                </a:lnTo>
                <a:lnTo>
                  <a:pt x="50201" y="202265"/>
                </a:lnTo>
                <a:lnTo>
                  <a:pt x="45446" y="205649"/>
                </a:lnTo>
                <a:lnTo>
                  <a:pt x="41057" y="209489"/>
                </a:lnTo>
                <a:lnTo>
                  <a:pt x="37216" y="213787"/>
                </a:lnTo>
                <a:lnTo>
                  <a:pt x="33833" y="218542"/>
                </a:lnTo>
                <a:lnTo>
                  <a:pt x="30998" y="223662"/>
                </a:lnTo>
                <a:lnTo>
                  <a:pt x="28804" y="229057"/>
                </a:lnTo>
                <a:lnTo>
                  <a:pt x="27249" y="234635"/>
                </a:lnTo>
                <a:lnTo>
                  <a:pt x="26243" y="240304"/>
                </a:lnTo>
                <a:lnTo>
                  <a:pt x="25878" y="246156"/>
                </a:lnTo>
                <a:lnTo>
                  <a:pt x="25878" y="272034"/>
                </a:lnTo>
                <a:moveTo>
                  <a:pt x="168432" y="90708"/>
                </a:moveTo>
                <a:lnTo>
                  <a:pt x="167061" y="102230"/>
                </a:lnTo>
                <a:lnTo>
                  <a:pt x="163312" y="113203"/>
                </a:lnTo>
                <a:lnTo>
                  <a:pt x="157094" y="122987"/>
                </a:lnTo>
                <a:lnTo>
                  <a:pt x="148864" y="131216"/>
                </a:lnTo>
                <a:lnTo>
                  <a:pt x="139080" y="137343"/>
                </a:lnTo>
                <a:lnTo>
                  <a:pt x="128107" y="141183"/>
                </a:lnTo>
                <a:lnTo>
                  <a:pt x="116586" y="142464"/>
                </a:lnTo>
                <a:lnTo>
                  <a:pt x="105065" y="141183"/>
                </a:lnTo>
                <a:lnTo>
                  <a:pt x="94092" y="137343"/>
                </a:lnTo>
                <a:lnTo>
                  <a:pt x="84308" y="131216"/>
                </a:lnTo>
                <a:lnTo>
                  <a:pt x="76078" y="122987"/>
                </a:lnTo>
                <a:lnTo>
                  <a:pt x="69860" y="113203"/>
                </a:lnTo>
                <a:lnTo>
                  <a:pt x="66111" y="102230"/>
                </a:lnTo>
                <a:lnTo>
                  <a:pt x="64740" y="90708"/>
                </a:lnTo>
                <a:lnTo>
                  <a:pt x="66111" y="79187"/>
                </a:lnTo>
                <a:lnTo>
                  <a:pt x="69860" y="68214"/>
                </a:lnTo>
                <a:lnTo>
                  <a:pt x="76078" y="58339"/>
                </a:lnTo>
                <a:lnTo>
                  <a:pt x="84308" y="50201"/>
                </a:lnTo>
                <a:lnTo>
                  <a:pt x="94092" y="43983"/>
                </a:lnTo>
                <a:lnTo>
                  <a:pt x="105065" y="40142"/>
                </a:lnTo>
                <a:lnTo>
                  <a:pt x="116586" y="38862"/>
                </a:lnTo>
                <a:lnTo>
                  <a:pt x="128107" y="40142"/>
                </a:lnTo>
                <a:lnTo>
                  <a:pt x="139080" y="43983"/>
                </a:lnTo>
                <a:lnTo>
                  <a:pt x="148864" y="50201"/>
                </a:lnTo>
                <a:lnTo>
                  <a:pt x="157094" y="58339"/>
                </a:lnTo>
                <a:lnTo>
                  <a:pt x="163312" y="68214"/>
                </a:lnTo>
                <a:lnTo>
                  <a:pt x="167061" y="79187"/>
                </a:lnTo>
                <a:lnTo>
                  <a:pt x="168432" y="90708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2267712"/>
            <a:ext cx="11109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認証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552194" y="2953512"/>
            <a:ext cx="0" cy="10972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866644" y="2606040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921508" y="2267712"/>
            <a:ext cx="576529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1508" y="2267712"/>
            <a:ext cx="64008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4388" y="2267712"/>
            <a:ext cx="54909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ChainedTokenCredential authentication failed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 login でEntra IDを構成するか、APIキーを設定する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072384"/>
            <a:ext cx="1732788" cy="676656"/>
          </a:xfrm>
          <a:prstGeom prst="roundRect">
            <a:avLst>
              <a:gd name="adj" fmla="val 1081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" y="325526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26680" y="246156"/>
                </a:moveTo>
                <a:lnTo>
                  <a:pt x="116586" y="246156"/>
                </a:lnTo>
                <a:lnTo>
                  <a:pt x="88422" y="241676"/>
                </a:lnTo>
                <a:lnTo>
                  <a:pt x="63002" y="228600"/>
                </a:lnTo>
                <a:lnTo>
                  <a:pt x="42977" y="208392"/>
                </a:lnTo>
                <a:lnTo>
                  <a:pt x="30175" y="182880"/>
                </a:lnTo>
                <a:lnTo>
                  <a:pt x="25969" y="154625"/>
                </a:lnTo>
                <a:lnTo>
                  <a:pt x="30632" y="126553"/>
                </a:lnTo>
                <a:lnTo>
                  <a:pt x="43891" y="101224"/>
                </a:lnTo>
                <a:lnTo>
                  <a:pt x="64374" y="81382"/>
                </a:lnTo>
                <a:lnTo>
                  <a:pt x="89977" y="68763"/>
                </a:lnTo>
                <a:lnTo>
                  <a:pt x="118232" y="64740"/>
                </a:lnTo>
                <a:lnTo>
                  <a:pt x="146304" y="69769"/>
                </a:lnTo>
                <a:lnTo>
                  <a:pt x="171450" y="83210"/>
                </a:lnTo>
                <a:lnTo>
                  <a:pt x="191201" y="103784"/>
                </a:lnTo>
                <a:lnTo>
                  <a:pt x="203545" y="129570"/>
                </a:lnTo>
                <a:lnTo>
                  <a:pt x="226680" y="129570"/>
                </a:lnTo>
                <a:lnTo>
                  <a:pt x="239664" y="131034"/>
                </a:lnTo>
                <a:lnTo>
                  <a:pt x="252009" y="135331"/>
                </a:lnTo>
                <a:lnTo>
                  <a:pt x="263073" y="142281"/>
                </a:lnTo>
                <a:lnTo>
                  <a:pt x="272308" y="151516"/>
                </a:lnTo>
                <a:lnTo>
                  <a:pt x="279258" y="162580"/>
                </a:lnTo>
                <a:lnTo>
                  <a:pt x="283555" y="174833"/>
                </a:lnTo>
                <a:lnTo>
                  <a:pt x="285018" y="187818"/>
                </a:lnTo>
                <a:lnTo>
                  <a:pt x="283555" y="200802"/>
                </a:lnTo>
                <a:lnTo>
                  <a:pt x="279258" y="213147"/>
                </a:lnTo>
                <a:lnTo>
                  <a:pt x="272308" y="224211"/>
                </a:lnTo>
                <a:lnTo>
                  <a:pt x="263073" y="233446"/>
                </a:lnTo>
                <a:lnTo>
                  <a:pt x="252009" y="240396"/>
                </a:lnTo>
                <a:lnTo>
                  <a:pt x="239664" y="244693"/>
                </a:lnTo>
                <a:lnTo>
                  <a:pt x="226680" y="246156"/>
                </a:lnTo>
                <a:lnTo>
                  <a:pt x="226680" y="246156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16152" y="3072384"/>
            <a:ext cx="11109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リソース名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552194" y="3758184"/>
            <a:ext cx="0" cy="10972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866644" y="3410712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921508" y="3072384"/>
            <a:ext cx="576529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21508" y="3072384"/>
            <a:ext cx="64008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4388" y="3072384"/>
            <a:ext cx="54909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接続エラーが続く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ANTHROPIC_FOUNDRY_RESOURCE のリソース名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5800" y="3877056"/>
            <a:ext cx="1732788" cy="676656"/>
          </a:xfrm>
          <a:prstGeom prst="roundRect">
            <a:avLst>
              <a:gd name="adj" fmla="val 1081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" y="4059936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66238" y="28255"/>
                </a:moveTo>
                <a:lnTo>
                  <a:pt x="164775" y="27615"/>
                </a:lnTo>
                <a:lnTo>
                  <a:pt x="163220" y="27066"/>
                </a:lnTo>
                <a:lnTo>
                  <a:pt x="161757" y="26700"/>
                </a:lnTo>
                <a:lnTo>
                  <a:pt x="160203" y="26335"/>
                </a:lnTo>
                <a:lnTo>
                  <a:pt x="158648" y="26060"/>
                </a:lnTo>
                <a:lnTo>
                  <a:pt x="157002" y="25969"/>
                </a:lnTo>
                <a:lnTo>
                  <a:pt x="155448" y="25878"/>
                </a:lnTo>
                <a:lnTo>
                  <a:pt x="153894" y="25969"/>
                </a:lnTo>
                <a:lnTo>
                  <a:pt x="152248" y="26060"/>
                </a:lnTo>
                <a:lnTo>
                  <a:pt x="150693" y="26335"/>
                </a:lnTo>
                <a:lnTo>
                  <a:pt x="149139" y="26700"/>
                </a:lnTo>
                <a:lnTo>
                  <a:pt x="147676" y="27066"/>
                </a:lnTo>
                <a:lnTo>
                  <a:pt x="146121" y="27615"/>
                </a:lnTo>
                <a:lnTo>
                  <a:pt x="144658" y="28255"/>
                </a:lnTo>
                <a:lnTo>
                  <a:pt x="33650" y="78730"/>
                </a:lnTo>
                <a:lnTo>
                  <a:pt x="31821" y="79736"/>
                </a:lnTo>
                <a:lnTo>
                  <a:pt x="30084" y="81107"/>
                </a:lnTo>
                <a:lnTo>
                  <a:pt x="28712" y="82662"/>
                </a:lnTo>
                <a:lnTo>
                  <a:pt x="27523" y="84491"/>
                </a:lnTo>
                <a:lnTo>
                  <a:pt x="26609" y="86411"/>
                </a:lnTo>
                <a:lnTo>
                  <a:pt x="26152" y="88514"/>
                </a:lnTo>
                <a:lnTo>
                  <a:pt x="25969" y="90617"/>
                </a:lnTo>
                <a:lnTo>
                  <a:pt x="26152" y="92720"/>
                </a:lnTo>
                <a:lnTo>
                  <a:pt x="26609" y="94823"/>
                </a:lnTo>
                <a:lnTo>
                  <a:pt x="27523" y="96744"/>
                </a:lnTo>
                <a:lnTo>
                  <a:pt x="28712" y="98572"/>
                </a:lnTo>
                <a:lnTo>
                  <a:pt x="30084" y="100127"/>
                </a:lnTo>
                <a:lnTo>
                  <a:pt x="31821" y="101407"/>
                </a:lnTo>
                <a:lnTo>
                  <a:pt x="33650" y="102504"/>
                </a:lnTo>
                <a:lnTo>
                  <a:pt x="144841" y="153162"/>
                </a:lnTo>
                <a:lnTo>
                  <a:pt x="146304" y="153711"/>
                </a:lnTo>
                <a:lnTo>
                  <a:pt x="147767" y="154259"/>
                </a:lnTo>
                <a:lnTo>
                  <a:pt x="149322" y="154716"/>
                </a:lnTo>
                <a:lnTo>
                  <a:pt x="150876" y="154991"/>
                </a:lnTo>
                <a:lnTo>
                  <a:pt x="152430" y="155265"/>
                </a:lnTo>
                <a:lnTo>
                  <a:pt x="153985" y="155448"/>
                </a:lnTo>
                <a:lnTo>
                  <a:pt x="155539" y="155448"/>
                </a:lnTo>
                <a:lnTo>
                  <a:pt x="157185" y="155448"/>
                </a:lnTo>
                <a:lnTo>
                  <a:pt x="158740" y="155265"/>
                </a:lnTo>
                <a:lnTo>
                  <a:pt x="160294" y="154991"/>
                </a:lnTo>
                <a:lnTo>
                  <a:pt x="161849" y="154716"/>
                </a:lnTo>
                <a:lnTo>
                  <a:pt x="163403" y="154259"/>
                </a:lnTo>
                <a:lnTo>
                  <a:pt x="164866" y="153711"/>
                </a:lnTo>
                <a:lnTo>
                  <a:pt x="166329" y="153162"/>
                </a:lnTo>
                <a:lnTo>
                  <a:pt x="277520" y="102596"/>
                </a:lnTo>
                <a:lnTo>
                  <a:pt x="279349" y="101590"/>
                </a:lnTo>
                <a:lnTo>
                  <a:pt x="280995" y="100218"/>
                </a:lnTo>
                <a:lnTo>
                  <a:pt x="282458" y="98664"/>
                </a:lnTo>
                <a:lnTo>
                  <a:pt x="283647" y="96926"/>
                </a:lnTo>
                <a:lnTo>
                  <a:pt x="284470" y="94915"/>
                </a:lnTo>
                <a:lnTo>
                  <a:pt x="285018" y="92903"/>
                </a:lnTo>
                <a:lnTo>
                  <a:pt x="285201" y="90708"/>
                </a:lnTo>
                <a:lnTo>
                  <a:pt x="285018" y="88605"/>
                </a:lnTo>
                <a:lnTo>
                  <a:pt x="284470" y="86502"/>
                </a:lnTo>
                <a:lnTo>
                  <a:pt x="283647" y="84582"/>
                </a:lnTo>
                <a:lnTo>
                  <a:pt x="282458" y="82753"/>
                </a:lnTo>
                <a:lnTo>
                  <a:pt x="280995" y="81199"/>
                </a:lnTo>
                <a:lnTo>
                  <a:pt x="279349" y="79919"/>
                </a:lnTo>
                <a:lnTo>
                  <a:pt x="277520" y="78913"/>
                </a:lnTo>
                <a:lnTo>
                  <a:pt x="166238" y="28255"/>
                </a:lnTo>
                <a:close/>
                <a:moveTo>
                  <a:pt x="25878" y="155448"/>
                </a:moveTo>
                <a:lnTo>
                  <a:pt x="25969" y="156545"/>
                </a:lnTo>
                <a:lnTo>
                  <a:pt x="26060" y="157551"/>
                </a:lnTo>
                <a:lnTo>
                  <a:pt x="26243" y="158557"/>
                </a:lnTo>
                <a:lnTo>
                  <a:pt x="26609" y="159563"/>
                </a:lnTo>
                <a:lnTo>
                  <a:pt x="26975" y="160569"/>
                </a:lnTo>
                <a:lnTo>
                  <a:pt x="27432" y="161574"/>
                </a:lnTo>
                <a:lnTo>
                  <a:pt x="27981" y="162397"/>
                </a:lnTo>
                <a:lnTo>
                  <a:pt x="28529" y="163312"/>
                </a:lnTo>
                <a:lnTo>
                  <a:pt x="29169" y="164135"/>
                </a:lnTo>
                <a:lnTo>
                  <a:pt x="29901" y="164866"/>
                </a:lnTo>
                <a:lnTo>
                  <a:pt x="30724" y="165598"/>
                </a:lnTo>
                <a:lnTo>
                  <a:pt x="31547" y="166238"/>
                </a:lnTo>
                <a:lnTo>
                  <a:pt x="32461" y="166787"/>
                </a:lnTo>
                <a:lnTo>
                  <a:pt x="33467" y="167244"/>
                </a:lnTo>
                <a:lnTo>
                  <a:pt x="144841" y="217902"/>
                </a:lnTo>
                <a:lnTo>
                  <a:pt x="146304" y="218450"/>
                </a:lnTo>
                <a:lnTo>
                  <a:pt x="147767" y="218999"/>
                </a:lnTo>
                <a:lnTo>
                  <a:pt x="149322" y="219456"/>
                </a:lnTo>
                <a:lnTo>
                  <a:pt x="150785" y="219730"/>
                </a:lnTo>
                <a:lnTo>
                  <a:pt x="152339" y="220005"/>
                </a:lnTo>
                <a:lnTo>
                  <a:pt x="153985" y="220188"/>
                </a:lnTo>
                <a:lnTo>
                  <a:pt x="155539" y="220188"/>
                </a:lnTo>
                <a:lnTo>
                  <a:pt x="157094" y="220188"/>
                </a:lnTo>
                <a:lnTo>
                  <a:pt x="158648" y="220005"/>
                </a:lnTo>
                <a:lnTo>
                  <a:pt x="160203" y="219730"/>
                </a:lnTo>
                <a:lnTo>
                  <a:pt x="161757" y="219456"/>
                </a:lnTo>
                <a:lnTo>
                  <a:pt x="163220" y="218999"/>
                </a:lnTo>
                <a:lnTo>
                  <a:pt x="164775" y="218450"/>
                </a:lnTo>
                <a:lnTo>
                  <a:pt x="166238" y="217902"/>
                </a:lnTo>
                <a:lnTo>
                  <a:pt x="277338" y="167335"/>
                </a:lnTo>
                <a:lnTo>
                  <a:pt x="278343" y="166878"/>
                </a:lnTo>
                <a:lnTo>
                  <a:pt x="279258" y="166329"/>
                </a:lnTo>
                <a:lnTo>
                  <a:pt x="280081" y="165689"/>
                </a:lnTo>
                <a:lnTo>
                  <a:pt x="280904" y="165049"/>
                </a:lnTo>
                <a:lnTo>
                  <a:pt x="281635" y="164226"/>
                </a:lnTo>
                <a:lnTo>
                  <a:pt x="282367" y="163403"/>
                </a:lnTo>
                <a:lnTo>
                  <a:pt x="282915" y="162580"/>
                </a:lnTo>
                <a:lnTo>
                  <a:pt x="283464" y="161574"/>
                </a:lnTo>
                <a:lnTo>
                  <a:pt x="283921" y="160660"/>
                </a:lnTo>
                <a:lnTo>
                  <a:pt x="284287" y="159654"/>
                </a:lnTo>
                <a:lnTo>
                  <a:pt x="284653" y="158648"/>
                </a:lnTo>
                <a:lnTo>
                  <a:pt x="284836" y="157551"/>
                </a:lnTo>
                <a:lnTo>
                  <a:pt x="284927" y="156545"/>
                </a:lnTo>
                <a:lnTo>
                  <a:pt x="285018" y="155448"/>
                </a:lnTo>
                <a:moveTo>
                  <a:pt x="25878" y="220188"/>
                </a:moveTo>
                <a:lnTo>
                  <a:pt x="25969" y="221285"/>
                </a:lnTo>
                <a:lnTo>
                  <a:pt x="26060" y="222291"/>
                </a:lnTo>
                <a:lnTo>
                  <a:pt x="26243" y="223388"/>
                </a:lnTo>
                <a:lnTo>
                  <a:pt x="26609" y="224394"/>
                </a:lnTo>
                <a:lnTo>
                  <a:pt x="26975" y="225308"/>
                </a:lnTo>
                <a:lnTo>
                  <a:pt x="27432" y="226314"/>
                </a:lnTo>
                <a:lnTo>
                  <a:pt x="27981" y="227228"/>
                </a:lnTo>
                <a:lnTo>
                  <a:pt x="28529" y="228051"/>
                </a:lnTo>
                <a:lnTo>
                  <a:pt x="29169" y="228874"/>
                </a:lnTo>
                <a:lnTo>
                  <a:pt x="29901" y="229606"/>
                </a:lnTo>
                <a:lnTo>
                  <a:pt x="30724" y="230337"/>
                </a:lnTo>
                <a:lnTo>
                  <a:pt x="31547" y="230977"/>
                </a:lnTo>
                <a:lnTo>
                  <a:pt x="32461" y="231526"/>
                </a:lnTo>
                <a:lnTo>
                  <a:pt x="33467" y="231983"/>
                </a:lnTo>
                <a:lnTo>
                  <a:pt x="144841" y="282641"/>
                </a:lnTo>
                <a:lnTo>
                  <a:pt x="146304" y="283281"/>
                </a:lnTo>
                <a:lnTo>
                  <a:pt x="147767" y="283738"/>
                </a:lnTo>
                <a:lnTo>
                  <a:pt x="149322" y="284196"/>
                </a:lnTo>
                <a:lnTo>
                  <a:pt x="150785" y="284561"/>
                </a:lnTo>
                <a:lnTo>
                  <a:pt x="152339" y="284744"/>
                </a:lnTo>
                <a:lnTo>
                  <a:pt x="153985" y="284927"/>
                </a:lnTo>
                <a:lnTo>
                  <a:pt x="155539" y="284927"/>
                </a:lnTo>
                <a:lnTo>
                  <a:pt x="157094" y="284927"/>
                </a:lnTo>
                <a:lnTo>
                  <a:pt x="158648" y="284744"/>
                </a:lnTo>
                <a:lnTo>
                  <a:pt x="160203" y="284561"/>
                </a:lnTo>
                <a:lnTo>
                  <a:pt x="161757" y="284196"/>
                </a:lnTo>
                <a:lnTo>
                  <a:pt x="163220" y="283738"/>
                </a:lnTo>
                <a:lnTo>
                  <a:pt x="164775" y="283281"/>
                </a:lnTo>
                <a:lnTo>
                  <a:pt x="166238" y="282641"/>
                </a:lnTo>
                <a:lnTo>
                  <a:pt x="277338" y="232166"/>
                </a:lnTo>
                <a:lnTo>
                  <a:pt x="278343" y="231618"/>
                </a:lnTo>
                <a:lnTo>
                  <a:pt x="279258" y="231069"/>
                </a:lnTo>
                <a:lnTo>
                  <a:pt x="280081" y="230429"/>
                </a:lnTo>
                <a:lnTo>
                  <a:pt x="280904" y="229789"/>
                </a:lnTo>
                <a:lnTo>
                  <a:pt x="281635" y="228966"/>
                </a:lnTo>
                <a:lnTo>
                  <a:pt x="282367" y="228234"/>
                </a:lnTo>
                <a:lnTo>
                  <a:pt x="282915" y="227320"/>
                </a:lnTo>
                <a:lnTo>
                  <a:pt x="283464" y="226405"/>
                </a:lnTo>
                <a:lnTo>
                  <a:pt x="283921" y="225400"/>
                </a:lnTo>
                <a:lnTo>
                  <a:pt x="284287" y="224394"/>
                </a:lnTo>
                <a:lnTo>
                  <a:pt x="284653" y="223388"/>
                </a:lnTo>
                <a:lnTo>
                  <a:pt x="284836" y="222382"/>
                </a:lnTo>
                <a:lnTo>
                  <a:pt x="284927" y="221285"/>
                </a:lnTo>
                <a:lnTo>
                  <a:pt x="285018" y="220188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16152" y="3877056"/>
            <a:ext cx="11109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デプロイ名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866644" y="4215384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921508" y="3877056"/>
            <a:ext cx="576529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21508" y="3877056"/>
            <a:ext cx="64008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4388" y="3877056"/>
            <a:ext cx="54909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モデル呼び出しが失敗する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デプロイ名と ANTHROPIC_DEFAULT_*_MODEL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確認と対処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画像生成はキー・名前・サイズを確認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338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確認する箇所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0" y="113385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症状 → 確認すること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408176"/>
            <a:ext cx="1554480" cy="585216"/>
          </a:xfrm>
          <a:prstGeom prst="roundRect">
            <a:avLst>
              <a:gd name="adj" fmla="val 12500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545336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64740" y="64740"/>
                </a:moveTo>
                <a:lnTo>
                  <a:pt x="65105" y="60899"/>
                </a:lnTo>
                <a:lnTo>
                  <a:pt x="65928" y="57150"/>
                </a:lnTo>
                <a:lnTo>
                  <a:pt x="67300" y="53492"/>
                </a:lnTo>
                <a:lnTo>
                  <a:pt x="69312" y="50109"/>
                </a:lnTo>
                <a:lnTo>
                  <a:pt x="71689" y="47092"/>
                </a:lnTo>
                <a:lnTo>
                  <a:pt x="74524" y="44440"/>
                </a:lnTo>
                <a:lnTo>
                  <a:pt x="77815" y="42337"/>
                </a:lnTo>
                <a:lnTo>
                  <a:pt x="81290" y="40599"/>
                </a:lnTo>
                <a:lnTo>
                  <a:pt x="84948" y="39502"/>
                </a:lnTo>
                <a:lnTo>
                  <a:pt x="88788" y="38953"/>
                </a:lnTo>
                <a:lnTo>
                  <a:pt x="92720" y="38953"/>
                </a:lnTo>
                <a:lnTo>
                  <a:pt x="96561" y="39502"/>
                </a:lnTo>
                <a:lnTo>
                  <a:pt x="100218" y="40691"/>
                </a:lnTo>
                <a:lnTo>
                  <a:pt x="103693" y="42428"/>
                </a:lnTo>
                <a:lnTo>
                  <a:pt x="259141" y="133045"/>
                </a:lnTo>
                <a:lnTo>
                  <a:pt x="262341" y="135240"/>
                </a:lnTo>
                <a:lnTo>
                  <a:pt x="265176" y="137892"/>
                </a:lnTo>
                <a:lnTo>
                  <a:pt x="267553" y="140909"/>
                </a:lnTo>
                <a:lnTo>
                  <a:pt x="269474" y="144201"/>
                </a:lnTo>
                <a:lnTo>
                  <a:pt x="270937" y="147767"/>
                </a:lnTo>
                <a:lnTo>
                  <a:pt x="271760" y="151608"/>
                </a:lnTo>
                <a:lnTo>
                  <a:pt x="272034" y="155448"/>
                </a:lnTo>
                <a:lnTo>
                  <a:pt x="271760" y="159288"/>
                </a:lnTo>
                <a:lnTo>
                  <a:pt x="270937" y="163038"/>
                </a:lnTo>
                <a:lnTo>
                  <a:pt x="269474" y="166604"/>
                </a:lnTo>
                <a:lnTo>
                  <a:pt x="267553" y="169987"/>
                </a:lnTo>
                <a:lnTo>
                  <a:pt x="265176" y="173004"/>
                </a:lnTo>
                <a:lnTo>
                  <a:pt x="262341" y="175656"/>
                </a:lnTo>
                <a:lnTo>
                  <a:pt x="259141" y="177851"/>
                </a:lnTo>
                <a:lnTo>
                  <a:pt x="103693" y="268468"/>
                </a:lnTo>
                <a:lnTo>
                  <a:pt x="100218" y="270205"/>
                </a:lnTo>
                <a:lnTo>
                  <a:pt x="96561" y="271394"/>
                </a:lnTo>
                <a:lnTo>
                  <a:pt x="92720" y="271943"/>
                </a:lnTo>
                <a:lnTo>
                  <a:pt x="88788" y="271943"/>
                </a:lnTo>
                <a:lnTo>
                  <a:pt x="84948" y="271394"/>
                </a:lnTo>
                <a:lnTo>
                  <a:pt x="81290" y="270297"/>
                </a:lnTo>
                <a:lnTo>
                  <a:pt x="77815" y="268559"/>
                </a:lnTo>
                <a:lnTo>
                  <a:pt x="74524" y="266456"/>
                </a:lnTo>
                <a:lnTo>
                  <a:pt x="71689" y="263804"/>
                </a:lnTo>
                <a:lnTo>
                  <a:pt x="69312" y="260787"/>
                </a:lnTo>
                <a:lnTo>
                  <a:pt x="67300" y="257404"/>
                </a:lnTo>
                <a:lnTo>
                  <a:pt x="65928" y="253746"/>
                </a:lnTo>
                <a:lnTo>
                  <a:pt x="65105" y="249997"/>
                </a:lnTo>
                <a:lnTo>
                  <a:pt x="64740" y="246156"/>
                </a:lnTo>
                <a:lnTo>
                  <a:pt x="64740" y="64740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1408176"/>
            <a:ext cx="932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起動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63040" y="2002536"/>
            <a:ext cx="0" cy="36576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88336" y="1700784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43200" y="1408176"/>
            <a:ext cx="594360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1408176"/>
            <a:ext cx="64008" cy="5852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1408176"/>
            <a:ext cx="5669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スクリプトを実行できない</a:t>
            </a:r>
            <a:endParaRPr lang="en-US" sz="1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-ExecutionPolicy Bypass -File で起動する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048256"/>
            <a:ext cx="1554480" cy="585216"/>
          </a:xfrm>
          <a:prstGeom prst="roundRect">
            <a:avLst>
              <a:gd name="adj" fmla="val 12500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" y="2185416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77724" y="285018"/>
                </a:moveTo>
                <a:lnTo>
                  <a:pt x="74798" y="284836"/>
                </a:lnTo>
                <a:lnTo>
                  <a:pt x="71963" y="284378"/>
                </a:lnTo>
                <a:lnTo>
                  <a:pt x="69129" y="283555"/>
                </a:lnTo>
                <a:lnTo>
                  <a:pt x="66477" y="282458"/>
                </a:lnTo>
                <a:lnTo>
                  <a:pt x="63917" y="280995"/>
                </a:lnTo>
                <a:lnTo>
                  <a:pt x="61539" y="279349"/>
                </a:lnTo>
                <a:lnTo>
                  <a:pt x="59436" y="277429"/>
                </a:lnTo>
                <a:lnTo>
                  <a:pt x="57424" y="275234"/>
                </a:lnTo>
                <a:lnTo>
                  <a:pt x="55778" y="272857"/>
                </a:lnTo>
                <a:lnTo>
                  <a:pt x="54407" y="270297"/>
                </a:lnTo>
                <a:lnTo>
                  <a:pt x="53310" y="267645"/>
                </a:lnTo>
                <a:lnTo>
                  <a:pt x="52487" y="264810"/>
                </a:lnTo>
                <a:lnTo>
                  <a:pt x="51938" y="261976"/>
                </a:lnTo>
                <a:lnTo>
                  <a:pt x="51846" y="259050"/>
                </a:lnTo>
                <a:lnTo>
                  <a:pt x="51846" y="51846"/>
                </a:lnTo>
                <a:lnTo>
                  <a:pt x="51938" y="48920"/>
                </a:lnTo>
                <a:lnTo>
                  <a:pt x="52487" y="46086"/>
                </a:lnTo>
                <a:lnTo>
                  <a:pt x="53310" y="43251"/>
                </a:lnTo>
                <a:lnTo>
                  <a:pt x="54407" y="40599"/>
                </a:lnTo>
                <a:lnTo>
                  <a:pt x="55778" y="38039"/>
                </a:lnTo>
                <a:lnTo>
                  <a:pt x="57424" y="35662"/>
                </a:lnTo>
                <a:lnTo>
                  <a:pt x="59436" y="33467"/>
                </a:lnTo>
                <a:lnTo>
                  <a:pt x="61539" y="31547"/>
                </a:lnTo>
                <a:lnTo>
                  <a:pt x="63917" y="29901"/>
                </a:lnTo>
                <a:lnTo>
                  <a:pt x="66477" y="28438"/>
                </a:lnTo>
                <a:lnTo>
                  <a:pt x="69129" y="27341"/>
                </a:lnTo>
                <a:lnTo>
                  <a:pt x="71963" y="26518"/>
                </a:lnTo>
                <a:lnTo>
                  <a:pt x="74798" y="26060"/>
                </a:lnTo>
                <a:lnTo>
                  <a:pt x="77724" y="25878"/>
                </a:lnTo>
                <a:lnTo>
                  <a:pt x="181326" y="25878"/>
                </a:lnTo>
                <a:lnTo>
                  <a:pt x="183063" y="25969"/>
                </a:lnTo>
                <a:lnTo>
                  <a:pt x="184892" y="26060"/>
                </a:lnTo>
                <a:lnTo>
                  <a:pt x="186629" y="26335"/>
                </a:lnTo>
                <a:lnTo>
                  <a:pt x="188275" y="26700"/>
                </a:lnTo>
                <a:lnTo>
                  <a:pt x="190012" y="27158"/>
                </a:lnTo>
                <a:lnTo>
                  <a:pt x="191658" y="27615"/>
                </a:lnTo>
                <a:lnTo>
                  <a:pt x="193304" y="28255"/>
                </a:lnTo>
                <a:lnTo>
                  <a:pt x="194950" y="28986"/>
                </a:lnTo>
                <a:lnTo>
                  <a:pt x="196505" y="29809"/>
                </a:lnTo>
                <a:lnTo>
                  <a:pt x="197968" y="30724"/>
                </a:lnTo>
                <a:lnTo>
                  <a:pt x="199431" y="31638"/>
                </a:lnTo>
                <a:lnTo>
                  <a:pt x="200802" y="32736"/>
                </a:lnTo>
                <a:lnTo>
                  <a:pt x="202174" y="33833"/>
                </a:lnTo>
                <a:lnTo>
                  <a:pt x="203454" y="35022"/>
                </a:lnTo>
                <a:lnTo>
                  <a:pt x="249906" y="81564"/>
                </a:lnTo>
                <a:lnTo>
                  <a:pt x="251094" y="82845"/>
                </a:lnTo>
                <a:lnTo>
                  <a:pt x="252283" y="84125"/>
                </a:lnTo>
                <a:lnTo>
                  <a:pt x="253289" y="85496"/>
                </a:lnTo>
                <a:lnTo>
                  <a:pt x="254295" y="86959"/>
                </a:lnTo>
                <a:lnTo>
                  <a:pt x="255209" y="88514"/>
                </a:lnTo>
                <a:lnTo>
                  <a:pt x="256032" y="90068"/>
                </a:lnTo>
                <a:lnTo>
                  <a:pt x="256672" y="91623"/>
                </a:lnTo>
                <a:lnTo>
                  <a:pt x="257312" y="93269"/>
                </a:lnTo>
                <a:lnTo>
                  <a:pt x="257861" y="95006"/>
                </a:lnTo>
                <a:lnTo>
                  <a:pt x="258318" y="96652"/>
                </a:lnTo>
                <a:lnTo>
                  <a:pt x="258684" y="98389"/>
                </a:lnTo>
                <a:lnTo>
                  <a:pt x="258867" y="100127"/>
                </a:lnTo>
                <a:lnTo>
                  <a:pt x="259050" y="101864"/>
                </a:lnTo>
                <a:lnTo>
                  <a:pt x="259050" y="103602"/>
                </a:lnTo>
                <a:lnTo>
                  <a:pt x="259050" y="259050"/>
                </a:lnTo>
                <a:lnTo>
                  <a:pt x="258958" y="261976"/>
                </a:lnTo>
                <a:lnTo>
                  <a:pt x="258409" y="264810"/>
                </a:lnTo>
                <a:lnTo>
                  <a:pt x="257586" y="267645"/>
                </a:lnTo>
                <a:lnTo>
                  <a:pt x="256489" y="270297"/>
                </a:lnTo>
                <a:lnTo>
                  <a:pt x="255118" y="272857"/>
                </a:lnTo>
                <a:lnTo>
                  <a:pt x="253472" y="275234"/>
                </a:lnTo>
                <a:lnTo>
                  <a:pt x="251460" y="277429"/>
                </a:lnTo>
                <a:lnTo>
                  <a:pt x="249357" y="279349"/>
                </a:lnTo>
                <a:lnTo>
                  <a:pt x="246979" y="280995"/>
                </a:lnTo>
                <a:lnTo>
                  <a:pt x="244419" y="282458"/>
                </a:lnTo>
                <a:lnTo>
                  <a:pt x="241767" y="283555"/>
                </a:lnTo>
                <a:lnTo>
                  <a:pt x="238933" y="284378"/>
                </a:lnTo>
                <a:lnTo>
                  <a:pt x="236098" y="284836"/>
                </a:lnTo>
                <a:lnTo>
                  <a:pt x="233172" y="285018"/>
                </a:lnTo>
                <a:lnTo>
                  <a:pt x="77724" y="285018"/>
                </a:lnTo>
                <a:close/>
                <a:moveTo>
                  <a:pt x="181326" y="25878"/>
                </a:moveTo>
                <a:lnTo>
                  <a:pt x="181326" y="90708"/>
                </a:lnTo>
                <a:lnTo>
                  <a:pt x="181417" y="92172"/>
                </a:lnTo>
                <a:lnTo>
                  <a:pt x="181691" y="93543"/>
                </a:lnTo>
                <a:lnTo>
                  <a:pt x="182057" y="94915"/>
                </a:lnTo>
                <a:lnTo>
                  <a:pt x="182606" y="96286"/>
                </a:lnTo>
                <a:lnTo>
                  <a:pt x="183337" y="97566"/>
                </a:lnTo>
                <a:lnTo>
                  <a:pt x="184160" y="98755"/>
                </a:lnTo>
                <a:lnTo>
                  <a:pt x="185166" y="99852"/>
                </a:lnTo>
                <a:lnTo>
                  <a:pt x="186263" y="100767"/>
                </a:lnTo>
                <a:lnTo>
                  <a:pt x="187452" y="101681"/>
                </a:lnTo>
                <a:lnTo>
                  <a:pt x="188732" y="102321"/>
                </a:lnTo>
                <a:lnTo>
                  <a:pt x="190012" y="102870"/>
                </a:lnTo>
                <a:lnTo>
                  <a:pt x="191384" y="103327"/>
                </a:lnTo>
                <a:lnTo>
                  <a:pt x="192847" y="103510"/>
                </a:lnTo>
                <a:lnTo>
                  <a:pt x="194310" y="103602"/>
                </a:lnTo>
                <a:lnTo>
                  <a:pt x="259050" y="103602"/>
                </a:lnTo>
                <a:moveTo>
                  <a:pt x="129570" y="116586"/>
                </a:moveTo>
                <a:lnTo>
                  <a:pt x="103602" y="116586"/>
                </a:lnTo>
                <a:moveTo>
                  <a:pt x="207294" y="168432"/>
                </a:moveTo>
                <a:lnTo>
                  <a:pt x="103602" y="168432"/>
                </a:lnTo>
                <a:moveTo>
                  <a:pt x="207294" y="220188"/>
                </a:moveTo>
                <a:lnTo>
                  <a:pt x="103602" y="220188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2048256"/>
            <a:ext cx="932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本文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463040" y="2642616"/>
            <a:ext cx="0" cy="36576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88336" y="2340864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743200" y="2048256"/>
            <a:ext cx="594360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2048256"/>
            <a:ext cx="64008" cy="5852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2048256"/>
            <a:ext cx="5669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日本語が文字化けする</a:t>
            </a:r>
            <a:endParaRPr lang="en-US" sz="1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本文をUTF-8のバイト列で送っているか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2688336"/>
            <a:ext cx="1554480" cy="585216"/>
          </a:xfrm>
          <a:prstGeom prst="roundRect">
            <a:avLst>
              <a:gd name="adj" fmla="val 12500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" y="2825496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03602" y="38862"/>
                </a:moveTo>
                <a:lnTo>
                  <a:pt x="64740" y="38862"/>
                </a:lnTo>
                <a:lnTo>
                  <a:pt x="61905" y="39045"/>
                </a:lnTo>
                <a:lnTo>
                  <a:pt x="58979" y="39502"/>
                </a:lnTo>
                <a:lnTo>
                  <a:pt x="56236" y="40325"/>
                </a:lnTo>
                <a:lnTo>
                  <a:pt x="53492" y="41422"/>
                </a:lnTo>
                <a:lnTo>
                  <a:pt x="51024" y="42794"/>
                </a:lnTo>
                <a:lnTo>
                  <a:pt x="48646" y="44531"/>
                </a:lnTo>
                <a:lnTo>
                  <a:pt x="46452" y="46452"/>
                </a:lnTo>
                <a:lnTo>
                  <a:pt x="44531" y="48646"/>
                </a:lnTo>
                <a:lnTo>
                  <a:pt x="42794" y="51024"/>
                </a:lnTo>
                <a:lnTo>
                  <a:pt x="41422" y="53492"/>
                </a:lnTo>
                <a:lnTo>
                  <a:pt x="40325" y="56236"/>
                </a:lnTo>
                <a:lnTo>
                  <a:pt x="39502" y="58979"/>
                </a:lnTo>
                <a:lnTo>
                  <a:pt x="39045" y="61905"/>
                </a:lnTo>
                <a:lnTo>
                  <a:pt x="38862" y="64740"/>
                </a:lnTo>
                <a:lnTo>
                  <a:pt x="38862" y="103602"/>
                </a:lnTo>
                <a:moveTo>
                  <a:pt x="272034" y="103602"/>
                </a:moveTo>
                <a:lnTo>
                  <a:pt x="272034" y="64740"/>
                </a:lnTo>
                <a:lnTo>
                  <a:pt x="271851" y="61905"/>
                </a:lnTo>
                <a:lnTo>
                  <a:pt x="271394" y="58979"/>
                </a:lnTo>
                <a:lnTo>
                  <a:pt x="270571" y="56236"/>
                </a:lnTo>
                <a:lnTo>
                  <a:pt x="269474" y="53492"/>
                </a:lnTo>
                <a:lnTo>
                  <a:pt x="268102" y="51024"/>
                </a:lnTo>
                <a:lnTo>
                  <a:pt x="266365" y="48646"/>
                </a:lnTo>
                <a:lnTo>
                  <a:pt x="264444" y="46452"/>
                </a:lnTo>
                <a:lnTo>
                  <a:pt x="262250" y="44531"/>
                </a:lnTo>
                <a:lnTo>
                  <a:pt x="259872" y="42794"/>
                </a:lnTo>
                <a:lnTo>
                  <a:pt x="257404" y="41422"/>
                </a:lnTo>
                <a:lnTo>
                  <a:pt x="254660" y="40325"/>
                </a:lnTo>
                <a:lnTo>
                  <a:pt x="251917" y="39502"/>
                </a:lnTo>
                <a:lnTo>
                  <a:pt x="248991" y="39045"/>
                </a:lnTo>
                <a:lnTo>
                  <a:pt x="246156" y="38862"/>
                </a:lnTo>
                <a:lnTo>
                  <a:pt x="207294" y="38862"/>
                </a:lnTo>
                <a:moveTo>
                  <a:pt x="38862" y="207294"/>
                </a:moveTo>
                <a:lnTo>
                  <a:pt x="38862" y="246156"/>
                </a:lnTo>
                <a:lnTo>
                  <a:pt x="39045" y="248991"/>
                </a:lnTo>
                <a:lnTo>
                  <a:pt x="39502" y="251917"/>
                </a:lnTo>
                <a:lnTo>
                  <a:pt x="40325" y="254660"/>
                </a:lnTo>
                <a:lnTo>
                  <a:pt x="41422" y="257404"/>
                </a:lnTo>
                <a:lnTo>
                  <a:pt x="42794" y="259872"/>
                </a:lnTo>
                <a:lnTo>
                  <a:pt x="44531" y="262250"/>
                </a:lnTo>
                <a:lnTo>
                  <a:pt x="46452" y="264444"/>
                </a:lnTo>
                <a:lnTo>
                  <a:pt x="48646" y="266365"/>
                </a:lnTo>
                <a:lnTo>
                  <a:pt x="51024" y="268102"/>
                </a:lnTo>
                <a:lnTo>
                  <a:pt x="53492" y="269474"/>
                </a:lnTo>
                <a:lnTo>
                  <a:pt x="56236" y="270571"/>
                </a:lnTo>
                <a:lnTo>
                  <a:pt x="58979" y="271394"/>
                </a:lnTo>
                <a:lnTo>
                  <a:pt x="61905" y="271851"/>
                </a:lnTo>
                <a:lnTo>
                  <a:pt x="64740" y="272034"/>
                </a:lnTo>
                <a:lnTo>
                  <a:pt x="103602" y="272034"/>
                </a:lnTo>
                <a:moveTo>
                  <a:pt x="207294" y="272034"/>
                </a:moveTo>
                <a:lnTo>
                  <a:pt x="246156" y="272034"/>
                </a:lnTo>
                <a:lnTo>
                  <a:pt x="248991" y="271851"/>
                </a:lnTo>
                <a:lnTo>
                  <a:pt x="251917" y="271394"/>
                </a:lnTo>
                <a:lnTo>
                  <a:pt x="254660" y="270571"/>
                </a:lnTo>
                <a:lnTo>
                  <a:pt x="257404" y="269474"/>
                </a:lnTo>
                <a:lnTo>
                  <a:pt x="259872" y="268102"/>
                </a:lnTo>
                <a:lnTo>
                  <a:pt x="262250" y="266365"/>
                </a:lnTo>
                <a:lnTo>
                  <a:pt x="264444" y="264444"/>
                </a:lnTo>
                <a:lnTo>
                  <a:pt x="266365" y="262250"/>
                </a:lnTo>
                <a:lnTo>
                  <a:pt x="268102" y="259872"/>
                </a:lnTo>
                <a:lnTo>
                  <a:pt x="269474" y="257404"/>
                </a:lnTo>
                <a:lnTo>
                  <a:pt x="270571" y="254660"/>
                </a:lnTo>
                <a:lnTo>
                  <a:pt x="271394" y="251917"/>
                </a:lnTo>
                <a:lnTo>
                  <a:pt x="271851" y="248991"/>
                </a:lnTo>
                <a:lnTo>
                  <a:pt x="272034" y="246156"/>
                </a:lnTo>
                <a:lnTo>
                  <a:pt x="272034" y="207294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16152" y="2688336"/>
            <a:ext cx="932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サイズ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463040" y="3282696"/>
            <a:ext cx="0" cy="36576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688336" y="2980944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743200" y="2688336"/>
            <a:ext cx="594360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0" y="2688336"/>
            <a:ext cx="64008" cy="5852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0" y="2688336"/>
            <a:ext cx="5669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400（サイズ）</a:t>
            </a:r>
            <a:endParaRPr lang="en-US" sz="1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16px単位、長辺3,840px以下、縦横比1:3〜3:1か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5800" y="3328416"/>
            <a:ext cx="1554480" cy="585216"/>
          </a:xfrm>
          <a:prstGeom prst="roundRect">
            <a:avLst>
              <a:gd name="adj" fmla="val 12500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" y="3465576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33467" y="225582"/>
                </a:moveTo>
                <a:lnTo>
                  <a:pt x="32461" y="226680"/>
                </a:lnTo>
                <a:lnTo>
                  <a:pt x="31547" y="227777"/>
                </a:lnTo>
                <a:lnTo>
                  <a:pt x="30724" y="228874"/>
                </a:lnTo>
                <a:lnTo>
                  <a:pt x="29901" y="230154"/>
                </a:lnTo>
                <a:lnTo>
                  <a:pt x="29169" y="231343"/>
                </a:lnTo>
                <a:lnTo>
                  <a:pt x="28438" y="232623"/>
                </a:lnTo>
                <a:lnTo>
                  <a:pt x="27889" y="233995"/>
                </a:lnTo>
                <a:lnTo>
                  <a:pt x="27341" y="235367"/>
                </a:lnTo>
                <a:lnTo>
                  <a:pt x="26883" y="236738"/>
                </a:lnTo>
                <a:lnTo>
                  <a:pt x="26518" y="238110"/>
                </a:lnTo>
                <a:lnTo>
                  <a:pt x="26243" y="239573"/>
                </a:lnTo>
                <a:lnTo>
                  <a:pt x="26060" y="241036"/>
                </a:lnTo>
                <a:lnTo>
                  <a:pt x="25969" y="242407"/>
                </a:lnTo>
                <a:lnTo>
                  <a:pt x="25878" y="243870"/>
                </a:lnTo>
                <a:lnTo>
                  <a:pt x="25878" y="272034"/>
                </a:lnTo>
                <a:lnTo>
                  <a:pt x="25969" y="273497"/>
                </a:lnTo>
                <a:lnTo>
                  <a:pt x="26243" y="274960"/>
                </a:lnTo>
                <a:lnTo>
                  <a:pt x="26609" y="276332"/>
                </a:lnTo>
                <a:lnTo>
                  <a:pt x="27158" y="277612"/>
                </a:lnTo>
                <a:lnTo>
                  <a:pt x="27889" y="278892"/>
                </a:lnTo>
                <a:lnTo>
                  <a:pt x="28712" y="280081"/>
                </a:lnTo>
                <a:lnTo>
                  <a:pt x="29718" y="281178"/>
                </a:lnTo>
                <a:lnTo>
                  <a:pt x="30815" y="282184"/>
                </a:lnTo>
                <a:lnTo>
                  <a:pt x="32004" y="283007"/>
                </a:lnTo>
                <a:lnTo>
                  <a:pt x="33284" y="283738"/>
                </a:lnTo>
                <a:lnTo>
                  <a:pt x="34564" y="284287"/>
                </a:lnTo>
                <a:lnTo>
                  <a:pt x="35936" y="284653"/>
                </a:lnTo>
                <a:lnTo>
                  <a:pt x="37399" y="284927"/>
                </a:lnTo>
                <a:lnTo>
                  <a:pt x="38862" y="285018"/>
                </a:lnTo>
                <a:lnTo>
                  <a:pt x="77724" y="285018"/>
                </a:lnTo>
                <a:lnTo>
                  <a:pt x="79187" y="284927"/>
                </a:lnTo>
                <a:lnTo>
                  <a:pt x="80650" y="284653"/>
                </a:lnTo>
                <a:lnTo>
                  <a:pt x="82022" y="284287"/>
                </a:lnTo>
                <a:lnTo>
                  <a:pt x="83302" y="283738"/>
                </a:lnTo>
                <a:lnTo>
                  <a:pt x="84582" y="283007"/>
                </a:lnTo>
                <a:lnTo>
                  <a:pt x="85771" y="282184"/>
                </a:lnTo>
                <a:lnTo>
                  <a:pt x="86868" y="281178"/>
                </a:lnTo>
                <a:lnTo>
                  <a:pt x="87874" y="280081"/>
                </a:lnTo>
                <a:lnTo>
                  <a:pt x="88697" y="278892"/>
                </a:lnTo>
                <a:lnTo>
                  <a:pt x="89428" y="277612"/>
                </a:lnTo>
                <a:lnTo>
                  <a:pt x="89977" y="276332"/>
                </a:lnTo>
                <a:lnTo>
                  <a:pt x="90343" y="274960"/>
                </a:lnTo>
                <a:lnTo>
                  <a:pt x="90617" y="273497"/>
                </a:lnTo>
                <a:lnTo>
                  <a:pt x="90708" y="272034"/>
                </a:lnTo>
                <a:lnTo>
                  <a:pt x="90708" y="259050"/>
                </a:lnTo>
                <a:lnTo>
                  <a:pt x="90800" y="257586"/>
                </a:lnTo>
                <a:lnTo>
                  <a:pt x="90983" y="256215"/>
                </a:lnTo>
                <a:lnTo>
                  <a:pt x="91440" y="254843"/>
                </a:lnTo>
                <a:lnTo>
                  <a:pt x="91989" y="253472"/>
                </a:lnTo>
                <a:lnTo>
                  <a:pt x="92629" y="252192"/>
                </a:lnTo>
                <a:lnTo>
                  <a:pt x="93543" y="251003"/>
                </a:lnTo>
                <a:lnTo>
                  <a:pt x="94458" y="249906"/>
                </a:lnTo>
                <a:lnTo>
                  <a:pt x="95555" y="248991"/>
                </a:lnTo>
                <a:lnTo>
                  <a:pt x="96744" y="248077"/>
                </a:lnTo>
                <a:lnTo>
                  <a:pt x="98024" y="247437"/>
                </a:lnTo>
                <a:lnTo>
                  <a:pt x="99395" y="246888"/>
                </a:lnTo>
                <a:lnTo>
                  <a:pt x="100767" y="246431"/>
                </a:lnTo>
                <a:lnTo>
                  <a:pt x="102138" y="246248"/>
                </a:lnTo>
                <a:lnTo>
                  <a:pt x="103602" y="246156"/>
                </a:lnTo>
                <a:lnTo>
                  <a:pt x="116586" y="246156"/>
                </a:lnTo>
                <a:lnTo>
                  <a:pt x="118049" y="246065"/>
                </a:lnTo>
                <a:lnTo>
                  <a:pt x="119512" y="245791"/>
                </a:lnTo>
                <a:lnTo>
                  <a:pt x="120884" y="245425"/>
                </a:lnTo>
                <a:lnTo>
                  <a:pt x="122164" y="244876"/>
                </a:lnTo>
                <a:lnTo>
                  <a:pt x="123444" y="244145"/>
                </a:lnTo>
                <a:lnTo>
                  <a:pt x="124633" y="243322"/>
                </a:lnTo>
                <a:lnTo>
                  <a:pt x="125730" y="242316"/>
                </a:lnTo>
                <a:lnTo>
                  <a:pt x="126736" y="241219"/>
                </a:lnTo>
                <a:lnTo>
                  <a:pt x="127559" y="240030"/>
                </a:lnTo>
                <a:lnTo>
                  <a:pt x="128290" y="238750"/>
                </a:lnTo>
                <a:lnTo>
                  <a:pt x="128839" y="237470"/>
                </a:lnTo>
                <a:lnTo>
                  <a:pt x="129205" y="236098"/>
                </a:lnTo>
                <a:lnTo>
                  <a:pt x="129479" y="234635"/>
                </a:lnTo>
                <a:lnTo>
                  <a:pt x="129570" y="233172"/>
                </a:lnTo>
                <a:lnTo>
                  <a:pt x="129570" y="220188"/>
                </a:lnTo>
                <a:lnTo>
                  <a:pt x="129662" y="218724"/>
                </a:lnTo>
                <a:lnTo>
                  <a:pt x="129845" y="217353"/>
                </a:lnTo>
                <a:lnTo>
                  <a:pt x="130302" y="215981"/>
                </a:lnTo>
                <a:lnTo>
                  <a:pt x="130851" y="214610"/>
                </a:lnTo>
                <a:lnTo>
                  <a:pt x="131491" y="213330"/>
                </a:lnTo>
                <a:lnTo>
                  <a:pt x="132405" y="212141"/>
                </a:lnTo>
                <a:lnTo>
                  <a:pt x="133320" y="211044"/>
                </a:lnTo>
                <a:lnTo>
                  <a:pt x="134417" y="210129"/>
                </a:lnTo>
                <a:lnTo>
                  <a:pt x="135606" y="209215"/>
                </a:lnTo>
                <a:lnTo>
                  <a:pt x="136886" y="208575"/>
                </a:lnTo>
                <a:lnTo>
                  <a:pt x="138257" y="208026"/>
                </a:lnTo>
                <a:lnTo>
                  <a:pt x="139629" y="207569"/>
                </a:lnTo>
                <a:lnTo>
                  <a:pt x="141000" y="207386"/>
                </a:lnTo>
                <a:lnTo>
                  <a:pt x="142464" y="207294"/>
                </a:lnTo>
                <a:lnTo>
                  <a:pt x="144750" y="207294"/>
                </a:lnTo>
                <a:lnTo>
                  <a:pt x="146213" y="207203"/>
                </a:lnTo>
                <a:lnTo>
                  <a:pt x="147584" y="207112"/>
                </a:lnTo>
                <a:lnTo>
                  <a:pt x="149047" y="206929"/>
                </a:lnTo>
                <a:lnTo>
                  <a:pt x="150510" y="206654"/>
                </a:lnTo>
                <a:lnTo>
                  <a:pt x="151882" y="206289"/>
                </a:lnTo>
                <a:lnTo>
                  <a:pt x="153253" y="205831"/>
                </a:lnTo>
                <a:lnTo>
                  <a:pt x="154625" y="205283"/>
                </a:lnTo>
                <a:lnTo>
                  <a:pt x="155997" y="204734"/>
                </a:lnTo>
                <a:lnTo>
                  <a:pt x="157277" y="204003"/>
                </a:lnTo>
                <a:lnTo>
                  <a:pt x="158466" y="203271"/>
                </a:lnTo>
                <a:lnTo>
                  <a:pt x="159746" y="202448"/>
                </a:lnTo>
                <a:lnTo>
                  <a:pt x="160843" y="201625"/>
                </a:lnTo>
                <a:lnTo>
                  <a:pt x="161940" y="200711"/>
                </a:lnTo>
                <a:lnTo>
                  <a:pt x="163038" y="199705"/>
                </a:lnTo>
                <a:lnTo>
                  <a:pt x="173553" y="189098"/>
                </a:lnTo>
                <a:lnTo>
                  <a:pt x="205466" y="193670"/>
                </a:lnTo>
                <a:lnTo>
                  <a:pt x="236647" y="185989"/>
                </a:lnTo>
                <a:lnTo>
                  <a:pt x="262707" y="167152"/>
                </a:lnTo>
                <a:lnTo>
                  <a:pt x="279806" y="139903"/>
                </a:lnTo>
                <a:lnTo>
                  <a:pt x="285476" y="108265"/>
                </a:lnTo>
                <a:lnTo>
                  <a:pt x="278801" y="76718"/>
                </a:lnTo>
                <a:lnTo>
                  <a:pt x="260787" y="50109"/>
                </a:lnTo>
                <a:lnTo>
                  <a:pt x="234178" y="32095"/>
                </a:lnTo>
                <a:lnTo>
                  <a:pt x="202631" y="25420"/>
                </a:lnTo>
                <a:lnTo>
                  <a:pt x="170993" y="31090"/>
                </a:lnTo>
                <a:lnTo>
                  <a:pt x="143744" y="48189"/>
                </a:lnTo>
                <a:lnTo>
                  <a:pt x="124907" y="74249"/>
                </a:lnTo>
                <a:lnTo>
                  <a:pt x="117226" y="105430"/>
                </a:lnTo>
                <a:lnTo>
                  <a:pt x="121798" y="137343"/>
                </a:lnTo>
                <a:lnTo>
                  <a:pt x="33467" y="225582"/>
                </a:lnTo>
                <a:close/>
                <a:moveTo>
                  <a:pt x="220188" y="97201"/>
                </a:moveTo>
                <a:lnTo>
                  <a:pt x="220096" y="98572"/>
                </a:lnTo>
                <a:lnTo>
                  <a:pt x="219547" y="99944"/>
                </a:lnTo>
                <a:lnTo>
                  <a:pt x="218816" y="101224"/>
                </a:lnTo>
                <a:lnTo>
                  <a:pt x="217810" y="102230"/>
                </a:lnTo>
                <a:lnTo>
                  <a:pt x="216530" y="102961"/>
                </a:lnTo>
                <a:lnTo>
                  <a:pt x="215158" y="103510"/>
                </a:lnTo>
                <a:lnTo>
                  <a:pt x="213787" y="103602"/>
                </a:lnTo>
                <a:lnTo>
                  <a:pt x="212324" y="103510"/>
                </a:lnTo>
                <a:lnTo>
                  <a:pt x="210952" y="102961"/>
                </a:lnTo>
                <a:lnTo>
                  <a:pt x="209672" y="102230"/>
                </a:lnTo>
                <a:lnTo>
                  <a:pt x="208666" y="101224"/>
                </a:lnTo>
                <a:lnTo>
                  <a:pt x="207935" y="99944"/>
                </a:lnTo>
                <a:lnTo>
                  <a:pt x="207386" y="98572"/>
                </a:lnTo>
                <a:lnTo>
                  <a:pt x="207294" y="97201"/>
                </a:lnTo>
                <a:lnTo>
                  <a:pt x="207386" y="95738"/>
                </a:lnTo>
                <a:lnTo>
                  <a:pt x="207935" y="94366"/>
                </a:lnTo>
                <a:lnTo>
                  <a:pt x="208666" y="93086"/>
                </a:lnTo>
                <a:lnTo>
                  <a:pt x="209672" y="92080"/>
                </a:lnTo>
                <a:lnTo>
                  <a:pt x="210952" y="91349"/>
                </a:lnTo>
                <a:lnTo>
                  <a:pt x="212324" y="90800"/>
                </a:lnTo>
                <a:lnTo>
                  <a:pt x="213787" y="90708"/>
                </a:lnTo>
                <a:lnTo>
                  <a:pt x="215158" y="90800"/>
                </a:lnTo>
                <a:lnTo>
                  <a:pt x="216530" y="91349"/>
                </a:lnTo>
                <a:lnTo>
                  <a:pt x="217810" y="92080"/>
                </a:lnTo>
                <a:lnTo>
                  <a:pt x="218816" y="93086"/>
                </a:lnTo>
                <a:lnTo>
                  <a:pt x="219547" y="94366"/>
                </a:lnTo>
                <a:lnTo>
                  <a:pt x="220096" y="95738"/>
                </a:lnTo>
                <a:lnTo>
                  <a:pt x="220188" y="97201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16152" y="3328416"/>
            <a:ext cx="932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APIキー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463040" y="3922776"/>
            <a:ext cx="0" cy="36576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688336" y="3621024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743200" y="3328416"/>
            <a:ext cx="594360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0" y="3328416"/>
            <a:ext cx="64008" cy="5852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0" y="3328416"/>
            <a:ext cx="5669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401</a:t>
            </a:r>
            <a:endParaRPr lang="en-US" sz="1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AZURE_IMAGE_API_KEY が画像用リソースのキーか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85800" y="3968496"/>
            <a:ext cx="1554480" cy="585216"/>
          </a:xfrm>
          <a:prstGeom prst="roundRect">
            <a:avLst>
              <a:gd name="adj" fmla="val 12500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3816" y="4105656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26680" y="246156"/>
                </a:moveTo>
                <a:lnTo>
                  <a:pt x="116586" y="246156"/>
                </a:lnTo>
                <a:lnTo>
                  <a:pt x="88422" y="241676"/>
                </a:lnTo>
                <a:lnTo>
                  <a:pt x="63002" y="228600"/>
                </a:lnTo>
                <a:lnTo>
                  <a:pt x="42977" y="208392"/>
                </a:lnTo>
                <a:lnTo>
                  <a:pt x="30175" y="182880"/>
                </a:lnTo>
                <a:lnTo>
                  <a:pt x="25969" y="154625"/>
                </a:lnTo>
                <a:lnTo>
                  <a:pt x="30632" y="126553"/>
                </a:lnTo>
                <a:lnTo>
                  <a:pt x="43891" y="101224"/>
                </a:lnTo>
                <a:lnTo>
                  <a:pt x="64374" y="81382"/>
                </a:lnTo>
                <a:lnTo>
                  <a:pt x="89977" y="68763"/>
                </a:lnTo>
                <a:lnTo>
                  <a:pt x="118232" y="64740"/>
                </a:lnTo>
                <a:lnTo>
                  <a:pt x="146304" y="69769"/>
                </a:lnTo>
                <a:lnTo>
                  <a:pt x="171450" y="83210"/>
                </a:lnTo>
                <a:lnTo>
                  <a:pt x="191201" y="103784"/>
                </a:lnTo>
                <a:lnTo>
                  <a:pt x="203545" y="129570"/>
                </a:lnTo>
                <a:lnTo>
                  <a:pt x="226680" y="129570"/>
                </a:lnTo>
                <a:lnTo>
                  <a:pt x="239664" y="131034"/>
                </a:lnTo>
                <a:lnTo>
                  <a:pt x="252009" y="135331"/>
                </a:lnTo>
                <a:lnTo>
                  <a:pt x="263073" y="142281"/>
                </a:lnTo>
                <a:lnTo>
                  <a:pt x="272308" y="151516"/>
                </a:lnTo>
                <a:lnTo>
                  <a:pt x="279258" y="162580"/>
                </a:lnTo>
                <a:lnTo>
                  <a:pt x="283555" y="174833"/>
                </a:lnTo>
                <a:lnTo>
                  <a:pt x="285018" y="187818"/>
                </a:lnTo>
                <a:lnTo>
                  <a:pt x="283555" y="200802"/>
                </a:lnTo>
                <a:lnTo>
                  <a:pt x="279258" y="213147"/>
                </a:lnTo>
                <a:lnTo>
                  <a:pt x="272308" y="224211"/>
                </a:lnTo>
                <a:lnTo>
                  <a:pt x="263073" y="233446"/>
                </a:lnTo>
                <a:lnTo>
                  <a:pt x="252009" y="240396"/>
                </a:lnTo>
                <a:lnTo>
                  <a:pt x="239664" y="244693"/>
                </a:lnTo>
                <a:lnTo>
                  <a:pt x="226680" y="246156"/>
                </a:lnTo>
                <a:lnTo>
                  <a:pt x="226680" y="246156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16152" y="3968496"/>
            <a:ext cx="932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接続先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688336" y="4261104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743200" y="3968496"/>
            <a:ext cx="594360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0" y="3968496"/>
            <a:ext cx="64008" cy="5852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0" y="3968496"/>
            <a:ext cx="5669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404</a:t>
            </a:r>
            <a:endParaRPr lang="en-US" sz="1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AZURE_IMAGE_RESOURCE とデプロイ名が正しいか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確認と対処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Useは応答と画面を確認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33856"/>
            <a:ext cx="21899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確認する箇所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921508" y="1133856"/>
            <a:ext cx="57652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症状 → 確認すること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1732788" cy="676656"/>
          </a:xfrm>
          <a:prstGeom prst="roundRect">
            <a:avLst>
              <a:gd name="adj" fmla="val 1081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645920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26680" y="246156"/>
                </a:moveTo>
                <a:lnTo>
                  <a:pt x="116586" y="246156"/>
                </a:lnTo>
                <a:lnTo>
                  <a:pt x="88422" y="241676"/>
                </a:lnTo>
                <a:lnTo>
                  <a:pt x="63002" y="228600"/>
                </a:lnTo>
                <a:lnTo>
                  <a:pt x="42977" y="208392"/>
                </a:lnTo>
                <a:lnTo>
                  <a:pt x="30175" y="182880"/>
                </a:lnTo>
                <a:lnTo>
                  <a:pt x="25969" y="154625"/>
                </a:lnTo>
                <a:lnTo>
                  <a:pt x="30632" y="126553"/>
                </a:lnTo>
                <a:lnTo>
                  <a:pt x="43891" y="101224"/>
                </a:lnTo>
                <a:lnTo>
                  <a:pt x="64374" y="81382"/>
                </a:lnTo>
                <a:lnTo>
                  <a:pt x="89977" y="68763"/>
                </a:lnTo>
                <a:lnTo>
                  <a:pt x="118232" y="64740"/>
                </a:lnTo>
                <a:lnTo>
                  <a:pt x="146304" y="69769"/>
                </a:lnTo>
                <a:lnTo>
                  <a:pt x="171450" y="83210"/>
                </a:lnTo>
                <a:lnTo>
                  <a:pt x="191201" y="103784"/>
                </a:lnTo>
                <a:lnTo>
                  <a:pt x="203545" y="129570"/>
                </a:lnTo>
                <a:lnTo>
                  <a:pt x="226680" y="129570"/>
                </a:lnTo>
                <a:lnTo>
                  <a:pt x="239664" y="131034"/>
                </a:lnTo>
                <a:lnTo>
                  <a:pt x="252009" y="135331"/>
                </a:lnTo>
                <a:lnTo>
                  <a:pt x="263073" y="142281"/>
                </a:lnTo>
                <a:lnTo>
                  <a:pt x="272308" y="151516"/>
                </a:lnTo>
                <a:lnTo>
                  <a:pt x="279258" y="162580"/>
                </a:lnTo>
                <a:lnTo>
                  <a:pt x="283555" y="174833"/>
                </a:lnTo>
                <a:lnTo>
                  <a:pt x="285018" y="187818"/>
                </a:lnTo>
                <a:lnTo>
                  <a:pt x="283555" y="200802"/>
                </a:lnTo>
                <a:lnTo>
                  <a:pt x="279258" y="213147"/>
                </a:lnTo>
                <a:lnTo>
                  <a:pt x="272308" y="224211"/>
                </a:lnTo>
                <a:lnTo>
                  <a:pt x="263073" y="233446"/>
                </a:lnTo>
                <a:lnTo>
                  <a:pt x="252009" y="240396"/>
                </a:lnTo>
                <a:lnTo>
                  <a:pt x="239664" y="244693"/>
                </a:lnTo>
                <a:lnTo>
                  <a:pt x="226680" y="246156"/>
                </a:lnTo>
                <a:lnTo>
                  <a:pt x="226680" y="246156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1463040"/>
            <a:ext cx="11109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接続先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52194" y="2148840"/>
            <a:ext cx="0" cy="10972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66644" y="1801368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21508" y="1463040"/>
            <a:ext cx="576529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1508" y="1463040"/>
            <a:ext cx="64008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4388" y="1463040"/>
            <a:ext cx="54909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404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AZURE_CU_RESOURCE とデプロイ名が正しいか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267712"/>
            <a:ext cx="1732788" cy="676656"/>
          </a:xfrm>
          <a:prstGeom prst="roundRect">
            <a:avLst>
              <a:gd name="adj" fmla="val 1081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" y="2450592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90470" y="81656"/>
                </a:moveTo>
                <a:lnTo>
                  <a:pt x="189464" y="82662"/>
                </a:lnTo>
                <a:lnTo>
                  <a:pt x="188641" y="83850"/>
                </a:lnTo>
                <a:lnTo>
                  <a:pt x="188001" y="85131"/>
                </a:lnTo>
                <a:lnTo>
                  <a:pt x="187452" y="86411"/>
                </a:lnTo>
                <a:lnTo>
                  <a:pt x="186995" y="87874"/>
                </a:lnTo>
                <a:lnTo>
                  <a:pt x="186812" y="89245"/>
                </a:lnTo>
                <a:lnTo>
                  <a:pt x="186720" y="90708"/>
                </a:lnTo>
                <a:lnTo>
                  <a:pt x="186812" y="92080"/>
                </a:lnTo>
                <a:lnTo>
                  <a:pt x="186995" y="93543"/>
                </a:lnTo>
                <a:lnTo>
                  <a:pt x="187452" y="94915"/>
                </a:lnTo>
                <a:lnTo>
                  <a:pt x="188001" y="96195"/>
                </a:lnTo>
                <a:lnTo>
                  <a:pt x="188641" y="97475"/>
                </a:lnTo>
                <a:lnTo>
                  <a:pt x="189464" y="98664"/>
                </a:lnTo>
                <a:lnTo>
                  <a:pt x="190470" y="99761"/>
                </a:lnTo>
                <a:lnTo>
                  <a:pt x="211135" y="120518"/>
                </a:lnTo>
                <a:lnTo>
                  <a:pt x="212232" y="121432"/>
                </a:lnTo>
                <a:lnTo>
                  <a:pt x="213421" y="122255"/>
                </a:lnTo>
                <a:lnTo>
                  <a:pt x="214701" y="122895"/>
                </a:lnTo>
                <a:lnTo>
                  <a:pt x="215981" y="123444"/>
                </a:lnTo>
                <a:lnTo>
                  <a:pt x="217353" y="123901"/>
                </a:lnTo>
                <a:lnTo>
                  <a:pt x="218816" y="124084"/>
                </a:lnTo>
                <a:lnTo>
                  <a:pt x="220188" y="124176"/>
                </a:lnTo>
                <a:lnTo>
                  <a:pt x="221651" y="124084"/>
                </a:lnTo>
                <a:lnTo>
                  <a:pt x="223022" y="123901"/>
                </a:lnTo>
                <a:lnTo>
                  <a:pt x="224485" y="123444"/>
                </a:lnTo>
                <a:lnTo>
                  <a:pt x="225765" y="122895"/>
                </a:lnTo>
                <a:lnTo>
                  <a:pt x="227046" y="122255"/>
                </a:lnTo>
                <a:lnTo>
                  <a:pt x="228234" y="121432"/>
                </a:lnTo>
                <a:lnTo>
                  <a:pt x="229332" y="120518"/>
                </a:lnTo>
                <a:lnTo>
                  <a:pt x="269565" y="80284"/>
                </a:lnTo>
                <a:lnTo>
                  <a:pt x="270571" y="79278"/>
                </a:lnTo>
                <a:lnTo>
                  <a:pt x="271760" y="78638"/>
                </a:lnTo>
                <a:lnTo>
                  <a:pt x="273040" y="78090"/>
                </a:lnTo>
                <a:lnTo>
                  <a:pt x="274320" y="77907"/>
                </a:lnTo>
                <a:lnTo>
                  <a:pt x="275600" y="77815"/>
                </a:lnTo>
                <a:lnTo>
                  <a:pt x="276880" y="77998"/>
                </a:lnTo>
                <a:lnTo>
                  <a:pt x="278069" y="78364"/>
                </a:lnTo>
                <a:lnTo>
                  <a:pt x="279166" y="78913"/>
                </a:lnTo>
                <a:lnTo>
                  <a:pt x="280172" y="79644"/>
                </a:lnTo>
                <a:lnTo>
                  <a:pt x="281087" y="80650"/>
                </a:lnTo>
                <a:lnTo>
                  <a:pt x="281727" y="81747"/>
                </a:lnTo>
                <a:lnTo>
                  <a:pt x="282275" y="83119"/>
                </a:lnTo>
                <a:lnTo>
                  <a:pt x="284561" y="95372"/>
                </a:lnTo>
                <a:lnTo>
                  <a:pt x="284927" y="107991"/>
                </a:lnTo>
                <a:lnTo>
                  <a:pt x="283190" y="120426"/>
                </a:lnTo>
                <a:lnTo>
                  <a:pt x="279532" y="132405"/>
                </a:lnTo>
                <a:lnTo>
                  <a:pt x="273954" y="143652"/>
                </a:lnTo>
                <a:lnTo>
                  <a:pt x="266639" y="153894"/>
                </a:lnTo>
                <a:lnTo>
                  <a:pt x="257769" y="162763"/>
                </a:lnTo>
                <a:lnTo>
                  <a:pt x="247620" y="170170"/>
                </a:lnTo>
                <a:lnTo>
                  <a:pt x="236372" y="175748"/>
                </a:lnTo>
                <a:lnTo>
                  <a:pt x="224394" y="179497"/>
                </a:lnTo>
                <a:lnTo>
                  <a:pt x="211958" y="181234"/>
                </a:lnTo>
                <a:lnTo>
                  <a:pt x="199431" y="180960"/>
                </a:lnTo>
                <a:lnTo>
                  <a:pt x="187086" y="178765"/>
                </a:lnTo>
                <a:lnTo>
                  <a:pt x="175290" y="174468"/>
                </a:lnTo>
                <a:lnTo>
                  <a:pt x="72786" y="276972"/>
                </a:lnTo>
                <a:lnTo>
                  <a:pt x="68031" y="280812"/>
                </a:lnTo>
                <a:lnTo>
                  <a:pt x="62454" y="283464"/>
                </a:lnTo>
                <a:lnTo>
                  <a:pt x="56418" y="284836"/>
                </a:lnTo>
                <a:lnTo>
                  <a:pt x="50292" y="284836"/>
                </a:lnTo>
                <a:lnTo>
                  <a:pt x="44257" y="283464"/>
                </a:lnTo>
                <a:lnTo>
                  <a:pt x="38771" y="280812"/>
                </a:lnTo>
                <a:lnTo>
                  <a:pt x="33924" y="276972"/>
                </a:lnTo>
                <a:lnTo>
                  <a:pt x="30084" y="272125"/>
                </a:lnTo>
                <a:lnTo>
                  <a:pt x="27432" y="266639"/>
                </a:lnTo>
                <a:lnTo>
                  <a:pt x="26060" y="260604"/>
                </a:lnTo>
                <a:lnTo>
                  <a:pt x="26060" y="254478"/>
                </a:lnTo>
                <a:lnTo>
                  <a:pt x="27432" y="248442"/>
                </a:lnTo>
                <a:lnTo>
                  <a:pt x="30084" y="242865"/>
                </a:lnTo>
                <a:lnTo>
                  <a:pt x="33924" y="238110"/>
                </a:lnTo>
                <a:lnTo>
                  <a:pt x="136428" y="135606"/>
                </a:lnTo>
                <a:lnTo>
                  <a:pt x="132222" y="123810"/>
                </a:lnTo>
                <a:lnTo>
                  <a:pt x="129936" y="111465"/>
                </a:lnTo>
                <a:lnTo>
                  <a:pt x="129662" y="98938"/>
                </a:lnTo>
                <a:lnTo>
                  <a:pt x="131399" y="86502"/>
                </a:lnTo>
                <a:lnTo>
                  <a:pt x="135148" y="74524"/>
                </a:lnTo>
                <a:lnTo>
                  <a:pt x="140818" y="63276"/>
                </a:lnTo>
                <a:lnTo>
                  <a:pt x="148133" y="53127"/>
                </a:lnTo>
                <a:lnTo>
                  <a:pt x="157002" y="44257"/>
                </a:lnTo>
                <a:lnTo>
                  <a:pt x="167244" y="36942"/>
                </a:lnTo>
                <a:lnTo>
                  <a:pt x="178491" y="31364"/>
                </a:lnTo>
                <a:lnTo>
                  <a:pt x="190470" y="27706"/>
                </a:lnTo>
                <a:lnTo>
                  <a:pt x="202905" y="25969"/>
                </a:lnTo>
                <a:lnTo>
                  <a:pt x="215524" y="26335"/>
                </a:lnTo>
                <a:lnTo>
                  <a:pt x="227868" y="28621"/>
                </a:lnTo>
                <a:lnTo>
                  <a:pt x="229149" y="29169"/>
                </a:lnTo>
                <a:lnTo>
                  <a:pt x="230337" y="29809"/>
                </a:lnTo>
                <a:lnTo>
                  <a:pt x="231252" y="30724"/>
                </a:lnTo>
                <a:lnTo>
                  <a:pt x="231983" y="31730"/>
                </a:lnTo>
                <a:lnTo>
                  <a:pt x="232623" y="32827"/>
                </a:lnTo>
                <a:lnTo>
                  <a:pt x="232898" y="34016"/>
                </a:lnTo>
                <a:lnTo>
                  <a:pt x="233081" y="35296"/>
                </a:lnTo>
                <a:lnTo>
                  <a:pt x="233081" y="36576"/>
                </a:lnTo>
                <a:lnTo>
                  <a:pt x="232806" y="37856"/>
                </a:lnTo>
                <a:lnTo>
                  <a:pt x="232258" y="39136"/>
                </a:lnTo>
                <a:lnTo>
                  <a:pt x="231618" y="40325"/>
                </a:lnTo>
                <a:lnTo>
                  <a:pt x="230703" y="41422"/>
                </a:lnTo>
                <a:lnTo>
                  <a:pt x="190470" y="81656"/>
                </a:lnTo>
                <a:close/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2267712"/>
            <a:ext cx="11109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ツール指定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552194" y="2953512"/>
            <a:ext cx="0" cy="10972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866644" y="2606040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921508" y="2267712"/>
            <a:ext cx="576529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1508" y="2267712"/>
            <a:ext cx="64008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4388" y="2267712"/>
            <a:ext cx="54909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computer_call が返らない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に computer を指定し、画面操作が必要な依頼か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072384"/>
            <a:ext cx="1732788" cy="676656"/>
          </a:xfrm>
          <a:prstGeom prst="roundRect">
            <a:avLst>
              <a:gd name="adj" fmla="val 1081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" y="325526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103602" y="38862"/>
                </a:moveTo>
                <a:lnTo>
                  <a:pt x="64740" y="38862"/>
                </a:lnTo>
                <a:lnTo>
                  <a:pt x="61905" y="39045"/>
                </a:lnTo>
                <a:lnTo>
                  <a:pt x="58979" y="39502"/>
                </a:lnTo>
                <a:lnTo>
                  <a:pt x="56236" y="40325"/>
                </a:lnTo>
                <a:lnTo>
                  <a:pt x="53492" y="41422"/>
                </a:lnTo>
                <a:lnTo>
                  <a:pt x="51024" y="42794"/>
                </a:lnTo>
                <a:lnTo>
                  <a:pt x="48646" y="44531"/>
                </a:lnTo>
                <a:lnTo>
                  <a:pt x="46452" y="46452"/>
                </a:lnTo>
                <a:lnTo>
                  <a:pt x="44531" y="48646"/>
                </a:lnTo>
                <a:lnTo>
                  <a:pt x="42794" y="51024"/>
                </a:lnTo>
                <a:lnTo>
                  <a:pt x="41422" y="53492"/>
                </a:lnTo>
                <a:lnTo>
                  <a:pt x="40325" y="56236"/>
                </a:lnTo>
                <a:lnTo>
                  <a:pt x="39502" y="58979"/>
                </a:lnTo>
                <a:lnTo>
                  <a:pt x="39045" y="61905"/>
                </a:lnTo>
                <a:lnTo>
                  <a:pt x="38862" y="64740"/>
                </a:lnTo>
                <a:lnTo>
                  <a:pt x="38862" y="103602"/>
                </a:lnTo>
                <a:moveTo>
                  <a:pt x="272034" y="103602"/>
                </a:moveTo>
                <a:lnTo>
                  <a:pt x="272034" y="64740"/>
                </a:lnTo>
                <a:lnTo>
                  <a:pt x="271851" y="61905"/>
                </a:lnTo>
                <a:lnTo>
                  <a:pt x="271394" y="58979"/>
                </a:lnTo>
                <a:lnTo>
                  <a:pt x="270571" y="56236"/>
                </a:lnTo>
                <a:lnTo>
                  <a:pt x="269474" y="53492"/>
                </a:lnTo>
                <a:lnTo>
                  <a:pt x="268102" y="51024"/>
                </a:lnTo>
                <a:lnTo>
                  <a:pt x="266365" y="48646"/>
                </a:lnTo>
                <a:lnTo>
                  <a:pt x="264444" y="46452"/>
                </a:lnTo>
                <a:lnTo>
                  <a:pt x="262250" y="44531"/>
                </a:lnTo>
                <a:lnTo>
                  <a:pt x="259872" y="42794"/>
                </a:lnTo>
                <a:lnTo>
                  <a:pt x="257404" y="41422"/>
                </a:lnTo>
                <a:lnTo>
                  <a:pt x="254660" y="40325"/>
                </a:lnTo>
                <a:lnTo>
                  <a:pt x="251917" y="39502"/>
                </a:lnTo>
                <a:lnTo>
                  <a:pt x="248991" y="39045"/>
                </a:lnTo>
                <a:lnTo>
                  <a:pt x="246156" y="38862"/>
                </a:lnTo>
                <a:lnTo>
                  <a:pt x="207294" y="38862"/>
                </a:lnTo>
                <a:moveTo>
                  <a:pt x="38862" y="207294"/>
                </a:moveTo>
                <a:lnTo>
                  <a:pt x="38862" y="246156"/>
                </a:lnTo>
                <a:lnTo>
                  <a:pt x="39045" y="248991"/>
                </a:lnTo>
                <a:lnTo>
                  <a:pt x="39502" y="251917"/>
                </a:lnTo>
                <a:lnTo>
                  <a:pt x="40325" y="254660"/>
                </a:lnTo>
                <a:lnTo>
                  <a:pt x="41422" y="257404"/>
                </a:lnTo>
                <a:lnTo>
                  <a:pt x="42794" y="259872"/>
                </a:lnTo>
                <a:lnTo>
                  <a:pt x="44531" y="262250"/>
                </a:lnTo>
                <a:lnTo>
                  <a:pt x="46452" y="264444"/>
                </a:lnTo>
                <a:lnTo>
                  <a:pt x="48646" y="266365"/>
                </a:lnTo>
                <a:lnTo>
                  <a:pt x="51024" y="268102"/>
                </a:lnTo>
                <a:lnTo>
                  <a:pt x="53492" y="269474"/>
                </a:lnTo>
                <a:lnTo>
                  <a:pt x="56236" y="270571"/>
                </a:lnTo>
                <a:lnTo>
                  <a:pt x="58979" y="271394"/>
                </a:lnTo>
                <a:lnTo>
                  <a:pt x="61905" y="271851"/>
                </a:lnTo>
                <a:lnTo>
                  <a:pt x="64740" y="272034"/>
                </a:lnTo>
                <a:lnTo>
                  <a:pt x="103602" y="272034"/>
                </a:lnTo>
                <a:moveTo>
                  <a:pt x="207294" y="272034"/>
                </a:moveTo>
                <a:lnTo>
                  <a:pt x="246156" y="272034"/>
                </a:lnTo>
                <a:lnTo>
                  <a:pt x="248991" y="271851"/>
                </a:lnTo>
                <a:lnTo>
                  <a:pt x="251917" y="271394"/>
                </a:lnTo>
                <a:lnTo>
                  <a:pt x="254660" y="270571"/>
                </a:lnTo>
                <a:lnTo>
                  <a:pt x="257404" y="269474"/>
                </a:lnTo>
                <a:lnTo>
                  <a:pt x="259872" y="268102"/>
                </a:lnTo>
                <a:lnTo>
                  <a:pt x="262250" y="266365"/>
                </a:lnTo>
                <a:lnTo>
                  <a:pt x="264444" y="264444"/>
                </a:lnTo>
                <a:lnTo>
                  <a:pt x="266365" y="262250"/>
                </a:lnTo>
                <a:lnTo>
                  <a:pt x="268102" y="259872"/>
                </a:lnTo>
                <a:lnTo>
                  <a:pt x="269474" y="257404"/>
                </a:lnTo>
                <a:lnTo>
                  <a:pt x="270571" y="254660"/>
                </a:lnTo>
                <a:lnTo>
                  <a:pt x="271394" y="251917"/>
                </a:lnTo>
                <a:lnTo>
                  <a:pt x="271851" y="248991"/>
                </a:lnTo>
                <a:lnTo>
                  <a:pt x="272034" y="246156"/>
                </a:lnTo>
                <a:lnTo>
                  <a:pt x="272034" y="207294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16152" y="3072384"/>
            <a:ext cx="11109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画面サイズ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552194" y="3758184"/>
            <a:ext cx="0" cy="10972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866644" y="3410712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921508" y="3072384"/>
            <a:ext cx="576529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21508" y="3072384"/>
            <a:ext cx="64008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4388" y="3072384"/>
            <a:ext cx="54909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クリック位置がずれる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画面サイズを1440×900などにしているか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5800" y="3877056"/>
            <a:ext cx="1732788" cy="676656"/>
          </a:xfrm>
          <a:prstGeom prst="roundRect">
            <a:avLst>
              <a:gd name="adj" fmla="val 1081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" y="4059936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310896" h="310896">
                <a:moveTo>
                  <a:pt x="220188" y="25878"/>
                </a:moveTo>
                <a:lnTo>
                  <a:pt x="272034" y="77724"/>
                </a:lnTo>
                <a:lnTo>
                  <a:pt x="220188" y="129570"/>
                </a:lnTo>
                <a:moveTo>
                  <a:pt x="38862" y="142464"/>
                </a:moveTo>
                <a:lnTo>
                  <a:pt x="38862" y="129570"/>
                </a:lnTo>
                <a:lnTo>
                  <a:pt x="39228" y="123718"/>
                </a:lnTo>
                <a:lnTo>
                  <a:pt x="40142" y="118049"/>
                </a:lnTo>
                <a:lnTo>
                  <a:pt x="41788" y="112471"/>
                </a:lnTo>
                <a:lnTo>
                  <a:pt x="43983" y="107076"/>
                </a:lnTo>
                <a:lnTo>
                  <a:pt x="46817" y="101956"/>
                </a:lnTo>
                <a:lnTo>
                  <a:pt x="50201" y="97201"/>
                </a:lnTo>
                <a:lnTo>
                  <a:pt x="54041" y="92903"/>
                </a:lnTo>
                <a:lnTo>
                  <a:pt x="58339" y="89063"/>
                </a:lnTo>
                <a:lnTo>
                  <a:pt x="63094" y="85679"/>
                </a:lnTo>
                <a:lnTo>
                  <a:pt x="68214" y="82845"/>
                </a:lnTo>
                <a:lnTo>
                  <a:pt x="73609" y="80650"/>
                </a:lnTo>
                <a:lnTo>
                  <a:pt x="79187" y="79004"/>
                </a:lnTo>
                <a:lnTo>
                  <a:pt x="84856" y="78090"/>
                </a:lnTo>
                <a:lnTo>
                  <a:pt x="90708" y="77724"/>
                </a:lnTo>
                <a:lnTo>
                  <a:pt x="272034" y="77724"/>
                </a:lnTo>
                <a:moveTo>
                  <a:pt x="90708" y="285018"/>
                </a:moveTo>
                <a:lnTo>
                  <a:pt x="38862" y="233172"/>
                </a:lnTo>
                <a:lnTo>
                  <a:pt x="90708" y="181326"/>
                </a:lnTo>
                <a:moveTo>
                  <a:pt x="272034" y="168432"/>
                </a:moveTo>
                <a:lnTo>
                  <a:pt x="272034" y="181326"/>
                </a:lnTo>
                <a:lnTo>
                  <a:pt x="271668" y="187178"/>
                </a:lnTo>
                <a:lnTo>
                  <a:pt x="270754" y="192847"/>
                </a:lnTo>
                <a:lnTo>
                  <a:pt x="269108" y="198425"/>
                </a:lnTo>
                <a:lnTo>
                  <a:pt x="266913" y="203820"/>
                </a:lnTo>
                <a:lnTo>
                  <a:pt x="264079" y="208940"/>
                </a:lnTo>
                <a:lnTo>
                  <a:pt x="260695" y="213695"/>
                </a:lnTo>
                <a:lnTo>
                  <a:pt x="256855" y="217993"/>
                </a:lnTo>
                <a:lnTo>
                  <a:pt x="252557" y="221833"/>
                </a:lnTo>
                <a:lnTo>
                  <a:pt x="247802" y="225217"/>
                </a:lnTo>
                <a:lnTo>
                  <a:pt x="242682" y="228051"/>
                </a:lnTo>
                <a:lnTo>
                  <a:pt x="237287" y="230246"/>
                </a:lnTo>
                <a:lnTo>
                  <a:pt x="231709" y="231892"/>
                </a:lnTo>
                <a:lnTo>
                  <a:pt x="226040" y="232806"/>
                </a:lnTo>
                <a:lnTo>
                  <a:pt x="220188" y="233172"/>
                </a:lnTo>
                <a:lnTo>
                  <a:pt x="38862" y="233172"/>
                </a:lnTo>
              </a:path>
            </a:pathLst>
          </a:custGeom>
          <a:noFill/>
          <a:ln w="25908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16152" y="3877056"/>
            <a:ext cx="11109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ループ制御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866644" y="4215384"/>
            <a:ext cx="-393192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921508" y="3877056"/>
            <a:ext cx="576529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21508" y="3877056"/>
            <a:ext cx="64008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4388" y="3877056"/>
            <a:ext cx="54909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途中で止まる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MAX_STEPS の上限や安全チェックで中断していないか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確認と対処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キーと権限は最小限で運用する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07008"/>
            <a:ext cx="3886200" cy="1581912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07008"/>
            <a:ext cx="64008" cy="1581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35331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41422" y="278618"/>
                </a:moveTo>
                <a:lnTo>
                  <a:pt x="40142" y="279989"/>
                </a:lnTo>
                <a:lnTo>
                  <a:pt x="38953" y="281361"/>
                </a:lnTo>
                <a:lnTo>
                  <a:pt x="37948" y="282732"/>
                </a:lnTo>
                <a:lnTo>
                  <a:pt x="36942" y="284287"/>
                </a:lnTo>
                <a:lnTo>
                  <a:pt x="36027" y="285841"/>
                </a:lnTo>
                <a:lnTo>
                  <a:pt x="35204" y="287396"/>
                </a:lnTo>
                <a:lnTo>
                  <a:pt x="34473" y="289042"/>
                </a:lnTo>
                <a:lnTo>
                  <a:pt x="33833" y="290688"/>
                </a:lnTo>
                <a:lnTo>
                  <a:pt x="33284" y="292425"/>
                </a:lnTo>
                <a:lnTo>
                  <a:pt x="32827" y="294162"/>
                </a:lnTo>
                <a:lnTo>
                  <a:pt x="32461" y="295900"/>
                </a:lnTo>
                <a:lnTo>
                  <a:pt x="32187" y="297729"/>
                </a:lnTo>
                <a:lnTo>
                  <a:pt x="32095" y="299466"/>
                </a:lnTo>
                <a:lnTo>
                  <a:pt x="32004" y="301295"/>
                </a:lnTo>
                <a:lnTo>
                  <a:pt x="32004" y="336042"/>
                </a:lnTo>
                <a:lnTo>
                  <a:pt x="32095" y="337871"/>
                </a:lnTo>
                <a:lnTo>
                  <a:pt x="32370" y="339608"/>
                </a:lnTo>
                <a:lnTo>
                  <a:pt x="32918" y="341346"/>
                </a:lnTo>
                <a:lnTo>
                  <a:pt x="33558" y="342991"/>
                </a:lnTo>
                <a:lnTo>
                  <a:pt x="34473" y="344546"/>
                </a:lnTo>
                <a:lnTo>
                  <a:pt x="35479" y="346009"/>
                </a:lnTo>
                <a:lnTo>
                  <a:pt x="36667" y="347381"/>
                </a:lnTo>
                <a:lnTo>
                  <a:pt x="38039" y="348569"/>
                </a:lnTo>
                <a:lnTo>
                  <a:pt x="39502" y="349575"/>
                </a:lnTo>
                <a:lnTo>
                  <a:pt x="41057" y="350490"/>
                </a:lnTo>
                <a:lnTo>
                  <a:pt x="42702" y="351130"/>
                </a:lnTo>
                <a:lnTo>
                  <a:pt x="44440" y="351678"/>
                </a:lnTo>
                <a:lnTo>
                  <a:pt x="46177" y="351953"/>
                </a:lnTo>
                <a:lnTo>
                  <a:pt x="48006" y="352044"/>
                </a:lnTo>
                <a:lnTo>
                  <a:pt x="96012" y="352044"/>
                </a:lnTo>
                <a:lnTo>
                  <a:pt x="97841" y="351953"/>
                </a:lnTo>
                <a:lnTo>
                  <a:pt x="99578" y="351678"/>
                </a:lnTo>
                <a:lnTo>
                  <a:pt x="101316" y="351130"/>
                </a:lnTo>
                <a:lnTo>
                  <a:pt x="102961" y="350490"/>
                </a:lnTo>
                <a:lnTo>
                  <a:pt x="104516" y="349575"/>
                </a:lnTo>
                <a:lnTo>
                  <a:pt x="105979" y="348569"/>
                </a:lnTo>
                <a:lnTo>
                  <a:pt x="107351" y="347381"/>
                </a:lnTo>
                <a:lnTo>
                  <a:pt x="108539" y="346009"/>
                </a:lnTo>
                <a:lnTo>
                  <a:pt x="109545" y="344546"/>
                </a:lnTo>
                <a:lnTo>
                  <a:pt x="110460" y="342991"/>
                </a:lnTo>
                <a:lnTo>
                  <a:pt x="111100" y="341346"/>
                </a:lnTo>
                <a:lnTo>
                  <a:pt x="111648" y="339608"/>
                </a:lnTo>
                <a:lnTo>
                  <a:pt x="111923" y="337871"/>
                </a:lnTo>
                <a:lnTo>
                  <a:pt x="112014" y="336042"/>
                </a:lnTo>
                <a:lnTo>
                  <a:pt x="112014" y="320040"/>
                </a:lnTo>
                <a:lnTo>
                  <a:pt x="112105" y="318211"/>
                </a:lnTo>
                <a:lnTo>
                  <a:pt x="112380" y="316474"/>
                </a:lnTo>
                <a:lnTo>
                  <a:pt x="112928" y="314736"/>
                </a:lnTo>
                <a:lnTo>
                  <a:pt x="113568" y="313091"/>
                </a:lnTo>
                <a:lnTo>
                  <a:pt x="114483" y="311536"/>
                </a:lnTo>
                <a:lnTo>
                  <a:pt x="115489" y="310073"/>
                </a:lnTo>
                <a:lnTo>
                  <a:pt x="116677" y="308701"/>
                </a:lnTo>
                <a:lnTo>
                  <a:pt x="118049" y="307513"/>
                </a:lnTo>
                <a:lnTo>
                  <a:pt x="119512" y="306507"/>
                </a:lnTo>
                <a:lnTo>
                  <a:pt x="121067" y="305592"/>
                </a:lnTo>
                <a:lnTo>
                  <a:pt x="122712" y="304952"/>
                </a:lnTo>
                <a:lnTo>
                  <a:pt x="124450" y="304404"/>
                </a:lnTo>
                <a:lnTo>
                  <a:pt x="126187" y="304129"/>
                </a:lnTo>
                <a:lnTo>
                  <a:pt x="128016" y="304038"/>
                </a:lnTo>
                <a:lnTo>
                  <a:pt x="144018" y="304038"/>
                </a:lnTo>
                <a:lnTo>
                  <a:pt x="145847" y="303947"/>
                </a:lnTo>
                <a:lnTo>
                  <a:pt x="147584" y="303672"/>
                </a:lnTo>
                <a:lnTo>
                  <a:pt x="149322" y="303124"/>
                </a:lnTo>
                <a:lnTo>
                  <a:pt x="150967" y="302484"/>
                </a:lnTo>
                <a:lnTo>
                  <a:pt x="152522" y="301569"/>
                </a:lnTo>
                <a:lnTo>
                  <a:pt x="153985" y="300563"/>
                </a:lnTo>
                <a:lnTo>
                  <a:pt x="155357" y="299375"/>
                </a:lnTo>
                <a:lnTo>
                  <a:pt x="156545" y="298003"/>
                </a:lnTo>
                <a:lnTo>
                  <a:pt x="157551" y="296540"/>
                </a:lnTo>
                <a:lnTo>
                  <a:pt x="158466" y="294985"/>
                </a:lnTo>
                <a:lnTo>
                  <a:pt x="159106" y="293340"/>
                </a:lnTo>
                <a:lnTo>
                  <a:pt x="159654" y="291602"/>
                </a:lnTo>
                <a:lnTo>
                  <a:pt x="159929" y="289865"/>
                </a:lnTo>
                <a:lnTo>
                  <a:pt x="160020" y="288036"/>
                </a:lnTo>
                <a:lnTo>
                  <a:pt x="160020" y="272034"/>
                </a:lnTo>
                <a:lnTo>
                  <a:pt x="160111" y="270205"/>
                </a:lnTo>
                <a:lnTo>
                  <a:pt x="160386" y="268468"/>
                </a:lnTo>
                <a:lnTo>
                  <a:pt x="160934" y="266730"/>
                </a:lnTo>
                <a:lnTo>
                  <a:pt x="161574" y="265085"/>
                </a:lnTo>
                <a:lnTo>
                  <a:pt x="162489" y="263530"/>
                </a:lnTo>
                <a:lnTo>
                  <a:pt x="163495" y="262067"/>
                </a:lnTo>
                <a:lnTo>
                  <a:pt x="164683" y="260695"/>
                </a:lnTo>
                <a:lnTo>
                  <a:pt x="166055" y="259507"/>
                </a:lnTo>
                <a:lnTo>
                  <a:pt x="167518" y="258501"/>
                </a:lnTo>
                <a:lnTo>
                  <a:pt x="169073" y="257586"/>
                </a:lnTo>
                <a:lnTo>
                  <a:pt x="170718" y="256946"/>
                </a:lnTo>
                <a:lnTo>
                  <a:pt x="172456" y="256398"/>
                </a:lnTo>
                <a:lnTo>
                  <a:pt x="174193" y="256123"/>
                </a:lnTo>
                <a:lnTo>
                  <a:pt x="176022" y="256032"/>
                </a:lnTo>
                <a:lnTo>
                  <a:pt x="178765" y="256032"/>
                </a:lnTo>
                <a:lnTo>
                  <a:pt x="180594" y="255941"/>
                </a:lnTo>
                <a:lnTo>
                  <a:pt x="182331" y="255849"/>
                </a:lnTo>
                <a:lnTo>
                  <a:pt x="184160" y="255575"/>
                </a:lnTo>
                <a:lnTo>
                  <a:pt x="185898" y="255209"/>
                </a:lnTo>
                <a:lnTo>
                  <a:pt x="187635" y="254752"/>
                </a:lnTo>
                <a:lnTo>
                  <a:pt x="189372" y="254203"/>
                </a:lnTo>
                <a:lnTo>
                  <a:pt x="191018" y="253563"/>
                </a:lnTo>
                <a:lnTo>
                  <a:pt x="192664" y="252832"/>
                </a:lnTo>
                <a:lnTo>
                  <a:pt x="194219" y="252009"/>
                </a:lnTo>
                <a:lnTo>
                  <a:pt x="195773" y="251094"/>
                </a:lnTo>
                <a:lnTo>
                  <a:pt x="197328" y="250088"/>
                </a:lnTo>
                <a:lnTo>
                  <a:pt x="198699" y="249083"/>
                </a:lnTo>
                <a:lnTo>
                  <a:pt x="200071" y="247894"/>
                </a:lnTo>
                <a:lnTo>
                  <a:pt x="201442" y="246614"/>
                </a:lnTo>
                <a:lnTo>
                  <a:pt x="214427" y="233629"/>
                </a:lnTo>
                <a:lnTo>
                  <a:pt x="253746" y="239298"/>
                </a:lnTo>
                <a:lnTo>
                  <a:pt x="292334" y="229789"/>
                </a:lnTo>
                <a:lnTo>
                  <a:pt x="324612" y="206472"/>
                </a:lnTo>
                <a:lnTo>
                  <a:pt x="345735" y="172822"/>
                </a:lnTo>
                <a:lnTo>
                  <a:pt x="352684" y="133685"/>
                </a:lnTo>
                <a:lnTo>
                  <a:pt x="344363" y="94823"/>
                </a:lnTo>
                <a:lnTo>
                  <a:pt x="322235" y="61813"/>
                </a:lnTo>
                <a:lnTo>
                  <a:pt x="289225" y="39685"/>
                </a:lnTo>
                <a:lnTo>
                  <a:pt x="250363" y="31364"/>
                </a:lnTo>
                <a:lnTo>
                  <a:pt x="211226" y="38313"/>
                </a:lnTo>
                <a:lnTo>
                  <a:pt x="177576" y="59436"/>
                </a:lnTo>
                <a:lnTo>
                  <a:pt x="154259" y="91714"/>
                </a:lnTo>
                <a:lnTo>
                  <a:pt x="144750" y="130302"/>
                </a:lnTo>
                <a:lnTo>
                  <a:pt x="150419" y="169621"/>
                </a:lnTo>
                <a:lnTo>
                  <a:pt x="41422" y="278618"/>
                </a:lnTo>
                <a:close/>
                <a:moveTo>
                  <a:pt x="272034" y="119969"/>
                </a:moveTo>
                <a:lnTo>
                  <a:pt x="271851" y="121798"/>
                </a:lnTo>
                <a:lnTo>
                  <a:pt x="271211" y="123444"/>
                </a:lnTo>
                <a:lnTo>
                  <a:pt x="270297" y="124998"/>
                </a:lnTo>
                <a:lnTo>
                  <a:pt x="269016" y="126279"/>
                </a:lnTo>
                <a:lnTo>
                  <a:pt x="267462" y="127193"/>
                </a:lnTo>
                <a:lnTo>
                  <a:pt x="265816" y="127833"/>
                </a:lnTo>
                <a:lnTo>
                  <a:pt x="263987" y="128016"/>
                </a:lnTo>
                <a:lnTo>
                  <a:pt x="262250" y="127833"/>
                </a:lnTo>
                <a:lnTo>
                  <a:pt x="260604" y="127193"/>
                </a:lnTo>
                <a:lnTo>
                  <a:pt x="259050" y="126279"/>
                </a:lnTo>
                <a:lnTo>
                  <a:pt x="257769" y="124998"/>
                </a:lnTo>
                <a:lnTo>
                  <a:pt x="256855" y="123444"/>
                </a:lnTo>
                <a:lnTo>
                  <a:pt x="256215" y="121798"/>
                </a:lnTo>
                <a:lnTo>
                  <a:pt x="256032" y="119969"/>
                </a:lnTo>
                <a:lnTo>
                  <a:pt x="256215" y="118232"/>
                </a:lnTo>
                <a:lnTo>
                  <a:pt x="256855" y="116586"/>
                </a:lnTo>
                <a:lnTo>
                  <a:pt x="257769" y="115032"/>
                </a:lnTo>
                <a:lnTo>
                  <a:pt x="259050" y="113751"/>
                </a:lnTo>
                <a:lnTo>
                  <a:pt x="260604" y="112837"/>
                </a:lnTo>
                <a:lnTo>
                  <a:pt x="262250" y="112197"/>
                </a:lnTo>
                <a:lnTo>
                  <a:pt x="263987" y="112014"/>
                </a:lnTo>
                <a:lnTo>
                  <a:pt x="265816" y="112197"/>
                </a:lnTo>
                <a:lnTo>
                  <a:pt x="267462" y="112837"/>
                </a:lnTo>
                <a:lnTo>
                  <a:pt x="269016" y="113751"/>
                </a:lnTo>
                <a:lnTo>
                  <a:pt x="270297" y="115032"/>
                </a:lnTo>
                <a:lnTo>
                  <a:pt x="271211" y="116586"/>
                </a:lnTo>
                <a:lnTo>
                  <a:pt x="271851" y="118232"/>
                </a:lnTo>
                <a:lnTo>
                  <a:pt x="272034" y="119969"/>
                </a:lnTo>
                <a:close/>
              </a:path>
            </a:pathLst>
          </a:custGeom>
          <a:noFill/>
          <a:ln w="32004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0744" y="13167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キー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86968" y="1847088"/>
            <a:ext cx="35387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ファイルやリポジトリに書かず、漏えい時は再生成する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00600" y="1207008"/>
            <a:ext cx="3886200" cy="1581912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207008"/>
            <a:ext cx="64008" cy="1581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01768" y="135331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320040" y="208026"/>
                </a:moveTo>
                <a:lnTo>
                  <a:pt x="318943" y="227228"/>
                </a:lnTo>
                <a:lnTo>
                  <a:pt x="315559" y="244785"/>
                </a:lnTo>
                <a:lnTo>
                  <a:pt x="310256" y="260878"/>
                </a:lnTo>
                <a:lnTo>
                  <a:pt x="303032" y="275600"/>
                </a:lnTo>
                <a:lnTo>
                  <a:pt x="294162" y="288859"/>
                </a:lnTo>
                <a:lnTo>
                  <a:pt x="283738" y="300929"/>
                </a:lnTo>
                <a:lnTo>
                  <a:pt x="271851" y="311810"/>
                </a:lnTo>
                <a:lnTo>
                  <a:pt x="258867" y="321594"/>
                </a:lnTo>
                <a:lnTo>
                  <a:pt x="244693" y="330373"/>
                </a:lnTo>
                <a:lnTo>
                  <a:pt x="229697" y="338145"/>
                </a:lnTo>
                <a:lnTo>
                  <a:pt x="213878" y="345095"/>
                </a:lnTo>
                <a:lnTo>
                  <a:pt x="197419" y="351221"/>
                </a:lnTo>
                <a:lnTo>
                  <a:pt x="196687" y="351495"/>
                </a:lnTo>
                <a:lnTo>
                  <a:pt x="195956" y="351678"/>
                </a:lnTo>
                <a:lnTo>
                  <a:pt x="195224" y="351861"/>
                </a:lnTo>
                <a:lnTo>
                  <a:pt x="194401" y="351953"/>
                </a:lnTo>
                <a:lnTo>
                  <a:pt x="193670" y="352044"/>
                </a:lnTo>
                <a:lnTo>
                  <a:pt x="192847" y="352044"/>
                </a:lnTo>
                <a:lnTo>
                  <a:pt x="192115" y="352044"/>
                </a:lnTo>
                <a:lnTo>
                  <a:pt x="191292" y="352044"/>
                </a:lnTo>
                <a:lnTo>
                  <a:pt x="190561" y="351953"/>
                </a:lnTo>
                <a:lnTo>
                  <a:pt x="189738" y="351861"/>
                </a:lnTo>
                <a:lnTo>
                  <a:pt x="189006" y="351770"/>
                </a:lnTo>
                <a:lnTo>
                  <a:pt x="188275" y="351587"/>
                </a:lnTo>
                <a:lnTo>
                  <a:pt x="187452" y="351312"/>
                </a:lnTo>
                <a:lnTo>
                  <a:pt x="186720" y="351038"/>
                </a:lnTo>
                <a:lnTo>
                  <a:pt x="170353" y="344912"/>
                </a:lnTo>
                <a:lnTo>
                  <a:pt x="154442" y="338054"/>
                </a:lnTo>
                <a:lnTo>
                  <a:pt x="139446" y="330281"/>
                </a:lnTo>
                <a:lnTo>
                  <a:pt x="125273" y="321503"/>
                </a:lnTo>
                <a:lnTo>
                  <a:pt x="112197" y="311810"/>
                </a:lnTo>
                <a:lnTo>
                  <a:pt x="100310" y="300929"/>
                </a:lnTo>
                <a:lnTo>
                  <a:pt x="89886" y="288859"/>
                </a:lnTo>
                <a:lnTo>
                  <a:pt x="81016" y="275600"/>
                </a:lnTo>
                <a:lnTo>
                  <a:pt x="73792" y="260878"/>
                </a:lnTo>
                <a:lnTo>
                  <a:pt x="68489" y="244785"/>
                </a:lnTo>
                <a:lnTo>
                  <a:pt x="65105" y="227228"/>
                </a:lnTo>
                <a:lnTo>
                  <a:pt x="64008" y="208026"/>
                </a:lnTo>
                <a:lnTo>
                  <a:pt x="64008" y="96012"/>
                </a:lnTo>
                <a:lnTo>
                  <a:pt x="64099" y="94183"/>
                </a:lnTo>
                <a:lnTo>
                  <a:pt x="64374" y="92446"/>
                </a:lnTo>
                <a:lnTo>
                  <a:pt x="64922" y="90708"/>
                </a:lnTo>
                <a:lnTo>
                  <a:pt x="65562" y="89063"/>
                </a:lnTo>
                <a:lnTo>
                  <a:pt x="66477" y="87508"/>
                </a:lnTo>
                <a:lnTo>
                  <a:pt x="67483" y="86045"/>
                </a:lnTo>
                <a:lnTo>
                  <a:pt x="68671" y="84673"/>
                </a:lnTo>
                <a:lnTo>
                  <a:pt x="70043" y="83485"/>
                </a:lnTo>
                <a:lnTo>
                  <a:pt x="71506" y="82479"/>
                </a:lnTo>
                <a:lnTo>
                  <a:pt x="73061" y="81564"/>
                </a:lnTo>
                <a:lnTo>
                  <a:pt x="74706" y="80924"/>
                </a:lnTo>
                <a:lnTo>
                  <a:pt x="76444" y="80376"/>
                </a:lnTo>
                <a:lnTo>
                  <a:pt x="78181" y="80101"/>
                </a:lnTo>
                <a:lnTo>
                  <a:pt x="80010" y="80010"/>
                </a:lnTo>
                <a:lnTo>
                  <a:pt x="88148" y="79644"/>
                </a:lnTo>
                <a:lnTo>
                  <a:pt x="96561" y="78456"/>
                </a:lnTo>
                <a:lnTo>
                  <a:pt x="105156" y="76627"/>
                </a:lnTo>
                <a:lnTo>
                  <a:pt x="113934" y="74158"/>
                </a:lnTo>
                <a:lnTo>
                  <a:pt x="122712" y="71049"/>
                </a:lnTo>
                <a:lnTo>
                  <a:pt x="131491" y="67391"/>
                </a:lnTo>
                <a:lnTo>
                  <a:pt x="140178" y="63185"/>
                </a:lnTo>
                <a:lnTo>
                  <a:pt x="148681" y="58613"/>
                </a:lnTo>
                <a:lnTo>
                  <a:pt x="157002" y="53584"/>
                </a:lnTo>
                <a:lnTo>
                  <a:pt x="165049" y="48189"/>
                </a:lnTo>
                <a:lnTo>
                  <a:pt x="172639" y="42428"/>
                </a:lnTo>
                <a:lnTo>
                  <a:pt x="179862" y="36485"/>
                </a:lnTo>
                <a:lnTo>
                  <a:pt x="181326" y="35296"/>
                </a:lnTo>
                <a:lnTo>
                  <a:pt x="182971" y="34290"/>
                </a:lnTo>
                <a:lnTo>
                  <a:pt x="184709" y="33467"/>
                </a:lnTo>
                <a:lnTo>
                  <a:pt x="186446" y="32827"/>
                </a:lnTo>
                <a:lnTo>
                  <a:pt x="188275" y="32370"/>
                </a:lnTo>
                <a:lnTo>
                  <a:pt x="190104" y="32095"/>
                </a:lnTo>
                <a:lnTo>
                  <a:pt x="192024" y="32004"/>
                </a:lnTo>
                <a:lnTo>
                  <a:pt x="193944" y="32095"/>
                </a:lnTo>
                <a:lnTo>
                  <a:pt x="195773" y="32370"/>
                </a:lnTo>
                <a:lnTo>
                  <a:pt x="197602" y="32827"/>
                </a:lnTo>
                <a:lnTo>
                  <a:pt x="199339" y="33467"/>
                </a:lnTo>
                <a:lnTo>
                  <a:pt x="201077" y="34290"/>
                </a:lnTo>
                <a:lnTo>
                  <a:pt x="202722" y="35296"/>
                </a:lnTo>
                <a:lnTo>
                  <a:pt x="204186" y="36485"/>
                </a:lnTo>
                <a:lnTo>
                  <a:pt x="211409" y="42520"/>
                </a:lnTo>
                <a:lnTo>
                  <a:pt x="219090" y="48189"/>
                </a:lnTo>
                <a:lnTo>
                  <a:pt x="227137" y="53584"/>
                </a:lnTo>
                <a:lnTo>
                  <a:pt x="235367" y="58613"/>
                </a:lnTo>
                <a:lnTo>
                  <a:pt x="243962" y="63276"/>
                </a:lnTo>
                <a:lnTo>
                  <a:pt x="252649" y="67391"/>
                </a:lnTo>
                <a:lnTo>
                  <a:pt x="261336" y="71049"/>
                </a:lnTo>
                <a:lnTo>
                  <a:pt x="270114" y="74158"/>
                </a:lnTo>
                <a:lnTo>
                  <a:pt x="278892" y="76627"/>
                </a:lnTo>
                <a:lnTo>
                  <a:pt x="287487" y="78456"/>
                </a:lnTo>
                <a:lnTo>
                  <a:pt x="295900" y="79644"/>
                </a:lnTo>
                <a:lnTo>
                  <a:pt x="304038" y="80010"/>
                </a:lnTo>
                <a:lnTo>
                  <a:pt x="305867" y="80101"/>
                </a:lnTo>
                <a:lnTo>
                  <a:pt x="307604" y="80376"/>
                </a:lnTo>
                <a:lnTo>
                  <a:pt x="309342" y="80924"/>
                </a:lnTo>
                <a:lnTo>
                  <a:pt x="310987" y="81564"/>
                </a:lnTo>
                <a:lnTo>
                  <a:pt x="312542" y="82479"/>
                </a:lnTo>
                <a:lnTo>
                  <a:pt x="314005" y="83485"/>
                </a:lnTo>
                <a:lnTo>
                  <a:pt x="315377" y="84673"/>
                </a:lnTo>
                <a:lnTo>
                  <a:pt x="316565" y="86045"/>
                </a:lnTo>
                <a:lnTo>
                  <a:pt x="317571" y="87508"/>
                </a:lnTo>
                <a:lnTo>
                  <a:pt x="318486" y="89063"/>
                </a:lnTo>
                <a:lnTo>
                  <a:pt x="319126" y="90708"/>
                </a:lnTo>
                <a:lnTo>
                  <a:pt x="319674" y="92446"/>
                </a:lnTo>
                <a:lnTo>
                  <a:pt x="319949" y="94183"/>
                </a:lnTo>
                <a:lnTo>
                  <a:pt x="320040" y="96012"/>
                </a:lnTo>
                <a:lnTo>
                  <a:pt x="320040" y="208026"/>
                </a:lnTo>
                <a:close/>
                <a:moveTo>
                  <a:pt x="144018" y="192024"/>
                </a:moveTo>
                <a:lnTo>
                  <a:pt x="176022" y="224028"/>
                </a:lnTo>
                <a:lnTo>
                  <a:pt x="240030" y="160020"/>
                </a:lnTo>
              </a:path>
            </a:pathLst>
          </a:custGeom>
          <a:noFill/>
          <a:ln w="32004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95544" y="13167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権限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01768" y="1847088"/>
            <a:ext cx="35387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呼び出し用ロールだけ付与し、Claude CodeはEntra IDで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971800"/>
            <a:ext cx="3886200" cy="1581912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971800"/>
            <a:ext cx="64008" cy="1581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6968" y="3118104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128016"/>
                </a:moveTo>
                <a:lnTo>
                  <a:pt x="192024" y="64008"/>
                </a:lnTo>
                <a:lnTo>
                  <a:pt x="128016" y="64008"/>
                </a:lnTo>
                <a:moveTo>
                  <a:pt x="32004" y="224028"/>
                </a:moveTo>
                <a:lnTo>
                  <a:pt x="64008" y="224028"/>
                </a:lnTo>
                <a:moveTo>
                  <a:pt x="320040" y="224028"/>
                </a:moveTo>
                <a:lnTo>
                  <a:pt x="352044" y="224028"/>
                </a:lnTo>
                <a:moveTo>
                  <a:pt x="240030" y="208026"/>
                </a:moveTo>
                <a:lnTo>
                  <a:pt x="240030" y="240030"/>
                </a:lnTo>
                <a:moveTo>
                  <a:pt x="144018" y="208026"/>
                </a:moveTo>
                <a:lnTo>
                  <a:pt x="144018" y="240030"/>
                </a:lnTo>
                <a:moveTo>
                  <a:pt x="64008" y="128016"/>
                </a:moveTo>
                <a:lnTo>
                  <a:pt x="320040" y="128016"/>
                </a:lnTo>
                <a:lnTo>
                  <a:pt x="320040" y="320040"/>
                </a:lnTo>
                <a:lnTo>
                  <a:pt x="64008" y="320040"/>
                </a:lnTo>
                <a:lnTo>
                  <a:pt x="64008" y="128016"/>
                </a:lnTo>
                <a:close/>
              </a:path>
            </a:pathLst>
          </a:custGeom>
          <a:noFill/>
          <a:ln w="32004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0744" y="30815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自律実行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86968" y="3611880"/>
            <a:ext cx="35387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フルアクセスモードはサンドボックス等と併用する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00600" y="2971800"/>
            <a:ext cx="3886200" cy="1581912"/>
          </a:xfrm>
          <a:prstGeom prst="rect">
            <a:avLst/>
          </a:prstGeom>
          <a:solidFill>
            <a:srgbClr val="F5F7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971800"/>
            <a:ext cx="64008" cy="1581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01768" y="3118104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28016" y="336042"/>
                </a:moveTo>
                <a:lnTo>
                  <a:pt x="256032" y="336042"/>
                </a:lnTo>
                <a:moveTo>
                  <a:pt x="192024" y="272034"/>
                </a:moveTo>
                <a:lnTo>
                  <a:pt x="192024" y="336042"/>
                </a:lnTo>
                <a:moveTo>
                  <a:pt x="32004" y="48006"/>
                </a:moveTo>
                <a:lnTo>
                  <a:pt x="352044" y="48006"/>
                </a:lnTo>
                <a:lnTo>
                  <a:pt x="352044" y="272034"/>
                </a:lnTo>
                <a:lnTo>
                  <a:pt x="32004" y="272034"/>
                </a:lnTo>
                <a:lnTo>
                  <a:pt x="32004" y="48006"/>
                </a:lnTo>
                <a:close/>
              </a:path>
            </a:pathLst>
          </a:custGeom>
          <a:noFill/>
          <a:ln w="32004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95544" y="30815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Use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001768" y="3611880"/>
            <a:ext cx="35387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検証用VMで動かし、安全チェックは人が承認する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02920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運用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出典（1/2・9月17日確認）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8001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 on Microsoft Foundry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code.claude.com/docs/en/microsoft-foundry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 Advanced setup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code.claude.com/docs/en/setup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with Azure OpenAI in Microsoft Foundry Models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learn.microsoft.com/azure/foundry/openai/how-to/codex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openai/codex README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github.com/openai/codex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Advanced configuration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learn.chatgpt.com/docs/config-file/config-advanced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出典（2/2・9月17日確認）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85800" y="969264"/>
            <a:ext cx="5486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8001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use image generation models from OpenAI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learn.microsoft.com/azure/foundry/openai/how-to/dall-e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Use in Azure OpenAI (classic)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learn.microsoft.com/azure/ai-foundry/openai/how-to/computer-use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OpenAI reasoning models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learn.microsoft.com/azure/foundry/openai/how-to/reasoning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computer use tool for agents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learn.microsoft.com/azure/foundry/agents/how-to/tools/computer-use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 computer use</a:t>
            </a:r>
            <a:endParaRPr lang="en-US" sz="16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code.claude.com/docs/en/computer-use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AI-Engine-Dev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Codex CLI / Claude Code 導入とMicrosoft Foundry接続手順</dc:title>
  <dc:subject>Codex CLI / Claude Code 導入とMicrosoft Foundry接続手順</dc:subject>
  <dc:creator>AI-Engine-Dev presentation harness</dc:creator>
  <cp:lastModifiedBy>AI-Engine-Dev presentation harness</cp:lastModifiedBy>
  <cp:revision>1</cp:revision>
  <dcterms:created xsi:type="dcterms:W3CDTF">2026-10-01T22:05:45Z</dcterms:created>
  <dcterms:modified xsi:type="dcterms:W3CDTF">2026-10-01T22:05:45Z</dcterms:modified>
</cp:coreProperties>
</file>