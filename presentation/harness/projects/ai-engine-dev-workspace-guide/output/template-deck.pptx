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005840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 CATEGORY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" y="1508760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guide title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685800" y="260604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concise subtitle describing the audience and outcome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42245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OR CONTEXT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title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85800" y="2578608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reader will understand in this section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85800" y="4160520"/>
            <a:ext cx="8001000" cy="0"/>
          </a:xfrm>
          <a:prstGeom prst="line">
            <a:avLst/>
          </a:prstGeom>
          <a:noFill/>
          <a:ln w="12700">
            <a:solidFill>
              <a:srgbClr val="3842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43159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AI-ENGINE-DEV GUIDE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Folder roles become clear at a glance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353312"/>
            <a:ext cx="2834640" cy="2971800"/>
          </a:xfrm>
          <a:prstGeom prst="roundRect">
            <a:avLst>
              <a:gd name="adj" fmla="val 2581"/>
            </a:avLst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" y="1609344"/>
            <a:ext cx="233172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workspace-root/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 development/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│  ├─ projects/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│  ├─ skills/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│  ├─ scripts/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│  └─ templates/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 presentation/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│  ├─ harness/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│  ├─ skills/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│  └─ presentations/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└─ Lerning/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886200" y="1353312"/>
            <a:ext cx="22402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  <a:effectLst>
            <a:outerShdw sx="100000" sy="100000" kx="0" ky="0" algn="bl" rotWithShape="0" blurRad="12700" dist="50800" dir="2700000">
              <a:srgbClr val="D8DCE3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86200" y="1353312"/>
            <a:ext cx="73152" cy="12984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87368" y="148132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AREA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087368" y="173736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Folder name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087368" y="212140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Responsibility and entry point.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55080" y="1353312"/>
            <a:ext cx="233172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  <a:effectLst>
            <a:outerShdw sx="100000" sy="100000" kx="0" ky="0" algn="bl" rotWithShape="0" blurRad="12700" dist="50800" dir="2700000">
              <a:srgbClr val="D8DCE3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55080" y="1353312"/>
            <a:ext cx="73152" cy="12984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56248" y="148132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CANONICAL ENTRY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56248" y="173736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README.md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556248" y="2121408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document and next action.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86200" y="2907792"/>
            <a:ext cx="4800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  <a:effectLst>
            <a:outerShdw sx="100000" sy="100000" kx="0" ky="0" algn="bl" rotWithShape="0" blurRad="12700" dist="50800" dir="2700000">
              <a:srgbClr val="D8DCE3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86200" y="2907792"/>
            <a:ext cx="73152" cy="1417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87368" y="3035808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087368" y="329184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belongs elsewhere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087368" y="3675888"/>
            <a:ext cx="4434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nearest related area and prevent misplaced artifacts.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7183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AI-ENGINE-DEV GUIDE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75320" y="47183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Five-stage workflow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2103120" y="2624328"/>
            <a:ext cx="192024" cy="0"/>
          </a:xfrm>
          <a:prstGeom prst="line">
            <a:avLst/>
          </a:prstGeom>
          <a:noFill/>
          <a:ln w="1778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685800" y="1874520"/>
            <a:ext cx="1417320" cy="1627632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203911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2104" y="240487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32104" y="2825496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Goal, audience, evidence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749040" y="2624328"/>
            <a:ext cx="192024" cy="0"/>
          </a:xfrm>
          <a:prstGeom prst="line">
            <a:avLst/>
          </a:prstGeom>
          <a:noFill/>
          <a:ln w="1778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331720" y="1874520"/>
            <a:ext cx="1417320" cy="1627632"/>
          </a:xfrm>
          <a:prstGeom prst="roundRect">
            <a:avLst>
              <a:gd name="adj" fmla="val 5161"/>
            </a:avLst>
          </a:prstGeom>
          <a:solidFill>
            <a:srgbClr val="E8F0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78024" y="203911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78024" y="240487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478024" y="2825496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Folder and Skill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394960" y="2624328"/>
            <a:ext cx="192024" cy="0"/>
          </a:xfrm>
          <a:prstGeom prst="line">
            <a:avLst/>
          </a:prstGeom>
          <a:noFill/>
          <a:ln w="1778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977640" y="1874520"/>
            <a:ext cx="1417320" cy="1627632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23944" y="203911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23944" y="240487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123944" y="2825496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 and source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040880" y="2624328"/>
            <a:ext cx="192024" cy="0"/>
          </a:xfrm>
          <a:prstGeom prst="line">
            <a:avLst/>
          </a:prstGeom>
          <a:noFill/>
          <a:ln w="1778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623560" y="1874520"/>
            <a:ext cx="1417320" cy="1627632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9864" y="203911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769864" y="240487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769864" y="2825496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and visual QA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269480" y="1874520"/>
            <a:ext cx="1417320" cy="1627632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15784" y="203911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415784" y="240487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Handoff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415784" y="2825496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and risks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7183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AI-ENGINE-DEV GUIDE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75320" y="47183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CATALOG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title with one clear takeaway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1389888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481328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75688" y="1371600"/>
            <a:ext cx="1691640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85416" y="1481328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767328" y="1371600"/>
            <a:ext cx="2880360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77056" y="1481328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when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47688" y="1371600"/>
            <a:ext cx="2039112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57416" y="1481328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output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1828800"/>
            <a:ext cx="1389888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1947672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ONE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75688" y="1828800"/>
            <a:ext cx="169164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85416" y="1947672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name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67328" y="1828800"/>
            <a:ext cx="288036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77056" y="1947672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this Skill fits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47688" y="1828800"/>
            <a:ext cx="203911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57416" y="1947672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output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2450592"/>
            <a:ext cx="1389888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2569464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TWO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075688" y="2450592"/>
            <a:ext cx="169164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85416" y="2569464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name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767328" y="2450592"/>
            <a:ext cx="288036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77056" y="2569464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this Skill fits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647688" y="2450592"/>
            <a:ext cx="2039112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57416" y="2569464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output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5800" y="3072384"/>
            <a:ext cx="1389888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5528" y="3191256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THREE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075688" y="3072384"/>
            <a:ext cx="169164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85416" y="3191256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name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767328" y="3072384"/>
            <a:ext cx="288036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77056" y="3191256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this Skill fits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47688" y="3072384"/>
            <a:ext cx="203911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57416" y="3191256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output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85800" y="3694176"/>
            <a:ext cx="1389888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5528" y="3813048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FOUR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075688" y="3694176"/>
            <a:ext cx="169164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85416" y="381304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name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767328" y="3694176"/>
            <a:ext cx="288036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77056" y="3813048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this Skill fits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647688" y="3694176"/>
            <a:ext cx="2039112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57416" y="3813048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output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47183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AI-ENGINE-DEV GUIDE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275320" y="47183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GUIDE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title with one clear takeaway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389888"/>
            <a:ext cx="1965960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  <a:effectLst>
            <a:outerShdw sx="100000" sy="100000" kx="0" ky="0" algn="bl" rotWithShape="0" blurRad="12700" dist="50800" dir="2700000">
              <a:srgbClr val="D8DCE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389888"/>
            <a:ext cx="73152" cy="124358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51790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86968" y="1773936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86968" y="2157984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outcome.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11880" y="1234440"/>
            <a:ext cx="205740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  <a:effectLst>
            <a:outerShdw sx="100000" sy="100000" kx="0" ky="0" algn="bl" rotWithShape="0" blurRad="12700" dist="50800" dir="2700000">
              <a:srgbClr val="D8DCE3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1880" y="1234440"/>
            <a:ext cx="73152" cy="13898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13048" y="136245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13048" y="16184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813048" y="2002536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· design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· tests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11880" y="2880360"/>
            <a:ext cx="205740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  <a:effectLst>
            <a:outerShdw sx="100000" sy="100000" kx="0" ky="0" algn="bl" rotWithShape="0" blurRad="12700" dist="50800" dir="2700000">
              <a:srgbClr val="D8DCE3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11880" y="2880360"/>
            <a:ext cx="73152" cy="13898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13048" y="300837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13048" y="326440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813048" y="3648456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· deck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· visual QA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537960" y="205740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  <a:effectLst>
            <a:outerShdw sx="100000" sy="100000" kx="0" ky="0" algn="bl" rotWithShape="0" blurRad="12700" dist="50800" dir="2700000">
              <a:srgbClr val="D8DCE3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2057400"/>
            <a:ext cx="73152" cy="1417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39128" y="218541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39128" y="2441448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739128" y="2825496"/>
            <a:ext cx="1783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matching SKILL.md.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651760" y="2011680"/>
            <a:ext cx="896112" cy="-91440"/>
          </a:xfrm>
          <a:prstGeom prst="line">
            <a:avLst/>
          </a:prstGeom>
          <a:noFill/>
          <a:ln w="1524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651760" y="2011680"/>
            <a:ext cx="896112" cy="1554480"/>
          </a:xfrm>
          <a:prstGeom prst="line">
            <a:avLst/>
          </a:prstGeom>
          <a:noFill/>
          <a:ln w="1524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669280" y="1920240"/>
            <a:ext cx="804672" cy="594360"/>
          </a:xfrm>
          <a:prstGeom prst="line">
            <a:avLst/>
          </a:prstGeom>
          <a:noFill/>
          <a:ln w="1524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669280" y="3566160"/>
            <a:ext cx="804672" cy="-548640"/>
          </a:xfrm>
          <a:prstGeom prst="line">
            <a:avLst/>
          </a:prstGeom>
          <a:noFill/>
          <a:ln w="1524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7183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AI-ENGINE-DEV GUIDE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75320" y="47183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BY STEP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Four-step procedure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29844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F0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89888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1316736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entrypoint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86200" y="131673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nearest README and AGENTS.md.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1755648"/>
            <a:ext cx="0" cy="292608"/>
          </a:xfrm>
          <a:prstGeom prst="line">
            <a:avLst/>
          </a:prstGeom>
          <a:noFill/>
          <a:ln w="19050">
            <a:solidFill>
              <a:srgbClr val="D5D9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04825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F0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39696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2066544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the brief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886200" y="206654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scope, evidence, constraints, and authority.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14400" y="2505456"/>
            <a:ext cx="0" cy="292608"/>
          </a:xfrm>
          <a:prstGeom prst="line">
            <a:avLst/>
          </a:prstGeom>
          <a:noFill/>
          <a:ln w="19050">
            <a:solidFill>
              <a:srgbClr val="D5D9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798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F0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889504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2816352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Skill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886200" y="2816352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the artifact with its required workflow.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14400" y="3255264"/>
            <a:ext cx="0" cy="292608"/>
          </a:xfrm>
          <a:prstGeom prst="line">
            <a:avLst/>
          </a:prstGeom>
          <a:noFill/>
          <a:ln w="19050">
            <a:solidFill>
              <a:srgbClr val="D5D9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354787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639312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71600" y="3566160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and hand off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886200" y="356616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completed checks from remaining risks.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7183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AI-ENGINE-DEV GUIDE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75320" y="47183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Two-area comparison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353312"/>
            <a:ext cx="3822192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  <a:effectLst>
            <a:outerShdw sx="100000" sy="100000" kx="0" ky="0" algn="bl" rotWithShape="0" blurRad="12700" dist="50800" dir="2700000">
              <a:srgbClr val="D8DCE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353312"/>
            <a:ext cx="73152" cy="2697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481328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AREA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86968" y="1737360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86968" y="2121408"/>
            <a:ext cx="3456432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inputs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Skills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artifacts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and handoff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64608" y="1353312"/>
            <a:ext cx="3822192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  <a:effectLst>
            <a:outerShdw sx="100000" sy="100000" kx="0" ky="0" algn="bl" rotWithShape="0" blurRad="12700" dist="50800" dir="2700000">
              <a:srgbClr val="D8DCE3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64608" y="1353312"/>
            <a:ext cx="73152" cy="26974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65776" y="1481328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AREA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65776" y="1737360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65776" y="2121408"/>
            <a:ext cx="3456432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inputs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Skills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artifacts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and handoff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965960" y="4224528"/>
            <a:ext cx="5212080" cy="347472"/>
          </a:xfrm>
          <a:prstGeom prst="roundRect">
            <a:avLst>
              <a:gd name="adj" fmla="val 21053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57400" y="4270248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rule: evidence, canonical sources, validation, human review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7183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AI-ENGINE-DEV GUIDE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75320" y="47183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AND CAUTION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and authority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385876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  <a:effectLst>
            <a:outerShdw sx="100000" sy="100000" kx="0" ky="0" algn="bl" rotWithShape="0" blurRad="12700" dist="50800" dir="2700000">
              <a:srgbClr val="D8DCE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371600"/>
            <a:ext cx="73152" cy="12344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499616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86968" y="1755648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86968" y="2139696"/>
            <a:ext cx="34930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by a current source or check.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18888" y="1371600"/>
            <a:ext cx="385876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  <a:effectLst>
            <a:outerShdw sx="100000" sy="100000" kx="0" ky="0" algn="bl" rotWithShape="0" blurRad="12700" dist="50800" dir="2700000">
              <a:srgbClr val="D8DCE3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18888" y="1371600"/>
            <a:ext cx="73152" cy="1234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0056" y="1499616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0056" y="1755648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20056" y="2139696"/>
            <a:ext cx="34930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for progress, but clearly labeled.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" y="2852928"/>
            <a:ext cx="385876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  <a:effectLst>
            <a:outerShdw sx="100000" sy="100000" kx="0" ky="0" algn="bl" rotWithShape="0" blurRad="12700" dist="50800" dir="2700000">
              <a:srgbClr val="D8DCE3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2852928"/>
            <a:ext cx="73152" cy="1234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2980944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86968" y="3236976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Unresolved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86968" y="3621024"/>
            <a:ext cx="34930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user input or later verification.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18888" y="2852928"/>
            <a:ext cx="385876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  <a:effectLst>
            <a:outerShdw sx="100000" sy="100000" kx="0" ky="0" algn="bl" rotWithShape="0" blurRad="12700" dist="50800" dir="2700000">
              <a:srgbClr val="D8DCE3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18888" y="2852928"/>
            <a:ext cx="73152" cy="123444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0056" y="2980944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0056" y="3236976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020056" y="3621024"/>
            <a:ext cx="34930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do not expand authority.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7183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AI-ENGINE-DEV GUIDE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75320" y="47183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8001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CHECK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94944"/>
            <a:ext cx="8001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reader is ready when these six conditions are clear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16642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0992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16152" y="1655064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know which folder owns the work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800600" y="16642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70992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330952" y="1655064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selected only the Skills required for this task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24505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49631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16152" y="2441448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Facts, assumptions, and unresolved items are separated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800600" y="24505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249631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30952" y="2441448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and canonical documents agree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323697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28269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16152" y="3227832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and uncompleted checks are reported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800600" y="323697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328269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330952" y="3227832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actions stay within explicit authority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5800" y="4352544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LINKS OR NEXT ACTION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AI-Engine-Dev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AI-Engine-Dev workspace guide template source</dc:title>
  <dc:subject>AI-Engine-Dev workspace guide template source</dc:subject>
  <dc:creator>AI-Engine-Dev presentation harness</dc:creator>
  <cp:lastModifiedBy>AI-Engine-Dev presentation harness</cp:lastModifiedBy>
  <cp:revision>1</cp:revision>
  <dcterms:created xsi:type="dcterms:W3CDTF">2026-09-06T10:16:25Z</dcterms:created>
  <dcterms:modified xsi:type="dcterms:W3CDTF">2026-09-06T10:16:25Z</dcterms:modified>
</cp:coreProperties>
</file>