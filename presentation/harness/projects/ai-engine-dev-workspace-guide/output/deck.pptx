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78" r:id="rId38"/>
    <p:sldId id="279" r:id="rId39"/>
    <p:sldId id="280" r:id="rId40"/>
    <p:sldId id="281" r:id="rId41"/>
    <p:sldId id="282" r:id="rId42"/>
    <p:sldId id="283" r:id="rId43"/>
    <p:sldId id="284" r:id="rId44"/>
    <p:sldId id="285" r:id="rId45"/>
    <p:sldId id="286" r:id="rId46"/>
    <p:sldId id="287" r:id="rId47"/>
    <p:sldId id="288" r:id="rId48"/>
    <p:sldId id="289" r:id="rId49"/>
    <p:sldId id="290" r:id="rId50"/>
    <p:sldId id="291" r:id="rId51"/>
    <p:sldId id="292" r:id="rId52"/>
    <p:sldId id="293" r:id="rId53"/>
    <p:sldId id="294" r:id="rId54"/>
    <p:sldId id="295" r:id="rId55"/>
    <p:sldId id="296" r:id="rId56"/>
    <p:sldId id="297" r:id="rId57"/>
    <p:sldId id="298" r:id="rId58"/>
    <p:sldId id="299" r:id="rId59"/>
    <p:sldId id="300" r:id="rId60"/>
    <p:sldId id="301" r:id="rId61"/>
    <p:sldId id="302" r:id="rId62"/>
    <p:sldId id="303" r:id="rId63"/>
    <p:sldId id="304" r:id="rId64"/>
    <p:sldId id="305" r:id="rId65"/>
    <p:sldId id="306" r:id="rId66"/>
    <p:sldId id="307" r:id="rId67"/>
    <p:sldId id="308" r:id="rId68"/>
    <p:sldId id="309" r:id="rId69"/>
    <p:sldId id="310" r:id="rId70"/>
    <p:sldId id="311" r:id="rId71"/>
    <p:sldId id="312" r:id="rId72"/>
    <p:sldId id="313" r:id="rId73"/>
    <p:sldId id="314" r:id="rId74"/>
    <p:sldId id="315" r:id="rId75"/>
    <p:sldId id="316" r:id="rId76"/>
    <p:sldId id="317" r:id="rId77"/>
    <p:sldId id="318" r:id="rId78"/>
    <p:sldId id="319" r:id="rId79"/>
    <p:sldId id="320" r:id="rId80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Relationship Id="rId73" Type="http://schemas.openxmlformats.org/officeDocument/2006/relationships/slide" Target="slides/slide58.xml"/><Relationship Id="rId74" Type="http://schemas.openxmlformats.org/officeDocument/2006/relationships/slide" Target="slides/slide59.xml"/><Relationship Id="rId75" Type="http://schemas.openxmlformats.org/officeDocument/2006/relationships/slide" Target="slides/slide60.xml"/><Relationship Id="rId76" Type="http://schemas.openxmlformats.org/officeDocument/2006/relationships/slide" Target="slides/slide61.xml"/><Relationship Id="rId77" Type="http://schemas.openxmlformats.org/officeDocument/2006/relationships/slide" Target="slides/slide62.xml"/><Relationship Id="rId78" Type="http://schemas.openxmlformats.org/officeDocument/2006/relationships/slide" Target="slides/slide63.xml"/><Relationship Id="rId79" Type="http://schemas.openxmlformats.org/officeDocument/2006/relationships/slide" Target="slides/slide64.xml"/><Relationship Id="rId80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0584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CATEGORY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guide title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concise subtitle describing the audience and outcome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224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OR CONTEXT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0584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b="1" spc="12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導入・利用ガイド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は何ができるのか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環境準備から利用後に残る成果物まで、順番に説明する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224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職場の同僚向け・改訂版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この資料の読み方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4つの疑問に順番に答える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64008" cy="233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99666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76296" y="44988"/>
                </a:moveTo>
                <a:lnTo>
                  <a:pt x="177211" y="41971"/>
                </a:lnTo>
                <a:lnTo>
                  <a:pt x="178674" y="39228"/>
                </a:lnTo>
                <a:lnTo>
                  <a:pt x="180594" y="36759"/>
                </a:lnTo>
                <a:lnTo>
                  <a:pt x="183063" y="34747"/>
                </a:lnTo>
                <a:lnTo>
                  <a:pt x="185806" y="33193"/>
                </a:lnTo>
                <a:lnTo>
                  <a:pt x="188915" y="32278"/>
                </a:lnTo>
                <a:lnTo>
                  <a:pt x="192024" y="32004"/>
                </a:lnTo>
                <a:lnTo>
                  <a:pt x="195133" y="32278"/>
                </a:lnTo>
                <a:lnTo>
                  <a:pt x="198242" y="33193"/>
                </a:lnTo>
                <a:lnTo>
                  <a:pt x="200985" y="34747"/>
                </a:lnTo>
                <a:lnTo>
                  <a:pt x="203454" y="36759"/>
                </a:lnTo>
                <a:lnTo>
                  <a:pt x="205374" y="39228"/>
                </a:lnTo>
                <a:lnTo>
                  <a:pt x="206837" y="41971"/>
                </a:lnTo>
                <a:lnTo>
                  <a:pt x="207752" y="44988"/>
                </a:lnTo>
                <a:lnTo>
                  <a:pt x="224577" y="133960"/>
                </a:lnTo>
                <a:lnTo>
                  <a:pt x="225217" y="136611"/>
                </a:lnTo>
                <a:lnTo>
                  <a:pt x="226040" y="139263"/>
                </a:lnTo>
                <a:lnTo>
                  <a:pt x="227137" y="141732"/>
                </a:lnTo>
                <a:lnTo>
                  <a:pt x="228417" y="144201"/>
                </a:lnTo>
                <a:lnTo>
                  <a:pt x="229880" y="146487"/>
                </a:lnTo>
                <a:lnTo>
                  <a:pt x="231526" y="148681"/>
                </a:lnTo>
                <a:lnTo>
                  <a:pt x="233355" y="150693"/>
                </a:lnTo>
                <a:lnTo>
                  <a:pt x="235367" y="152522"/>
                </a:lnTo>
                <a:lnTo>
                  <a:pt x="237561" y="154168"/>
                </a:lnTo>
                <a:lnTo>
                  <a:pt x="239847" y="155631"/>
                </a:lnTo>
                <a:lnTo>
                  <a:pt x="242316" y="156911"/>
                </a:lnTo>
                <a:lnTo>
                  <a:pt x="244785" y="158008"/>
                </a:lnTo>
                <a:lnTo>
                  <a:pt x="247437" y="158831"/>
                </a:lnTo>
                <a:lnTo>
                  <a:pt x="250088" y="159471"/>
                </a:lnTo>
                <a:lnTo>
                  <a:pt x="339060" y="176296"/>
                </a:lnTo>
                <a:lnTo>
                  <a:pt x="342077" y="177211"/>
                </a:lnTo>
                <a:lnTo>
                  <a:pt x="344820" y="178674"/>
                </a:lnTo>
                <a:lnTo>
                  <a:pt x="347289" y="180594"/>
                </a:lnTo>
                <a:lnTo>
                  <a:pt x="349301" y="183063"/>
                </a:lnTo>
                <a:lnTo>
                  <a:pt x="350855" y="185806"/>
                </a:lnTo>
                <a:lnTo>
                  <a:pt x="351770" y="188915"/>
                </a:lnTo>
                <a:lnTo>
                  <a:pt x="352044" y="192024"/>
                </a:lnTo>
                <a:lnTo>
                  <a:pt x="351770" y="195133"/>
                </a:lnTo>
                <a:lnTo>
                  <a:pt x="350855" y="198242"/>
                </a:lnTo>
                <a:lnTo>
                  <a:pt x="349301" y="200985"/>
                </a:lnTo>
                <a:lnTo>
                  <a:pt x="347289" y="203454"/>
                </a:lnTo>
                <a:lnTo>
                  <a:pt x="344820" y="205374"/>
                </a:lnTo>
                <a:lnTo>
                  <a:pt x="342077" y="206837"/>
                </a:lnTo>
                <a:lnTo>
                  <a:pt x="339060" y="207752"/>
                </a:lnTo>
                <a:lnTo>
                  <a:pt x="250088" y="224577"/>
                </a:lnTo>
                <a:lnTo>
                  <a:pt x="247437" y="225217"/>
                </a:lnTo>
                <a:lnTo>
                  <a:pt x="244785" y="226040"/>
                </a:lnTo>
                <a:lnTo>
                  <a:pt x="242316" y="227137"/>
                </a:lnTo>
                <a:lnTo>
                  <a:pt x="239847" y="228417"/>
                </a:lnTo>
                <a:lnTo>
                  <a:pt x="237561" y="229880"/>
                </a:lnTo>
                <a:lnTo>
                  <a:pt x="235367" y="231526"/>
                </a:lnTo>
                <a:lnTo>
                  <a:pt x="233355" y="233355"/>
                </a:lnTo>
                <a:lnTo>
                  <a:pt x="231526" y="235367"/>
                </a:lnTo>
                <a:lnTo>
                  <a:pt x="229880" y="237561"/>
                </a:lnTo>
                <a:lnTo>
                  <a:pt x="228417" y="239847"/>
                </a:lnTo>
                <a:lnTo>
                  <a:pt x="227137" y="242316"/>
                </a:lnTo>
                <a:lnTo>
                  <a:pt x="226040" y="244785"/>
                </a:lnTo>
                <a:lnTo>
                  <a:pt x="225217" y="247437"/>
                </a:lnTo>
                <a:lnTo>
                  <a:pt x="224577" y="250088"/>
                </a:lnTo>
                <a:lnTo>
                  <a:pt x="207752" y="339060"/>
                </a:lnTo>
                <a:lnTo>
                  <a:pt x="206837" y="342077"/>
                </a:lnTo>
                <a:lnTo>
                  <a:pt x="205374" y="344820"/>
                </a:lnTo>
                <a:lnTo>
                  <a:pt x="203454" y="347289"/>
                </a:lnTo>
                <a:lnTo>
                  <a:pt x="200985" y="349301"/>
                </a:lnTo>
                <a:lnTo>
                  <a:pt x="198242" y="350855"/>
                </a:lnTo>
                <a:lnTo>
                  <a:pt x="195133" y="351770"/>
                </a:lnTo>
                <a:lnTo>
                  <a:pt x="192024" y="352044"/>
                </a:lnTo>
                <a:lnTo>
                  <a:pt x="188915" y="351770"/>
                </a:lnTo>
                <a:lnTo>
                  <a:pt x="185806" y="350855"/>
                </a:lnTo>
                <a:lnTo>
                  <a:pt x="183063" y="349301"/>
                </a:lnTo>
                <a:lnTo>
                  <a:pt x="180594" y="347289"/>
                </a:lnTo>
                <a:lnTo>
                  <a:pt x="178674" y="344820"/>
                </a:lnTo>
                <a:lnTo>
                  <a:pt x="177211" y="342077"/>
                </a:lnTo>
                <a:lnTo>
                  <a:pt x="176296" y="339060"/>
                </a:lnTo>
                <a:lnTo>
                  <a:pt x="159471" y="250088"/>
                </a:lnTo>
                <a:lnTo>
                  <a:pt x="158831" y="247437"/>
                </a:lnTo>
                <a:lnTo>
                  <a:pt x="158008" y="244785"/>
                </a:lnTo>
                <a:lnTo>
                  <a:pt x="156911" y="242316"/>
                </a:lnTo>
                <a:lnTo>
                  <a:pt x="155631" y="239847"/>
                </a:lnTo>
                <a:lnTo>
                  <a:pt x="154168" y="237561"/>
                </a:lnTo>
                <a:lnTo>
                  <a:pt x="152522" y="235367"/>
                </a:lnTo>
                <a:lnTo>
                  <a:pt x="150693" y="233355"/>
                </a:lnTo>
                <a:lnTo>
                  <a:pt x="148681" y="231526"/>
                </a:lnTo>
                <a:lnTo>
                  <a:pt x="146487" y="229880"/>
                </a:lnTo>
                <a:lnTo>
                  <a:pt x="144201" y="228417"/>
                </a:lnTo>
                <a:lnTo>
                  <a:pt x="141732" y="227137"/>
                </a:lnTo>
                <a:lnTo>
                  <a:pt x="139263" y="226040"/>
                </a:lnTo>
                <a:lnTo>
                  <a:pt x="136611" y="225217"/>
                </a:lnTo>
                <a:lnTo>
                  <a:pt x="133960" y="224577"/>
                </a:lnTo>
                <a:lnTo>
                  <a:pt x="44988" y="207752"/>
                </a:lnTo>
                <a:lnTo>
                  <a:pt x="41971" y="206837"/>
                </a:lnTo>
                <a:lnTo>
                  <a:pt x="39228" y="205374"/>
                </a:lnTo>
                <a:lnTo>
                  <a:pt x="36759" y="203454"/>
                </a:lnTo>
                <a:lnTo>
                  <a:pt x="34747" y="200985"/>
                </a:lnTo>
                <a:lnTo>
                  <a:pt x="33193" y="198242"/>
                </a:lnTo>
                <a:lnTo>
                  <a:pt x="32278" y="195133"/>
                </a:lnTo>
                <a:lnTo>
                  <a:pt x="32004" y="192024"/>
                </a:lnTo>
                <a:lnTo>
                  <a:pt x="32278" y="188915"/>
                </a:lnTo>
                <a:lnTo>
                  <a:pt x="33193" y="185806"/>
                </a:lnTo>
                <a:lnTo>
                  <a:pt x="34747" y="183063"/>
                </a:lnTo>
                <a:lnTo>
                  <a:pt x="36759" y="180594"/>
                </a:lnTo>
                <a:lnTo>
                  <a:pt x="39228" y="178674"/>
                </a:lnTo>
                <a:lnTo>
                  <a:pt x="41971" y="177211"/>
                </a:lnTo>
                <a:lnTo>
                  <a:pt x="44988" y="176296"/>
                </a:lnTo>
                <a:lnTo>
                  <a:pt x="133960" y="159471"/>
                </a:lnTo>
                <a:lnTo>
                  <a:pt x="136611" y="158831"/>
                </a:lnTo>
                <a:lnTo>
                  <a:pt x="139263" y="158008"/>
                </a:lnTo>
                <a:lnTo>
                  <a:pt x="141732" y="156911"/>
                </a:lnTo>
                <a:lnTo>
                  <a:pt x="144201" y="155631"/>
                </a:lnTo>
                <a:lnTo>
                  <a:pt x="146487" y="154168"/>
                </a:lnTo>
                <a:lnTo>
                  <a:pt x="148681" y="152522"/>
                </a:lnTo>
                <a:lnTo>
                  <a:pt x="150693" y="150693"/>
                </a:lnTo>
                <a:lnTo>
                  <a:pt x="152522" y="148681"/>
                </a:lnTo>
                <a:lnTo>
                  <a:pt x="154168" y="146487"/>
                </a:lnTo>
                <a:lnTo>
                  <a:pt x="155631" y="144201"/>
                </a:lnTo>
                <a:lnTo>
                  <a:pt x="156911" y="141732"/>
                </a:lnTo>
                <a:lnTo>
                  <a:pt x="158008" y="139263"/>
                </a:lnTo>
                <a:lnTo>
                  <a:pt x="158831" y="136611"/>
                </a:lnTo>
                <a:lnTo>
                  <a:pt x="159471" y="133960"/>
                </a:lnTo>
                <a:lnTo>
                  <a:pt x="176296" y="44988"/>
                </a:lnTo>
                <a:close/>
                <a:moveTo>
                  <a:pt x="320040" y="32004"/>
                </a:moveTo>
                <a:lnTo>
                  <a:pt x="320040" y="96012"/>
                </a:lnTo>
                <a:moveTo>
                  <a:pt x="352044" y="64008"/>
                </a:moveTo>
                <a:lnTo>
                  <a:pt x="288036" y="64008"/>
                </a:lnTo>
                <a:moveTo>
                  <a:pt x="96012" y="320040"/>
                </a:moveTo>
                <a:lnTo>
                  <a:pt x="95189" y="327172"/>
                </a:lnTo>
                <a:lnTo>
                  <a:pt x="92812" y="333939"/>
                </a:lnTo>
                <a:lnTo>
                  <a:pt x="89063" y="339974"/>
                </a:lnTo>
                <a:lnTo>
                  <a:pt x="83942" y="345095"/>
                </a:lnTo>
                <a:lnTo>
                  <a:pt x="77907" y="348844"/>
                </a:lnTo>
                <a:lnTo>
                  <a:pt x="71140" y="351221"/>
                </a:lnTo>
                <a:lnTo>
                  <a:pt x="64008" y="352044"/>
                </a:lnTo>
                <a:lnTo>
                  <a:pt x="56876" y="351221"/>
                </a:lnTo>
                <a:lnTo>
                  <a:pt x="50109" y="348844"/>
                </a:lnTo>
                <a:lnTo>
                  <a:pt x="44074" y="345095"/>
                </a:lnTo>
                <a:lnTo>
                  <a:pt x="38953" y="339974"/>
                </a:lnTo>
                <a:lnTo>
                  <a:pt x="35204" y="333939"/>
                </a:lnTo>
                <a:lnTo>
                  <a:pt x="32827" y="327172"/>
                </a:lnTo>
                <a:lnTo>
                  <a:pt x="32004" y="320040"/>
                </a:lnTo>
                <a:lnTo>
                  <a:pt x="32827" y="312908"/>
                </a:lnTo>
                <a:lnTo>
                  <a:pt x="35204" y="306141"/>
                </a:lnTo>
                <a:lnTo>
                  <a:pt x="38953" y="300106"/>
                </a:lnTo>
                <a:lnTo>
                  <a:pt x="44074" y="294985"/>
                </a:lnTo>
                <a:lnTo>
                  <a:pt x="50109" y="291236"/>
                </a:lnTo>
                <a:lnTo>
                  <a:pt x="56876" y="288859"/>
                </a:lnTo>
                <a:lnTo>
                  <a:pt x="64008" y="288036"/>
                </a:lnTo>
                <a:lnTo>
                  <a:pt x="71140" y="288859"/>
                </a:lnTo>
                <a:lnTo>
                  <a:pt x="77907" y="291236"/>
                </a:lnTo>
                <a:lnTo>
                  <a:pt x="83942" y="294985"/>
                </a:lnTo>
                <a:lnTo>
                  <a:pt x="89063" y="300106"/>
                </a:lnTo>
                <a:lnTo>
                  <a:pt x="92812" y="306141"/>
                </a:lnTo>
                <a:lnTo>
                  <a:pt x="95189" y="312908"/>
                </a:lnTo>
                <a:lnTo>
                  <a:pt x="96012" y="320040"/>
                </a:lnTo>
                <a:close/>
              </a:path>
            </a:pathLst>
          </a:custGeom>
          <a:noFill/>
          <a:ln w="32004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何ができる？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開発と資料作成で、どんな依頼を成果物へ変えられるか。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6968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03170" y="2537460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59202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59202" y="1371600"/>
            <a:ext cx="64008" cy="233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0370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037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73068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235275" y="100767"/>
                </a:moveTo>
                <a:lnTo>
                  <a:pt x="234086" y="102138"/>
                </a:lnTo>
                <a:lnTo>
                  <a:pt x="233081" y="103602"/>
                </a:lnTo>
                <a:lnTo>
                  <a:pt x="232166" y="105156"/>
                </a:lnTo>
                <a:lnTo>
                  <a:pt x="231526" y="106802"/>
                </a:lnTo>
                <a:lnTo>
                  <a:pt x="231069" y="108539"/>
                </a:lnTo>
                <a:lnTo>
                  <a:pt x="230795" y="110277"/>
                </a:lnTo>
                <a:lnTo>
                  <a:pt x="230612" y="112014"/>
                </a:lnTo>
                <a:lnTo>
                  <a:pt x="230795" y="113751"/>
                </a:lnTo>
                <a:lnTo>
                  <a:pt x="231069" y="115489"/>
                </a:lnTo>
                <a:lnTo>
                  <a:pt x="231526" y="117226"/>
                </a:lnTo>
                <a:lnTo>
                  <a:pt x="232166" y="118872"/>
                </a:lnTo>
                <a:lnTo>
                  <a:pt x="233081" y="120426"/>
                </a:lnTo>
                <a:lnTo>
                  <a:pt x="234086" y="121890"/>
                </a:lnTo>
                <a:lnTo>
                  <a:pt x="235275" y="123170"/>
                </a:lnTo>
                <a:lnTo>
                  <a:pt x="260878" y="148773"/>
                </a:lnTo>
                <a:lnTo>
                  <a:pt x="262158" y="149962"/>
                </a:lnTo>
                <a:lnTo>
                  <a:pt x="263622" y="150967"/>
                </a:lnTo>
                <a:lnTo>
                  <a:pt x="265176" y="151882"/>
                </a:lnTo>
                <a:lnTo>
                  <a:pt x="266822" y="152522"/>
                </a:lnTo>
                <a:lnTo>
                  <a:pt x="268559" y="152979"/>
                </a:lnTo>
                <a:lnTo>
                  <a:pt x="270297" y="153253"/>
                </a:lnTo>
                <a:lnTo>
                  <a:pt x="272034" y="153436"/>
                </a:lnTo>
                <a:lnTo>
                  <a:pt x="273771" y="153253"/>
                </a:lnTo>
                <a:lnTo>
                  <a:pt x="275509" y="152979"/>
                </a:lnTo>
                <a:lnTo>
                  <a:pt x="277246" y="152522"/>
                </a:lnTo>
                <a:lnTo>
                  <a:pt x="278892" y="151882"/>
                </a:lnTo>
                <a:lnTo>
                  <a:pt x="280446" y="150967"/>
                </a:lnTo>
                <a:lnTo>
                  <a:pt x="281910" y="149962"/>
                </a:lnTo>
                <a:lnTo>
                  <a:pt x="283190" y="148864"/>
                </a:lnTo>
                <a:lnTo>
                  <a:pt x="332933" y="99121"/>
                </a:lnTo>
                <a:lnTo>
                  <a:pt x="334305" y="98024"/>
                </a:lnTo>
                <a:lnTo>
                  <a:pt x="335768" y="97109"/>
                </a:lnTo>
                <a:lnTo>
                  <a:pt x="337322" y="96561"/>
                </a:lnTo>
                <a:lnTo>
                  <a:pt x="338877" y="96195"/>
                </a:lnTo>
                <a:lnTo>
                  <a:pt x="340431" y="96103"/>
                </a:lnTo>
                <a:lnTo>
                  <a:pt x="341986" y="96286"/>
                </a:lnTo>
                <a:lnTo>
                  <a:pt x="343449" y="96744"/>
                </a:lnTo>
                <a:lnTo>
                  <a:pt x="344912" y="97475"/>
                </a:lnTo>
                <a:lnTo>
                  <a:pt x="346100" y="98389"/>
                </a:lnTo>
                <a:lnTo>
                  <a:pt x="347198" y="99578"/>
                </a:lnTo>
                <a:lnTo>
                  <a:pt x="348021" y="100950"/>
                </a:lnTo>
                <a:lnTo>
                  <a:pt x="348661" y="102596"/>
                </a:lnTo>
                <a:lnTo>
                  <a:pt x="351587" y="117866"/>
                </a:lnTo>
                <a:lnTo>
                  <a:pt x="351953" y="133320"/>
                </a:lnTo>
                <a:lnTo>
                  <a:pt x="349849" y="148773"/>
                </a:lnTo>
                <a:lnTo>
                  <a:pt x="345277" y="163586"/>
                </a:lnTo>
                <a:lnTo>
                  <a:pt x="338419" y="177485"/>
                </a:lnTo>
                <a:lnTo>
                  <a:pt x="329367" y="190104"/>
                </a:lnTo>
                <a:lnTo>
                  <a:pt x="318486" y="201077"/>
                </a:lnTo>
                <a:lnTo>
                  <a:pt x="305867" y="210129"/>
                </a:lnTo>
                <a:lnTo>
                  <a:pt x="292059" y="217079"/>
                </a:lnTo>
                <a:lnTo>
                  <a:pt x="277246" y="221742"/>
                </a:lnTo>
                <a:lnTo>
                  <a:pt x="261884" y="223937"/>
                </a:lnTo>
                <a:lnTo>
                  <a:pt x="246339" y="223571"/>
                </a:lnTo>
                <a:lnTo>
                  <a:pt x="231069" y="220736"/>
                </a:lnTo>
                <a:lnTo>
                  <a:pt x="216530" y="215524"/>
                </a:lnTo>
                <a:lnTo>
                  <a:pt x="89886" y="342077"/>
                </a:lnTo>
                <a:lnTo>
                  <a:pt x="84033" y="346832"/>
                </a:lnTo>
                <a:lnTo>
                  <a:pt x="77175" y="350124"/>
                </a:lnTo>
                <a:lnTo>
                  <a:pt x="69769" y="351861"/>
                </a:lnTo>
                <a:lnTo>
                  <a:pt x="62088" y="351861"/>
                </a:lnTo>
                <a:lnTo>
                  <a:pt x="54681" y="350124"/>
                </a:lnTo>
                <a:lnTo>
                  <a:pt x="47915" y="346832"/>
                </a:lnTo>
                <a:lnTo>
                  <a:pt x="41971" y="342077"/>
                </a:lnTo>
                <a:lnTo>
                  <a:pt x="37216" y="336133"/>
                </a:lnTo>
                <a:lnTo>
                  <a:pt x="33924" y="329367"/>
                </a:lnTo>
                <a:lnTo>
                  <a:pt x="32187" y="321869"/>
                </a:lnTo>
                <a:lnTo>
                  <a:pt x="32187" y="314279"/>
                </a:lnTo>
                <a:lnTo>
                  <a:pt x="33924" y="306873"/>
                </a:lnTo>
                <a:lnTo>
                  <a:pt x="37216" y="300015"/>
                </a:lnTo>
                <a:lnTo>
                  <a:pt x="41971" y="294071"/>
                </a:lnTo>
                <a:lnTo>
                  <a:pt x="168524" y="167518"/>
                </a:lnTo>
                <a:lnTo>
                  <a:pt x="163312" y="152979"/>
                </a:lnTo>
                <a:lnTo>
                  <a:pt x="160477" y="137709"/>
                </a:lnTo>
                <a:lnTo>
                  <a:pt x="160111" y="122164"/>
                </a:lnTo>
                <a:lnTo>
                  <a:pt x="162306" y="106802"/>
                </a:lnTo>
                <a:lnTo>
                  <a:pt x="166969" y="91989"/>
                </a:lnTo>
                <a:lnTo>
                  <a:pt x="173919" y="78181"/>
                </a:lnTo>
                <a:lnTo>
                  <a:pt x="182971" y="65562"/>
                </a:lnTo>
                <a:lnTo>
                  <a:pt x="194036" y="54681"/>
                </a:lnTo>
                <a:lnTo>
                  <a:pt x="206563" y="45629"/>
                </a:lnTo>
                <a:lnTo>
                  <a:pt x="220462" y="38771"/>
                </a:lnTo>
                <a:lnTo>
                  <a:pt x="235367" y="34199"/>
                </a:lnTo>
                <a:lnTo>
                  <a:pt x="250728" y="32095"/>
                </a:lnTo>
                <a:lnTo>
                  <a:pt x="266182" y="32461"/>
                </a:lnTo>
                <a:lnTo>
                  <a:pt x="281452" y="35387"/>
                </a:lnTo>
                <a:lnTo>
                  <a:pt x="283098" y="36027"/>
                </a:lnTo>
                <a:lnTo>
                  <a:pt x="284470" y="36850"/>
                </a:lnTo>
                <a:lnTo>
                  <a:pt x="285659" y="37948"/>
                </a:lnTo>
                <a:lnTo>
                  <a:pt x="286573" y="39136"/>
                </a:lnTo>
                <a:lnTo>
                  <a:pt x="287304" y="40599"/>
                </a:lnTo>
                <a:lnTo>
                  <a:pt x="287762" y="42062"/>
                </a:lnTo>
                <a:lnTo>
                  <a:pt x="287945" y="43617"/>
                </a:lnTo>
                <a:lnTo>
                  <a:pt x="287853" y="45171"/>
                </a:lnTo>
                <a:lnTo>
                  <a:pt x="287579" y="46726"/>
                </a:lnTo>
                <a:lnTo>
                  <a:pt x="286939" y="48280"/>
                </a:lnTo>
                <a:lnTo>
                  <a:pt x="286116" y="49743"/>
                </a:lnTo>
                <a:lnTo>
                  <a:pt x="284927" y="51115"/>
                </a:lnTo>
                <a:lnTo>
                  <a:pt x="235275" y="100767"/>
                </a:lnTo>
                <a:close/>
              </a:path>
            </a:pathLst>
          </a:custGeom>
          <a:noFill/>
          <a:ln w="32004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60370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何を準備する？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60370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新規・既存Project別の配置、Skill登録、必要Tool。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60370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60370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 環境を準備する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6572" y="2537460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832604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32604" y="1371600"/>
            <a:ext cx="64008" cy="2331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33772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3377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46470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352044" y="272034"/>
                </a:moveTo>
                <a:lnTo>
                  <a:pt x="351861" y="275600"/>
                </a:lnTo>
                <a:lnTo>
                  <a:pt x="351221" y="279166"/>
                </a:lnTo>
                <a:lnTo>
                  <a:pt x="350215" y="282641"/>
                </a:lnTo>
                <a:lnTo>
                  <a:pt x="348844" y="285933"/>
                </a:lnTo>
                <a:lnTo>
                  <a:pt x="347106" y="289042"/>
                </a:lnTo>
                <a:lnTo>
                  <a:pt x="345095" y="291968"/>
                </a:lnTo>
                <a:lnTo>
                  <a:pt x="342626" y="294620"/>
                </a:lnTo>
                <a:lnTo>
                  <a:pt x="339974" y="297089"/>
                </a:lnTo>
                <a:lnTo>
                  <a:pt x="337048" y="299100"/>
                </a:lnTo>
                <a:lnTo>
                  <a:pt x="333939" y="300838"/>
                </a:lnTo>
                <a:lnTo>
                  <a:pt x="330647" y="302209"/>
                </a:lnTo>
                <a:lnTo>
                  <a:pt x="327172" y="303215"/>
                </a:lnTo>
                <a:lnTo>
                  <a:pt x="323606" y="303855"/>
                </a:lnTo>
                <a:lnTo>
                  <a:pt x="320040" y="304038"/>
                </a:lnTo>
                <a:lnTo>
                  <a:pt x="109271" y="304038"/>
                </a:lnTo>
                <a:lnTo>
                  <a:pt x="107442" y="304129"/>
                </a:lnTo>
                <a:lnTo>
                  <a:pt x="105705" y="304221"/>
                </a:lnTo>
                <a:lnTo>
                  <a:pt x="103876" y="304495"/>
                </a:lnTo>
                <a:lnTo>
                  <a:pt x="102138" y="304861"/>
                </a:lnTo>
                <a:lnTo>
                  <a:pt x="100401" y="305318"/>
                </a:lnTo>
                <a:lnTo>
                  <a:pt x="98664" y="305867"/>
                </a:lnTo>
                <a:lnTo>
                  <a:pt x="97018" y="306507"/>
                </a:lnTo>
                <a:lnTo>
                  <a:pt x="95372" y="307238"/>
                </a:lnTo>
                <a:lnTo>
                  <a:pt x="93817" y="308061"/>
                </a:lnTo>
                <a:lnTo>
                  <a:pt x="92263" y="308976"/>
                </a:lnTo>
                <a:lnTo>
                  <a:pt x="90708" y="309982"/>
                </a:lnTo>
                <a:lnTo>
                  <a:pt x="89337" y="310987"/>
                </a:lnTo>
                <a:lnTo>
                  <a:pt x="87965" y="312176"/>
                </a:lnTo>
                <a:lnTo>
                  <a:pt x="86594" y="313456"/>
                </a:lnTo>
                <a:lnTo>
                  <a:pt x="51389" y="348661"/>
                </a:lnTo>
                <a:lnTo>
                  <a:pt x="49926" y="349849"/>
                </a:lnTo>
                <a:lnTo>
                  <a:pt x="48280" y="350855"/>
                </a:lnTo>
                <a:lnTo>
                  <a:pt x="46543" y="351495"/>
                </a:lnTo>
                <a:lnTo>
                  <a:pt x="44623" y="351953"/>
                </a:lnTo>
                <a:lnTo>
                  <a:pt x="42702" y="351953"/>
                </a:lnTo>
                <a:lnTo>
                  <a:pt x="40874" y="351678"/>
                </a:lnTo>
                <a:lnTo>
                  <a:pt x="39045" y="351130"/>
                </a:lnTo>
                <a:lnTo>
                  <a:pt x="37308" y="350215"/>
                </a:lnTo>
                <a:lnTo>
                  <a:pt x="35753" y="349118"/>
                </a:lnTo>
                <a:lnTo>
                  <a:pt x="34473" y="347746"/>
                </a:lnTo>
                <a:lnTo>
                  <a:pt x="33467" y="346100"/>
                </a:lnTo>
                <a:lnTo>
                  <a:pt x="32644" y="344363"/>
                </a:lnTo>
                <a:lnTo>
                  <a:pt x="32187" y="342534"/>
                </a:lnTo>
                <a:lnTo>
                  <a:pt x="32004" y="340614"/>
                </a:lnTo>
                <a:lnTo>
                  <a:pt x="32004" y="80010"/>
                </a:lnTo>
                <a:lnTo>
                  <a:pt x="32187" y="76444"/>
                </a:lnTo>
                <a:lnTo>
                  <a:pt x="32827" y="72878"/>
                </a:lnTo>
                <a:lnTo>
                  <a:pt x="33833" y="69403"/>
                </a:lnTo>
                <a:lnTo>
                  <a:pt x="35204" y="66111"/>
                </a:lnTo>
                <a:lnTo>
                  <a:pt x="36942" y="63002"/>
                </a:lnTo>
                <a:lnTo>
                  <a:pt x="38953" y="60076"/>
                </a:lnTo>
                <a:lnTo>
                  <a:pt x="41422" y="57424"/>
                </a:lnTo>
                <a:lnTo>
                  <a:pt x="44074" y="54955"/>
                </a:lnTo>
                <a:lnTo>
                  <a:pt x="47000" y="52944"/>
                </a:lnTo>
                <a:lnTo>
                  <a:pt x="50109" y="51206"/>
                </a:lnTo>
                <a:lnTo>
                  <a:pt x="53401" y="49835"/>
                </a:lnTo>
                <a:lnTo>
                  <a:pt x="56876" y="48829"/>
                </a:lnTo>
                <a:lnTo>
                  <a:pt x="60442" y="48189"/>
                </a:lnTo>
                <a:lnTo>
                  <a:pt x="64008" y="48006"/>
                </a:lnTo>
                <a:lnTo>
                  <a:pt x="320040" y="48006"/>
                </a:lnTo>
                <a:lnTo>
                  <a:pt x="323606" y="48189"/>
                </a:lnTo>
                <a:lnTo>
                  <a:pt x="327172" y="48829"/>
                </a:lnTo>
                <a:lnTo>
                  <a:pt x="330647" y="49835"/>
                </a:lnTo>
                <a:lnTo>
                  <a:pt x="333939" y="51206"/>
                </a:lnTo>
                <a:lnTo>
                  <a:pt x="337048" y="52944"/>
                </a:lnTo>
                <a:lnTo>
                  <a:pt x="339974" y="54955"/>
                </a:lnTo>
                <a:lnTo>
                  <a:pt x="342626" y="57424"/>
                </a:lnTo>
                <a:lnTo>
                  <a:pt x="345095" y="60076"/>
                </a:lnTo>
                <a:lnTo>
                  <a:pt x="347106" y="63002"/>
                </a:lnTo>
                <a:lnTo>
                  <a:pt x="348844" y="66111"/>
                </a:lnTo>
                <a:lnTo>
                  <a:pt x="350215" y="69403"/>
                </a:lnTo>
                <a:lnTo>
                  <a:pt x="351221" y="72878"/>
                </a:lnTo>
                <a:lnTo>
                  <a:pt x="351861" y="76444"/>
                </a:lnTo>
                <a:lnTo>
                  <a:pt x="352044" y="80010"/>
                </a:lnTo>
                <a:lnTo>
                  <a:pt x="352044" y="272034"/>
                </a:lnTo>
                <a:close/>
                <a:moveTo>
                  <a:pt x="112014" y="176022"/>
                </a:moveTo>
                <a:lnTo>
                  <a:pt x="272034" y="176022"/>
                </a:lnTo>
                <a:moveTo>
                  <a:pt x="112014" y="240030"/>
                </a:moveTo>
                <a:lnTo>
                  <a:pt x="208026" y="240030"/>
                </a:lnTo>
                <a:moveTo>
                  <a:pt x="112014" y="112014"/>
                </a:moveTo>
                <a:lnTo>
                  <a:pt x="240030" y="112014"/>
                </a:lnTo>
              </a:path>
            </a:pathLst>
          </a:custGeom>
          <a:noFill/>
          <a:ln w="32004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33772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どう頼む？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33772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最初の依頼文、選ばれるSkill、途中で確認される内容。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33772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33772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 最初の依頼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649974" y="2537460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906006" y="1371600"/>
            <a:ext cx="1780794" cy="2331720"/>
          </a:xfrm>
          <a:prstGeom prst="roundRect">
            <a:avLst>
              <a:gd name="adj" fmla="val 308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06006" y="1371600"/>
            <a:ext cx="64008" cy="2331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07174" y="1554480"/>
            <a:ext cx="384048" cy="384048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0717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19872" y="1554480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92024" y="352044"/>
                </a:moveTo>
                <a:lnTo>
                  <a:pt x="192024" y="192024"/>
                </a:lnTo>
                <a:moveTo>
                  <a:pt x="256032" y="272034"/>
                </a:moveTo>
                <a:lnTo>
                  <a:pt x="288036" y="304038"/>
                </a:lnTo>
                <a:lnTo>
                  <a:pt x="352044" y="240030"/>
                </a:lnTo>
                <a:moveTo>
                  <a:pt x="336042" y="178034"/>
                </a:moveTo>
                <a:lnTo>
                  <a:pt x="336042" y="128016"/>
                </a:lnTo>
                <a:lnTo>
                  <a:pt x="335951" y="125639"/>
                </a:lnTo>
                <a:lnTo>
                  <a:pt x="335676" y="123261"/>
                </a:lnTo>
                <a:lnTo>
                  <a:pt x="335219" y="120884"/>
                </a:lnTo>
                <a:lnTo>
                  <a:pt x="334579" y="118598"/>
                </a:lnTo>
                <a:lnTo>
                  <a:pt x="333847" y="116312"/>
                </a:lnTo>
                <a:lnTo>
                  <a:pt x="332842" y="114117"/>
                </a:lnTo>
                <a:lnTo>
                  <a:pt x="331744" y="112014"/>
                </a:lnTo>
                <a:lnTo>
                  <a:pt x="330464" y="110002"/>
                </a:lnTo>
                <a:lnTo>
                  <a:pt x="329093" y="108082"/>
                </a:lnTo>
                <a:lnTo>
                  <a:pt x="327447" y="106253"/>
                </a:lnTo>
                <a:lnTo>
                  <a:pt x="325801" y="104607"/>
                </a:lnTo>
                <a:lnTo>
                  <a:pt x="323972" y="103053"/>
                </a:lnTo>
                <a:lnTo>
                  <a:pt x="322052" y="101590"/>
                </a:lnTo>
                <a:lnTo>
                  <a:pt x="320040" y="100310"/>
                </a:lnTo>
                <a:lnTo>
                  <a:pt x="208026" y="36302"/>
                </a:lnTo>
                <a:lnTo>
                  <a:pt x="205923" y="35204"/>
                </a:lnTo>
                <a:lnTo>
                  <a:pt x="203728" y="34290"/>
                </a:lnTo>
                <a:lnTo>
                  <a:pt x="201442" y="33467"/>
                </a:lnTo>
                <a:lnTo>
                  <a:pt x="199156" y="32827"/>
                </a:lnTo>
                <a:lnTo>
                  <a:pt x="196779" y="32370"/>
                </a:lnTo>
                <a:lnTo>
                  <a:pt x="194401" y="32095"/>
                </a:lnTo>
                <a:lnTo>
                  <a:pt x="192024" y="32004"/>
                </a:lnTo>
                <a:lnTo>
                  <a:pt x="189647" y="32095"/>
                </a:lnTo>
                <a:lnTo>
                  <a:pt x="187269" y="32370"/>
                </a:lnTo>
                <a:lnTo>
                  <a:pt x="184892" y="32827"/>
                </a:lnTo>
                <a:lnTo>
                  <a:pt x="182606" y="33467"/>
                </a:lnTo>
                <a:lnTo>
                  <a:pt x="180320" y="34290"/>
                </a:lnTo>
                <a:lnTo>
                  <a:pt x="178125" y="35204"/>
                </a:lnTo>
                <a:lnTo>
                  <a:pt x="176022" y="36302"/>
                </a:lnTo>
                <a:lnTo>
                  <a:pt x="64008" y="100310"/>
                </a:lnTo>
                <a:lnTo>
                  <a:pt x="61996" y="101590"/>
                </a:lnTo>
                <a:lnTo>
                  <a:pt x="60076" y="103053"/>
                </a:lnTo>
                <a:lnTo>
                  <a:pt x="58247" y="104607"/>
                </a:lnTo>
                <a:lnTo>
                  <a:pt x="56601" y="106253"/>
                </a:lnTo>
                <a:lnTo>
                  <a:pt x="54955" y="108082"/>
                </a:lnTo>
                <a:lnTo>
                  <a:pt x="53584" y="110002"/>
                </a:lnTo>
                <a:lnTo>
                  <a:pt x="52304" y="112014"/>
                </a:lnTo>
                <a:lnTo>
                  <a:pt x="51206" y="114117"/>
                </a:lnTo>
                <a:lnTo>
                  <a:pt x="50201" y="116312"/>
                </a:lnTo>
                <a:lnTo>
                  <a:pt x="49469" y="118598"/>
                </a:lnTo>
                <a:lnTo>
                  <a:pt x="48829" y="120884"/>
                </a:lnTo>
                <a:lnTo>
                  <a:pt x="48372" y="123261"/>
                </a:lnTo>
                <a:lnTo>
                  <a:pt x="48097" y="125639"/>
                </a:lnTo>
                <a:lnTo>
                  <a:pt x="48006" y="128016"/>
                </a:lnTo>
                <a:lnTo>
                  <a:pt x="48006" y="256032"/>
                </a:lnTo>
                <a:lnTo>
                  <a:pt x="48097" y="258409"/>
                </a:lnTo>
                <a:lnTo>
                  <a:pt x="48372" y="260787"/>
                </a:lnTo>
                <a:lnTo>
                  <a:pt x="48829" y="263164"/>
                </a:lnTo>
                <a:lnTo>
                  <a:pt x="49469" y="265450"/>
                </a:lnTo>
                <a:lnTo>
                  <a:pt x="50201" y="267736"/>
                </a:lnTo>
                <a:lnTo>
                  <a:pt x="51206" y="269931"/>
                </a:lnTo>
                <a:lnTo>
                  <a:pt x="52304" y="272034"/>
                </a:lnTo>
                <a:lnTo>
                  <a:pt x="53584" y="274046"/>
                </a:lnTo>
                <a:lnTo>
                  <a:pt x="54955" y="275966"/>
                </a:lnTo>
                <a:lnTo>
                  <a:pt x="56601" y="277795"/>
                </a:lnTo>
                <a:lnTo>
                  <a:pt x="58247" y="279441"/>
                </a:lnTo>
                <a:lnTo>
                  <a:pt x="60076" y="280995"/>
                </a:lnTo>
                <a:lnTo>
                  <a:pt x="61996" y="282458"/>
                </a:lnTo>
                <a:lnTo>
                  <a:pt x="64008" y="283738"/>
                </a:lnTo>
                <a:lnTo>
                  <a:pt x="176022" y="347746"/>
                </a:lnTo>
                <a:lnTo>
                  <a:pt x="178125" y="348844"/>
                </a:lnTo>
                <a:lnTo>
                  <a:pt x="180320" y="349758"/>
                </a:lnTo>
                <a:lnTo>
                  <a:pt x="182606" y="350581"/>
                </a:lnTo>
                <a:lnTo>
                  <a:pt x="184892" y="351221"/>
                </a:lnTo>
                <a:lnTo>
                  <a:pt x="187269" y="351678"/>
                </a:lnTo>
                <a:lnTo>
                  <a:pt x="189647" y="351953"/>
                </a:lnTo>
                <a:lnTo>
                  <a:pt x="192024" y="352044"/>
                </a:lnTo>
                <a:lnTo>
                  <a:pt x="194401" y="351953"/>
                </a:lnTo>
                <a:lnTo>
                  <a:pt x="196779" y="351678"/>
                </a:lnTo>
                <a:lnTo>
                  <a:pt x="199156" y="351221"/>
                </a:lnTo>
                <a:lnTo>
                  <a:pt x="201442" y="350581"/>
                </a:lnTo>
                <a:lnTo>
                  <a:pt x="203728" y="349758"/>
                </a:lnTo>
                <a:lnTo>
                  <a:pt x="205923" y="348844"/>
                </a:lnTo>
                <a:lnTo>
                  <a:pt x="208026" y="347746"/>
                </a:lnTo>
                <a:lnTo>
                  <a:pt x="229149" y="335676"/>
                </a:lnTo>
                <a:moveTo>
                  <a:pt x="52669" y="112014"/>
                </a:moveTo>
                <a:lnTo>
                  <a:pt x="192024" y="192024"/>
                </a:lnTo>
                <a:lnTo>
                  <a:pt x="331379" y="112014"/>
                </a:lnTo>
                <a:moveTo>
                  <a:pt x="119969" y="68306"/>
                </a:moveTo>
                <a:lnTo>
                  <a:pt x="263987" y="150693"/>
                </a:lnTo>
              </a:path>
            </a:pathLst>
          </a:custGeom>
          <a:noFill/>
          <a:ln w="32004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07174" y="2084832"/>
            <a:ext cx="15064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使うとどうなる？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174" y="2514600"/>
            <a:ext cx="1460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生成されるFile、Test・QA、未確認事項、次の行動。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07174" y="3264408"/>
            <a:ext cx="137845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07174" y="3264408"/>
            <a:ext cx="1378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 結果を引き継ぐ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760220" y="3977640"/>
            <a:ext cx="58521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51660" y="397764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各章の冒頭で、その章が答える疑問を確認してから読み進める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まず理解すること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AI-Engine-DevはAI作業の再利用キット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88036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081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WHAT IT IS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27632"/>
            <a:ext cx="2606040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含まれるもの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86968" y="211226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28748" y="49560"/>
                </a:moveTo>
                <a:lnTo>
                  <a:pt x="208026" y="49560"/>
                </a:lnTo>
                <a:moveTo>
                  <a:pt x="128748" y="118872"/>
                </a:moveTo>
                <a:lnTo>
                  <a:pt x="208026" y="118872"/>
                </a:lnTo>
                <a:moveTo>
                  <a:pt x="128748" y="188184"/>
                </a:moveTo>
                <a:lnTo>
                  <a:pt x="208026" y="188184"/>
                </a:lnTo>
                <a:moveTo>
                  <a:pt x="29718" y="168432"/>
                </a:moveTo>
                <a:lnTo>
                  <a:pt x="49560" y="188184"/>
                </a:lnTo>
                <a:lnTo>
                  <a:pt x="89154" y="148590"/>
                </a:lnTo>
                <a:moveTo>
                  <a:pt x="29718" y="69312"/>
                </a:moveTo>
                <a:lnTo>
                  <a:pt x="49560" y="89154"/>
                </a:lnTo>
                <a:lnTo>
                  <a:pt x="89154" y="49560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6152" y="20848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AI向けの工程手順（Skill）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86968" y="247802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18872" y="69312"/>
                </a:moveTo>
                <a:lnTo>
                  <a:pt x="118872" y="208026"/>
                </a:lnTo>
                <a:moveTo>
                  <a:pt x="29718" y="178308"/>
                </a:moveTo>
                <a:lnTo>
                  <a:pt x="28621" y="178217"/>
                </a:lnTo>
                <a:lnTo>
                  <a:pt x="27523" y="178034"/>
                </a:lnTo>
                <a:lnTo>
                  <a:pt x="26426" y="177759"/>
                </a:lnTo>
                <a:lnTo>
                  <a:pt x="25420" y="177302"/>
                </a:lnTo>
                <a:lnTo>
                  <a:pt x="24414" y="176754"/>
                </a:lnTo>
                <a:lnTo>
                  <a:pt x="23500" y="176113"/>
                </a:lnTo>
                <a:lnTo>
                  <a:pt x="22677" y="175382"/>
                </a:lnTo>
                <a:lnTo>
                  <a:pt x="21946" y="174559"/>
                </a:lnTo>
                <a:lnTo>
                  <a:pt x="21306" y="173645"/>
                </a:lnTo>
                <a:lnTo>
                  <a:pt x="20757" y="172730"/>
                </a:lnTo>
                <a:lnTo>
                  <a:pt x="20391" y="171633"/>
                </a:lnTo>
                <a:lnTo>
                  <a:pt x="20025" y="170627"/>
                </a:lnTo>
                <a:lnTo>
                  <a:pt x="19842" y="169530"/>
                </a:lnTo>
                <a:lnTo>
                  <a:pt x="19842" y="168432"/>
                </a:lnTo>
                <a:lnTo>
                  <a:pt x="19842" y="39594"/>
                </a:lnTo>
                <a:lnTo>
                  <a:pt x="19842" y="38496"/>
                </a:lnTo>
                <a:lnTo>
                  <a:pt x="20025" y="37399"/>
                </a:lnTo>
                <a:lnTo>
                  <a:pt x="20391" y="36393"/>
                </a:lnTo>
                <a:lnTo>
                  <a:pt x="20757" y="35296"/>
                </a:lnTo>
                <a:lnTo>
                  <a:pt x="21306" y="34381"/>
                </a:lnTo>
                <a:lnTo>
                  <a:pt x="21946" y="33467"/>
                </a:lnTo>
                <a:lnTo>
                  <a:pt x="22677" y="32644"/>
                </a:lnTo>
                <a:lnTo>
                  <a:pt x="23500" y="31913"/>
                </a:lnTo>
                <a:lnTo>
                  <a:pt x="24414" y="31272"/>
                </a:lnTo>
                <a:lnTo>
                  <a:pt x="25420" y="30724"/>
                </a:lnTo>
                <a:lnTo>
                  <a:pt x="26426" y="30267"/>
                </a:lnTo>
                <a:lnTo>
                  <a:pt x="27523" y="29992"/>
                </a:lnTo>
                <a:lnTo>
                  <a:pt x="28621" y="29809"/>
                </a:lnTo>
                <a:lnTo>
                  <a:pt x="29718" y="29718"/>
                </a:lnTo>
                <a:lnTo>
                  <a:pt x="79278" y="29718"/>
                </a:lnTo>
                <a:lnTo>
                  <a:pt x="83668" y="29992"/>
                </a:lnTo>
                <a:lnTo>
                  <a:pt x="88057" y="30724"/>
                </a:lnTo>
                <a:lnTo>
                  <a:pt x="92354" y="31913"/>
                </a:lnTo>
                <a:lnTo>
                  <a:pt x="96469" y="33650"/>
                </a:lnTo>
                <a:lnTo>
                  <a:pt x="100310" y="35753"/>
                </a:lnTo>
                <a:lnTo>
                  <a:pt x="103967" y="38405"/>
                </a:lnTo>
                <a:lnTo>
                  <a:pt x="107259" y="41331"/>
                </a:lnTo>
                <a:lnTo>
                  <a:pt x="110185" y="44623"/>
                </a:lnTo>
                <a:lnTo>
                  <a:pt x="112837" y="48280"/>
                </a:lnTo>
                <a:lnTo>
                  <a:pt x="114940" y="52121"/>
                </a:lnTo>
                <a:lnTo>
                  <a:pt x="116677" y="56236"/>
                </a:lnTo>
                <a:lnTo>
                  <a:pt x="117866" y="60533"/>
                </a:lnTo>
                <a:lnTo>
                  <a:pt x="118598" y="64922"/>
                </a:lnTo>
                <a:lnTo>
                  <a:pt x="118872" y="69312"/>
                </a:lnTo>
                <a:lnTo>
                  <a:pt x="119146" y="64922"/>
                </a:lnTo>
                <a:lnTo>
                  <a:pt x="119878" y="60533"/>
                </a:lnTo>
                <a:lnTo>
                  <a:pt x="121067" y="56236"/>
                </a:lnTo>
                <a:lnTo>
                  <a:pt x="122804" y="52121"/>
                </a:lnTo>
                <a:lnTo>
                  <a:pt x="124907" y="48280"/>
                </a:lnTo>
                <a:lnTo>
                  <a:pt x="127559" y="44623"/>
                </a:lnTo>
                <a:lnTo>
                  <a:pt x="130485" y="41331"/>
                </a:lnTo>
                <a:lnTo>
                  <a:pt x="133777" y="38405"/>
                </a:lnTo>
                <a:lnTo>
                  <a:pt x="137434" y="35753"/>
                </a:lnTo>
                <a:lnTo>
                  <a:pt x="141275" y="33650"/>
                </a:lnTo>
                <a:lnTo>
                  <a:pt x="145390" y="31913"/>
                </a:lnTo>
                <a:lnTo>
                  <a:pt x="149687" y="30724"/>
                </a:lnTo>
                <a:lnTo>
                  <a:pt x="154076" y="29992"/>
                </a:lnTo>
                <a:lnTo>
                  <a:pt x="158466" y="29718"/>
                </a:lnTo>
                <a:lnTo>
                  <a:pt x="208026" y="29718"/>
                </a:lnTo>
                <a:lnTo>
                  <a:pt x="209123" y="29809"/>
                </a:lnTo>
                <a:lnTo>
                  <a:pt x="210221" y="29992"/>
                </a:lnTo>
                <a:lnTo>
                  <a:pt x="211318" y="30267"/>
                </a:lnTo>
                <a:lnTo>
                  <a:pt x="212324" y="30724"/>
                </a:lnTo>
                <a:lnTo>
                  <a:pt x="213330" y="31272"/>
                </a:lnTo>
                <a:lnTo>
                  <a:pt x="214244" y="31913"/>
                </a:lnTo>
                <a:lnTo>
                  <a:pt x="215067" y="32644"/>
                </a:lnTo>
                <a:lnTo>
                  <a:pt x="215798" y="33467"/>
                </a:lnTo>
                <a:lnTo>
                  <a:pt x="216438" y="34381"/>
                </a:lnTo>
                <a:lnTo>
                  <a:pt x="216987" y="35296"/>
                </a:lnTo>
                <a:lnTo>
                  <a:pt x="217353" y="36393"/>
                </a:lnTo>
                <a:lnTo>
                  <a:pt x="217719" y="37399"/>
                </a:lnTo>
                <a:lnTo>
                  <a:pt x="217902" y="38496"/>
                </a:lnTo>
                <a:lnTo>
                  <a:pt x="217902" y="39594"/>
                </a:lnTo>
                <a:lnTo>
                  <a:pt x="217902" y="168432"/>
                </a:lnTo>
                <a:lnTo>
                  <a:pt x="217902" y="169530"/>
                </a:lnTo>
                <a:lnTo>
                  <a:pt x="217719" y="170627"/>
                </a:lnTo>
                <a:lnTo>
                  <a:pt x="217353" y="171633"/>
                </a:lnTo>
                <a:lnTo>
                  <a:pt x="216987" y="172730"/>
                </a:lnTo>
                <a:lnTo>
                  <a:pt x="216438" y="173645"/>
                </a:lnTo>
                <a:lnTo>
                  <a:pt x="215798" y="174559"/>
                </a:lnTo>
                <a:lnTo>
                  <a:pt x="215067" y="175382"/>
                </a:lnTo>
                <a:lnTo>
                  <a:pt x="214244" y="176113"/>
                </a:lnTo>
                <a:lnTo>
                  <a:pt x="213330" y="176754"/>
                </a:lnTo>
                <a:lnTo>
                  <a:pt x="212324" y="177302"/>
                </a:lnTo>
                <a:lnTo>
                  <a:pt x="211318" y="177759"/>
                </a:lnTo>
                <a:lnTo>
                  <a:pt x="210221" y="178034"/>
                </a:lnTo>
                <a:lnTo>
                  <a:pt x="209123" y="178217"/>
                </a:lnTo>
                <a:lnTo>
                  <a:pt x="208026" y="178308"/>
                </a:lnTo>
                <a:lnTo>
                  <a:pt x="148590" y="178308"/>
                </a:lnTo>
                <a:lnTo>
                  <a:pt x="145298" y="178491"/>
                </a:lnTo>
                <a:lnTo>
                  <a:pt x="142006" y="179040"/>
                </a:lnTo>
                <a:lnTo>
                  <a:pt x="138806" y="179954"/>
                </a:lnTo>
                <a:lnTo>
                  <a:pt x="135697" y="181234"/>
                </a:lnTo>
                <a:lnTo>
                  <a:pt x="132771" y="182880"/>
                </a:lnTo>
                <a:lnTo>
                  <a:pt x="130028" y="184800"/>
                </a:lnTo>
                <a:lnTo>
                  <a:pt x="127559" y="186995"/>
                </a:lnTo>
                <a:lnTo>
                  <a:pt x="125364" y="189464"/>
                </a:lnTo>
                <a:lnTo>
                  <a:pt x="123444" y="192207"/>
                </a:lnTo>
                <a:lnTo>
                  <a:pt x="121798" y="195133"/>
                </a:lnTo>
                <a:lnTo>
                  <a:pt x="120518" y="198242"/>
                </a:lnTo>
                <a:lnTo>
                  <a:pt x="119604" y="201442"/>
                </a:lnTo>
                <a:lnTo>
                  <a:pt x="119055" y="204734"/>
                </a:lnTo>
                <a:lnTo>
                  <a:pt x="118872" y="208026"/>
                </a:lnTo>
                <a:lnTo>
                  <a:pt x="118689" y="204734"/>
                </a:lnTo>
                <a:lnTo>
                  <a:pt x="118140" y="201442"/>
                </a:lnTo>
                <a:lnTo>
                  <a:pt x="117226" y="198242"/>
                </a:lnTo>
                <a:lnTo>
                  <a:pt x="115946" y="195133"/>
                </a:lnTo>
                <a:lnTo>
                  <a:pt x="114300" y="192207"/>
                </a:lnTo>
                <a:lnTo>
                  <a:pt x="112380" y="189464"/>
                </a:lnTo>
                <a:lnTo>
                  <a:pt x="110185" y="186995"/>
                </a:lnTo>
                <a:lnTo>
                  <a:pt x="107716" y="184800"/>
                </a:lnTo>
                <a:lnTo>
                  <a:pt x="104973" y="182880"/>
                </a:lnTo>
                <a:lnTo>
                  <a:pt x="102047" y="181234"/>
                </a:lnTo>
                <a:lnTo>
                  <a:pt x="98938" y="179954"/>
                </a:lnTo>
                <a:lnTo>
                  <a:pt x="95738" y="179040"/>
                </a:lnTo>
                <a:lnTo>
                  <a:pt x="92446" y="178491"/>
                </a:lnTo>
                <a:lnTo>
                  <a:pt x="89154" y="178308"/>
                </a:lnTo>
                <a:lnTo>
                  <a:pt x="29718" y="178308"/>
                </a:lnTo>
                <a:close/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6152" y="245059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Project内の作業規則（AGENTS.md）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86968" y="284378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59436" y="217902"/>
                </a:moveTo>
                <a:lnTo>
                  <a:pt x="57241" y="217810"/>
                </a:lnTo>
                <a:lnTo>
                  <a:pt x="55047" y="217444"/>
                </a:lnTo>
                <a:lnTo>
                  <a:pt x="52852" y="216804"/>
                </a:lnTo>
                <a:lnTo>
                  <a:pt x="50841" y="215981"/>
                </a:lnTo>
                <a:lnTo>
                  <a:pt x="48920" y="214884"/>
                </a:lnTo>
                <a:lnTo>
                  <a:pt x="47092" y="213604"/>
                </a:lnTo>
                <a:lnTo>
                  <a:pt x="45446" y="212141"/>
                </a:lnTo>
                <a:lnTo>
                  <a:pt x="43983" y="210495"/>
                </a:lnTo>
                <a:lnTo>
                  <a:pt x="42702" y="208666"/>
                </a:lnTo>
                <a:lnTo>
                  <a:pt x="41605" y="206746"/>
                </a:lnTo>
                <a:lnTo>
                  <a:pt x="40691" y="204643"/>
                </a:lnTo>
                <a:lnTo>
                  <a:pt x="40142" y="202540"/>
                </a:lnTo>
                <a:lnTo>
                  <a:pt x="39776" y="200345"/>
                </a:lnTo>
                <a:lnTo>
                  <a:pt x="39594" y="198150"/>
                </a:lnTo>
                <a:lnTo>
                  <a:pt x="39594" y="39594"/>
                </a:lnTo>
                <a:lnTo>
                  <a:pt x="39776" y="37399"/>
                </a:lnTo>
                <a:lnTo>
                  <a:pt x="40142" y="35204"/>
                </a:lnTo>
                <a:lnTo>
                  <a:pt x="40691" y="33101"/>
                </a:lnTo>
                <a:lnTo>
                  <a:pt x="41605" y="30998"/>
                </a:lnTo>
                <a:lnTo>
                  <a:pt x="42702" y="29078"/>
                </a:lnTo>
                <a:lnTo>
                  <a:pt x="43983" y="27249"/>
                </a:lnTo>
                <a:lnTo>
                  <a:pt x="45446" y="25603"/>
                </a:lnTo>
                <a:lnTo>
                  <a:pt x="47092" y="24140"/>
                </a:lnTo>
                <a:lnTo>
                  <a:pt x="48920" y="22860"/>
                </a:lnTo>
                <a:lnTo>
                  <a:pt x="50841" y="21763"/>
                </a:lnTo>
                <a:lnTo>
                  <a:pt x="52852" y="20940"/>
                </a:lnTo>
                <a:lnTo>
                  <a:pt x="55047" y="20300"/>
                </a:lnTo>
                <a:lnTo>
                  <a:pt x="57241" y="19934"/>
                </a:lnTo>
                <a:lnTo>
                  <a:pt x="59436" y="19842"/>
                </a:lnTo>
                <a:lnTo>
                  <a:pt x="138714" y="19842"/>
                </a:lnTo>
                <a:lnTo>
                  <a:pt x="139995" y="19842"/>
                </a:lnTo>
                <a:lnTo>
                  <a:pt x="141366" y="19934"/>
                </a:lnTo>
                <a:lnTo>
                  <a:pt x="142646" y="20117"/>
                </a:lnTo>
                <a:lnTo>
                  <a:pt x="144018" y="20391"/>
                </a:lnTo>
                <a:lnTo>
                  <a:pt x="145298" y="20757"/>
                </a:lnTo>
                <a:lnTo>
                  <a:pt x="146578" y="21123"/>
                </a:lnTo>
                <a:lnTo>
                  <a:pt x="147858" y="21580"/>
                </a:lnTo>
                <a:lnTo>
                  <a:pt x="149047" y="22128"/>
                </a:lnTo>
                <a:lnTo>
                  <a:pt x="150236" y="22769"/>
                </a:lnTo>
                <a:lnTo>
                  <a:pt x="151425" y="23500"/>
                </a:lnTo>
                <a:lnTo>
                  <a:pt x="152522" y="24232"/>
                </a:lnTo>
                <a:lnTo>
                  <a:pt x="153528" y="25055"/>
                </a:lnTo>
                <a:lnTo>
                  <a:pt x="154625" y="25878"/>
                </a:lnTo>
                <a:lnTo>
                  <a:pt x="155539" y="26792"/>
                </a:lnTo>
                <a:lnTo>
                  <a:pt x="191110" y="62362"/>
                </a:lnTo>
                <a:lnTo>
                  <a:pt x="192024" y="63276"/>
                </a:lnTo>
                <a:lnTo>
                  <a:pt x="192938" y="64374"/>
                </a:lnTo>
                <a:lnTo>
                  <a:pt x="193670" y="65380"/>
                </a:lnTo>
                <a:lnTo>
                  <a:pt x="194493" y="66568"/>
                </a:lnTo>
                <a:lnTo>
                  <a:pt x="195133" y="67666"/>
                </a:lnTo>
                <a:lnTo>
                  <a:pt x="195773" y="68854"/>
                </a:lnTo>
                <a:lnTo>
                  <a:pt x="196322" y="70134"/>
                </a:lnTo>
                <a:lnTo>
                  <a:pt x="196779" y="71323"/>
                </a:lnTo>
                <a:lnTo>
                  <a:pt x="197236" y="72603"/>
                </a:lnTo>
                <a:lnTo>
                  <a:pt x="197510" y="73884"/>
                </a:lnTo>
                <a:lnTo>
                  <a:pt x="197785" y="75255"/>
                </a:lnTo>
                <a:lnTo>
                  <a:pt x="197968" y="76535"/>
                </a:lnTo>
                <a:lnTo>
                  <a:pt x="198059" y="77907"/>
                </a:lnTo>
                <a:lnTo>
                  <a:pt x="198150" y="79278"/>
                </a:lnTo>
                <a:lnTo>
                  <a:pt x="198150" y="198150"/>
                </a:lnTo>
                <a:lnTo>
                  <a:pt x="197968" y="200345"/>
                </a:lnTo>
                <a:lnTo>
                  <a:pt x="197602" y="202540"/>
                </a:lnTo>
                <a:lnTo>
                  <a:pt x="197053" y="204643"/>
                </a:lnTo>
                <a:lnTo>
                  <a:pt x="196139" y="206746"/>
                </a:lnTo>
                <a:lnTo>
                  <a:pt x="195042" y="208666"/>
                </a:lnTo>
                <a:lnTo>
                  <a:pt x="193761" y="210495"/>
                </a:lnTo>
                <a:lnTo>
                  <a:pt x="192298" y="212141"/>
                </a:lnTo>
                <a:lnTo>
                  <a:pt x="190652" y="213604"/>
                </a:lnTo>
                <a:lnTo>
                  <a:pt x="188824" y="214884"/>
                </a:lnTo>
                <a:lnTo>
                  <a:pt x="186903" y="215981"/>
                </a:lnTo>
                <a:lnTo>
                  <a:pt x="184892" y="216804"/>
                </a:lnTo>
                <a:lnTo>
                  <a:pt x="182697" y="217444"/>
                </a:lnTo>
                <a:lnTo>
                  <a:pt x="180503" y="217810"/>
                </a:lnTo>
                <a:lnTo>
                  <a:pt x="178308" y="217902"/>
                </a:lnTo>
                <a:lnTo>
                  <a:pt x="59436" y="217902"/>
                </a:lnTo>
                <a:close/>
                <a:moveTo>
                  <a:pt x="138714" y="19842"/>
                </a:moveTo>
                <a:lnTo>
                  <a:pt x="138714" y="69312"/>
                </a:lnTo>
                <a:lnTo>
                  <a:pt x="138714" y="70409"/>
                </a:lnTo>
                <a:lnTo>
                  <a:pt x="138897" y="71506"/>
                </a:lnTo>
                <a:lnTo>
                  <a:pt x="139263" y="72603"/>
                </a:lnTo>
                <a:lnTo>
                  <a:pt x="139629" y="73609"/>
                </a:lnTo>
                <a:lnTo>
                  <a:pt x="140178" y="74615"/>
                </a:lnTo>
                <a:lnTo>
                  <a:pt x="140818" y="75529"/>
                </a:lnTo>
                <a:lnTo>
                  <a:pt x="141549" y="76352"/>
                </a:lnTo>
                <a:lnTo>
                  <a:pt x="142372" y="77084"/>
                </a:lnTo>
                <a:lnTo>
                  <a:pt x="143286" y="77724"/>
                </a:lnTo>
                <a:lnTo>
                  <a:pt x="144292" y="78273"/>
                </a:lnTo>
                <a:lnTo>
                  <a:pt x="145298" y="78730"/>
                </a:lnTo>
                <a:lnTo>
                  <a:pt x="146395" y="79004"/>
                </a:lnTo>
                <a:lnTo>
                  <a:pt x="147493" y="79187"/>
                </a:lnTo>
                <a:lnTo>
                  <a:pt x="148590" y="79278"/>
                </a:lnTo>
                <a:lnTo>
                  <a:pt x="198150" y="79278"/>
                </a:lnTo>
                <a:moveTo>
                  <a:pt x="99030" y="89154"/>
                </a:moveTo>
                <a:lnTo>
                  <a:pt x="79278" y="89154"/>
                </a:lnTo>
                <a:moveTo>
                  <a:pt x="158466" y="128748"/>
                </a:moveTo>
                <a:lnTo>
                  <a:pt x="79278" y="128748"/>
                </a:lnTo>
                <a:moveTo>
                  <a:pt x="158466" y="168432"/>
                </a:moveTo>
                <a:lnTo>
                  <a:pt x="79278" y="168432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28163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要求・仕様・資料のTemplate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968" y="320954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9842" y="29718"/>
                </a:moveTo>
                <a:lnTo>
                  <a:pt x="217902" y="29718"/>
                </a:lnTo>
                <a:moveTo>
                  <a:pt x="208026" y="29718"/>
                </a:moveTo>
                <a:lnTo>
                  <a:pt x="208026" y="138714"/>
                </a:lnTo>
                <a:lnTo>
                  <a:pt x="207935" y="140909"/>
                </a:lnTo>
                <a:lnTo>
                  <a:pt x="207569" y="143104"/>
                </a:lnTo>
                <a:lnTo>
                  <a:pt x="206929" y="145207"/>
                </a:lnTo>
                <a:lnTo>
                  <a:pt x="206106" y="147310"/>
                </a:lnTo>
                <a:lnTo>
                  <a:pt x="205008" y="149230"/>
                </a:lnTo>
                <a:lnTo>
                  <a:pt x="203728" y="151059"/>
                </a:lnTo>
                <a:lnTo>
                  <a:pt x="202265" y="152705"/>
                </a:lnTo>
                <a:lnTo>
                  <a:pt x="200528" y="154168"/>
                </a:lnTo>
                <a:lnTo>
                  <a:pt x="198791" y="155448"/>
                </a:lnTo>
                <a:lnTo>
                  <a:pt x="196779" y="156545"/>
                </a:lnTo>
                <a:lnTo>
                  <a:pt x="194767" y="157368"/>
                </a:lnTo>
                <a:lnTo>
                  <a:pt x="192664" y="158008"/>
                </a:lnTo>
                <a:lnTo>
                  <a:pt x="190470" y="158374"/>
                </a:lnTo>
                <a:lnTo>
                  <a:pt x="188184" y="158466"/>
                </a:lnTo>
                <a:lnTo>
                  <a:pt x="49560" y="158466"/>
                </a:lnTo>
                <a:lnTo>
                  <a:pt x="47274" y="158374"/>
                </a:lnTo>
                <a:lnTo>
                  <a:pt x="45080" y="158008"/>
                </a:lnTo>
                <a:lnTo>
                  <a:pt x="42977" y="157368"/>
                </a:lnTo>
                <a:lnTo>
                  <a:pt x="40965" y="156545"/>
                </a:lnTo>
                <a:lnTo>
                  <a:pt x="38953" y="155448"/>
                </a:lnTo>
                <a:lnTo>
                  <a:pt x="37216" y="154168"/>
                </a:lnTo>
                <a:lnTo>
                  <a:pt x="35479" y="152705"/>
                </a:lnTo>
                <a:lnTo>
                  <a:pt x="34016" y="151059"/>
                </a:lnTo>
                <a:lnTo>
                  <a:pt x="32736" y="149230"/>
                </a:lnTo>
                <a:lnTo>
                  <a:pt x="31638" y="147310"/>
                </a:lnTo>
                <a:lnTo>
                  <a:pt x="30815" y="145207"/>
                </a:lnTo>
                <a:lnTo>
                  <a:pt x="30175" y="143104"/>
                </a:lnTo>
                <a:lnTo>
                  <a:pt x="29809" y="140909"/>
                </a:lnTo>
                <a:lnTo>
                  <a:pt x="29718" y="138714"/>
                </a:lnTo>
                <a:lnTo>
                  <a:pt x="29718" y="29718"/>
                </a:lnTo>
                <a:moveTo>
                  <a:pt x="69312" y="208026"/>
                </a:moveTo>
                <a:lnTo>
                  <a:pt x="118872" y="158466"/>
                </a:lnTo>
                <a:lnTo>
                  <a:pt x="168432" y="208026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318211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PPTX生成Engineと再利用Slide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6968" y="35753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37744" h="237744">
                <a:moveTo>
                  <a:pt x="198150" y="128748"/>
                </a:moveTo>
                <a:lnTo>
                  <a:pt x="197419" y="140635"/>
                </a:lnTo>
                <a:lnTo>
                  <a:pt x="195316" y="151516"/>
                </a:lnTo>
                <a:lnTo>
                  <a:pt x="192024" y="161483"/>
                </a:lnTo>
                <a:lnTo>
                  <a:pt x="187635" y="170627"/>
                </a:lnTo>
                <a:lnTo>
                  <a:pt x="182057" y="178857"/>
                </a:lnTo>
                <a:lnTo>
                  <a:pt x="175656" y="186263"/>
                </a:lnTo>
                <a:lnTo>
                  <a:pt x="168341" y="193030"/>
                </a:lnTo>
                <a:lnTo>
                  <a:pt x="160203" y="199065"/>
                </a:lnTo>
                <a:lnTo>
                  <a:pt x="151516" y="204460"/>
                </a:lnTo>
                <a:lnTo>
                  <a:pt x="142189" y="209306"/>
                </a:lnTo>
                <a:lnTo>
                  <a:pt x="132405" y="213604"/>
                </a:lnTo>
                <a:lnTo>
                  <a:pt x="122255" y="217444"/>
                </a:lnTo>
                <a:lnTo>
                  <a:pt x="121798" y="217536"/>
                </a:lnTo>
                <a:lnTo>
                  <a:pt x="121341" y="217719"/>
                </a:lnTo>
                <a:lnTo>
                  <a:pt x="120792" y="217810"/>
                </a:lnTo>
                <a:lnTo>
                  <a:pt x="120335" y="217902"/>
                </a:lnTo>
                <a:lnTo>
                  <a:pt x="119878" y="217902"/>
                </a:lnTo>
                <a:lnTo>
                  <a:pt x="119421" y="217993"/>
                </a:lnTo>
                <a:lnTo>
                  <a:pt x="118872" y="217993"/>
                </a:lnTo>
                <a:lnTo>
                  <a:pt x="118415" y="217902"/>
                </a:lnTo>
                <a:lnTo>
                  <a:pt x="117958" y="217902"/>
                </a:lnTo>
                <a:lnTo>
                  <a:pt x="117500" y="217810"/>
                </a:lnTo>
                <a:lnTo>
                  <a:pt x="116952" y="217719"/>
                </a:lnTo>
                <a:lnTo>
                  <a:pt x="116495" y="217627"/>
                </a:lnTo>
                <a:lnTo>
                  <a:pt x="116037" y="217536"/>
                </a:lnTo>
                <a:lnTo>
                  <a:pt x="115580" y="217353"/>
                </a:lnTo>
                <a:lnTo>
                  <a:pt x="105430" y="213512"/>
                </a:lnTo>
                <a:lnTo>
                  <a:pt x="95646" y="209306"/>
                </a:lnTo>
                <a:lnTo>
                  <a:pt x="86319" y="204460"/>
                </a:lnTo>
                <a:lnTo>
                  <a:pt x="77541" y="199065"/>
                </a:lnTo>
                <a:lnTo>
                  <a:pt x="69494" y="193030"/>
                </a:lnTo>
                <a:lnTo>
                  <a:pt x="62088" y="186263"/>
                </a:lnTo>
                <a:lnTo>
                  <a:pt x="55687" y="178857"/>
                </a:lnTo>
                <a:lnTo>
                  <a:pt x="50109" y="170627"/>
                </a:lnTo>
                <a:lnTo>
                  <a:pt x="45720" y="161483"/>
                </a:lnTo>
                <a:lnTo>
                  <a:pt x="42428" y="151516"/>
                </a:lnTo>
                <a:lnTo>
                  <a:pt x="40325" y="140635"/>
                </a:lnTo>
                <a:lnTo>
                  <a:pt x="39594" y="128748"/>
                </a:lnTo>
                <a:lnTo>
                  <a:pt x="39594" y="59436"/>
                </a:lnTo>
                <a:lnTo>
                  <a:pt x="39685" y="58339"/>
                </a:lnTo>
                <a:lnTo>
                  <a:pt x="39868" y="57241"/>
                </a:lnTo>
                <a:lnTo>
                  <a:pt x="40142" y="56144"/>
                </a:lnTo>
                <a:lnTo>
                  <a:pt x="40599" y="55138"/>
                </a:lnTo>
                <a:lnTo>
                  <a:pt x="41148" y="54132"/>
                </a:lnTo>
                <a:lnTo>
                  <a:pt x="41788" y="53218"/>
                </a:lnTo>
                <a:lnTo>
                  <a:pt x="42520" y="52395"/>
                </a:lnTo>
                <a:lnTo>
                  <a:pt x="43343" y="51664"/>
                </a:lnTo>
                <a:lnTo>
                  <a:pt x="44257" y="51024"/>
                </a:lnTo>
                <a:lnTo>
                  <a:pt x="45263" y="50475"/>
                </a:lnTo>
                <a:lnTo>
                  <a:pt x="46269" y="50109"/>
                </a:lnTo>
                <a:lnTo>
                  <a:pt x="47366" y="49743"/>
                </a:lnTo>
                <a:lnTo>
                  <a:pt x="48463" y="49560"/>
                </a:lnTo>
                <a:lnTo>
                  <a:pt x="49560" y="49560"/>
                </a:lnTo>
                <a:lnTo>
                  <a:pt x="54590" y="49286"/>
                </a:lnTo>
                <a:lnTo>
                  <a:pt x="59802" y="48555"/>
                </a:lnTo>
                <a:lnTo>
                  <a:pt x="65105" y="47457"/>
                </a:lnTo>
                <a:lnTo>
                  <a:pt x="70500" y="45903"/>
                </a:lnTo>
                <a:lnTo>
                  <a:pt x="75987" y="43983"/>
                </a:lnTo>
                <a:lnTo>
                  <a:pt x="81382" y="41697"/>
                </a:lnTo>
                <a:lnTo>
                  <a:pt x="86777" y="39136"/>
                </a:lnTo>
                <a:lnTo>
                  <a:pt x="92080" y="36302"/>
                </a:lnTo>
                <a:lnTo>
                  <a:pt x="97201" y="33193"/>
                </a:lnTo>
                <a:lnTo>
                  <a:pt x="102138" y="29809"/>
                </a:lnTo>
                <a:lnTo>
                  <a:pt x="106893" y="26243"/>
                </a:lnTo>
                <a:lnTo>
                  <a:pt x="111374" y="22586"/>
                </a:lnTo>
                <a:lnTo>
                  <a:pt x="112288" y="21854"/>
                </a:lnTo>
                <a:lnTo>
                  <a:pt x="113294" y="21214"/>
                </a:lnTo>
                <a:lnTo>
                  <a:pt x="114300" y="20757"/>
                </a:lnTo>
                <a:lnTo>
                  <a:pt x="115397" y="20300"/>
                </a:lnTo>
                <a:lnTo>
                  <a:pt x="116586" y="20025"/>
                </a:lnTo>
                <a:lnTo>
                  <a:pt x="117683" y="19842"/>
                </a:lnTo>
                <a:lnTo>
                  <a:pt x="118872" y="19842"/>
                </a:lnTo>
                <a:lnTo>
                  <a:pt x="120061" y="19842"/>
                </a:lnTo>
                <a:lnTo>
                  <a:pt x="121158" y="20025"/>
                </a:lnTo>
                <a:lnTo>
                  <a:pt x="122347" y="20300"/>
                </a:lnTo>
                <a:lnTo>
                  <a:pt x="123444" y="20757"/>
                </a:lnTo>
                <a:lnTo>
                  <a:pt x="124450" y="21214"/>
                </a:lnTo>
                <a:lnTo>
                  <a:pt x="125456" y="21854"/>
                </a:lnTo>
                <a:lnTo>
                  <a:pt x="126370" y="22586"/>
                </a:lnTo>
                <a:lnTo>
                  <a:pt x="130851" y="26335"/>
                </a:lnTo>
                <a:lnTo>
                  <a:pt x="135606" y="29809"/>
                </a:lnTo>
                <a:lnTo>
                  <a:pt x="140543" y="33193"/>
                </a:lnTo>
                <a:lnTo>
                  <a:pt x="145755" y="36302"/>
                </a:lnTo>
                <a:lnTo>
                  <a:pt x="150967" y="39136"/>
                </a:lnTo>
                <a:lnTo>
                  <a:pt x="156362" y="41697"/>
                </a:lnTo>
                <a:lnTo>
                  <a:pt x="161757" y="43983"/>
                </a:lnTo>
                <a:lnTo>
                  <a:pt x="167244" y="45903"/>
                </a:lnTo>
                <a:lnTo>
                  <a:pt x="172639" y="47457"/>
                </a:lnTo>
                <a:lnTo>
                  <a:pt x="177942" y="48555"/>
                </a:lnTo>
                <a:lnTo>
                  <a:pt x="183154" y="49286"/>
                </a:lnTo>
                <a:lnTo>
                  <a:pt x="188184" y="49560"/>
                </a:lnTo>
                <a:lnTo>
                  <a:pt x="189281" y="49560"/>
                </a:lnTo>
                <a:lnTo>
                  <a:pt x="190378" y="49743"/>
                </a:lnTo>
                <a:lnTo>
                  <a:pt x="191475" y="50109"/>
                </a:lnTo>
                <a:lnTo>
                  <a:pt x="192481" y="50475"/>
                </a:lnTo>
                <a:lnTo>
                  <a:pt x="193487" y="51024"/>
                </a:lnTo>
                <a:lnTo>
                  <a:pt x="194401" y="51664"/>
                </a:lnTo>
                <a:lnTo>
                  <a:pt x="195224" y="52395"/>
                </a:lnTo>
                <a:lnTo>
                  <a:pt x="195956" y="53218"/>
                </a:lnTo>
                <a:lnTo>
                  <a:pt x="196596" y="54132"/>
                </a:lnTo>
                <a:lnTo>
                  <a:pt x="197145" y="55138"/>
                </a:lnTo>
                <a:lnTo>
                  <a:pt x="197602" y="56144"/>
                </a:lnTo>
                <a:lnTo>
                  <a:pt x="197876" y="57241"/>
                </a:lnTo>
                <a:lnTo>
                  <a:pt x="198059" y="58339"/>
                </a:lnTo>
                <a:lnTo>
                  <a:pt x="198150" y="59436"/>
                </a:lnTo>
                <a:lnTo>
                  <a:pt x="198150" y="128748"/>
                </a:lnTo>
                <a:close/>
                <a:moveTo>
                  <a:pt x="89154" y="118872"/>
                </a:moveTo>
                <a:lnTo>
                  <a:pt x="108996" y="138714"/>
                </a:lnTo>
                <a:lnTo>
                  <a:pt x="148590" y="99030"/>
                </a:lnTo>
              </a:path>
            </a:pathLst>
          </a:custGeom>
          <a:noFill/>
          <a:ln w="19812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354787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Test・構造検査・目視QAの手順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95928" y="1298448"/>
            <a:ext cx="2331720" cy="2697480"/>
          </a:xfrm>
          <a:prstGeom prst="roundRect">
            <a:avLst>
              <a:gd name="adj" fmla="val 2353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95928" y="1298448"/>
            <a:ext cx="64008" cy="269748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78808" y="140817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HOW IT RUNS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78808" y="1627632"/>
            <a:ext cx="2057400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 / Claude Code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178808" y="2157984"/>
            <a:ext cx="274320" cy="274320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7880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44568" y="2121408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対象Projectの実物を読む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15968" y="2450592"/>
            <a:ext cx="0" cy="29260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178808" y="2779776"/>
            <a:ext cx="274320" cy="274320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78808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44568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依頼に合うSkillを選ぶ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15968" y="3072384"/>
            <a:ext cx="0" cy="29260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178808" y="3401568"/>
            <a:ext cx="274320" cy="274320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78808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44568" y="3364992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成果物を作り、検証する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57416" y="1298448"/>
            <a:ext cx="1929384" cy="26974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7416" y="1298448"/>
            <a:ext cx="64008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0296" y="1408176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940296" y="1627632"/>
            <a:ext cx="1655064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Projectに残る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958584" y="2167128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37160" y="251460"/>
                </a:moveTo>
                <a:lnTo>
                  <a:pt x="137160" y="137160"/>
                </a:lnTo>
                <a:moveTo>
                  <a:pt x="182880" y="194310"/>
                </a:moveTo>
                <a:lnTo>
                  <a:pt x="205740" y="217170"/>
                </a:lnTo>
                <a:lnTo>
                  <a:pt x="251460" y="171450"/>
                </a:lnTo>
                <a:moveTo>
                  <a:pt x="240030" y="127193"/>
                </a:moveTo>
                <a:lnTo>
                  <a:pt x="240030" y="91440"/>
                </a:lnTo>
                <a:lnTo>
                  <a:pt x="239939" y="89703"/>
                </a:lnTo>
                <a:lnTo>
                  <a:pt x="239756" y="88057"/>
                </a:lnTo>
                <a:lnTo>
                  <a:pt x="239481" y="86319"/>
                </a:lnTo>
                <a:lnTo>
                  <a:pt x="239024" y="84673"/>
                </a:lnTo>
                <a:lnTo>
                  <a:pt x="238476" y="83119"/>
                </a:lnTo>
                <a:lnTo>
                  <a:pt x="237744" y="81564"/>
                </a:lnTo>
                <a:lnTo>
                  <a:pt x="236921" y="80010"/>
                </a:lnTo>
                <a:lnTo>
                  <a:pt x="236007" y="78547"/>
                </a:lnTo>
                <a:lnTo>
                  <a:pt x="235001" y="77175"/>
                </a:lnTo>
                <a:lnTo>
                  <a:pt x="233904" y="75895"/>
                </a:lnTo>
                <a:lnTo>
                  <a:pt x="232715" y="74706"/>
                </a:lnTo>
                <a:lnTo>
                  <a:pt x="231435" y="73609"/>
                </a:lnTo>
                <a:lnTo>
                  <a:pt x="230063" y="72603"/>
                </a:lnTo>
                <a:lnTo>
                  <a:pt x="228600" y="71689"/>
                </a:lnTo>
                <a:lnTo>
                  <a:pt x="148590" y="25969"/>
                </a:lnTo>
                <a:lnTo>
                  <a:pt x="147036" y="25146"/>
                </a:lnTo>
                <a:lnTo>
                  <a:pt x="145481" y="24506"/>
                </a:lnTo>
                <a:lnTo>
                  <a:pt x="143927" y="23866"/>
                </a:lnTo>
                <a:lnTo>
                  <a:pt x="142281" y="23500"/>
                </a:lnTo>
                <a:lnTo>
                  <a:pt x="140543" y="23134"/>
                </a:lnTo>
                <a:lnTo>
                  <a:pt x="138897" y="22951"/>
                </a:lnTo>
                <a:lnTo>
                  <a:pt x="137160" y="22860"/>
                </a:lnTo>
                <a:lnTo>
                  <a:pt x="135423" y="22951"/>
                </a:lnTo>
                <a:lnTo>
                  <a:pt x="133777" y="23134"/>
                </a:lnTo>
                <a:lnTo>
                  <a:pt x="132039" y="23500"/>
                </a:lnTo>
                <a:lnTo>
                  <a:pt x="130393" y="23866"/>
                </a:lnTo>
                <a:lnTo>
                  <a:pt x="128839" y="24506"/>
                </a:lnTo>
                <a:lnTo>
                  <a:pt x="127284" y="25146"/>
                </a:lnTo>
                <a:lnTo>
                  <a:pt x="125730" y="25969"/>
                </a:lnTo>
                <a:lnTo>
                  <a:pt x="45720" y="71689"/>
                </a:lnTo>
                <a:lnTo>
                  <a:pt x="44257" y="72603"/>
                </a:lnTo>
                <a:lnTo>
                  <a:pt x="42885" y="73609"/>
                </a:lnTo>
                <a:lnTo>
                  <a:pt x="41605" y="74706"/>
                </a:lnTo>
                <a:lnTo>
                  <a:pt x="40416" y="75895"/>
                </a:lnTo>
                <a:lnTo>
                  <a:pt x="39319" y="77175"/>
                </a:lnTo>
                <a:lnTo>
                  <a:pt x="38313" y="78547"/>
                </a:lnTo>
                <a:lnTo>
                  <a:pt x="37399" y="80010"/>
                </a:lnTo>
                <a:lnTo>
                  <a:pt x="36576" y="81564"/>
                </a:lnTo>
                <a:lnTo>
                  <a:pt x="35844" y="83119"/>
                </a:lnTo>
                <a:lnTo>
                  <a:pt x="35296" y="84673"/>
                </a:lnTo>
                <a:lnTo>
                  <a:pt x="34839" y="86319"/>
                </a:lnTo>
                <a:lnTo>
                  <a:pt x="34564" y="88057"/>
                </a:lnTo>
                <a:lnTo>
                  <a:pt x="34381" y="89703"/>
                </a:lnTo>
                <a:lnTo>
                  <a:pt x="34290" y="91440"/>
                </a:lnTo>
                <a:lnTo>
                  <a:pt x="34290" y="182880"/>
                </a:lnTo>
                <a:lnTo>
                  <a:pt x="34381" y="184617"/>
                </a:lnTo>
                <a:lnTo>
                  <a:pt x="34564" y="186263"/>
                </a:lnTo>
                <a:lnTo>
                  <a:pt x="34839" y="188001"/>
                </a:lnTo>
                <a:lnTo>
                  <a:pt x="35296" y="189647"/>
                </a:lnTo>
                <a:lnTo>
                  <a:pt x="35844" y="191201"/>
                </a:lnTo>
                <a:lnTo>
                  <a:pt x="36576" y="192756"/>
                </a:lnTo>
                <a:lnTo>
                  <a:pt x="37399" y="194310"/>
                </a:lnTo>
                <a:lnTo>
                  <a:pt x="38313" y="195773"/>
                </a:lnTo>
                <a:lnTo>
                  <a:pt x="39319" y="197145"/>
                </a:lnTo>
                <a:lnTo>
                  <a:pt x="40416" y="198425"/>
                </a:lnTo>
                <a:lnTo>
                  <a:pt x="41605" y="199614"/>
                </a:lnTo>
                <a:lnTo>
                  <a:pt x="42885" y="200711"/>
                </a:lnTo>
                <a:lnTo>
                  <a:pt x="44257" y="201717"/>
                </a:lnTo>
                <a:lnTo>
                  <a:pt x="45720" y="202631"/>
                </a:lnTo>
                <a:lnTo>
                  <a:pt x="125730" y="248351"/>
                </a:lnTo>
                <a:lnTo>
                  <a:pt x="127284" y="249174"/>
                </a:lnTo>
                <a:lnTo>
                  <a:pt x="128839" y="249814"/>
                </a:lnTo>
                <a:lnTo>
                  <a:pt x="130393" y="250454"/>
                </a:lnTo>
                <a:lnTo>
                  <a:pt x="132039" y="250820"/>
                </a:lnTo>
                <a:lnTo>
                  <a:pt x="133777" y="251186"/>
                </a:lnTo>
                <a:lnTo>
                  <a:pt x="135423" y="251369"/>
                </a:lnTo>
                <a:lnTo>
                  <a:pt x="137160" y="251460"/>
                </a:lnTo>
                <a:lnTo>
                  <a:pt x="138897" y="251369"/>
                </a:lnTo>
                <a:lnTo>
                  <a:pt x="140543" y="251186"/>
                </a:lnTo>
                <a:lnTo>
                  <a:pt x="142281" y="250820"/>
                </a:lnTo>
                <a:lnTo>
                  <a:pt x="143927" y="250454"/>
                </a:lnTo>
                <a:lnTo>
                  <a:pt x="145481" y="249814"/>
                </a:lnTo>
                <a:lnTo>
                  <a:pt x="147036" y="249174"/>
                </a:lnTo>
                <a:lnTo>
                  <a:pt x="148590" y="248351"/>
                </a:lnTo>
                <a:lnTo>
                  <a:pt x="163678" y="239756"/>
                </a:lnTo>
                <a:moveTo>
                  <a:pt x="37582" y="80010"/>
                </a:moveTo>
                <a:lnTo>
                  <a:pt x="137160" y="137160"/>
                </a:lnTo>
                <a:lnTo>
                  <a:pt x="236738" y="80010"/>
                </a:lnTo>
                <a:moveTo>
                  <a:pt x="85679" y="48829"/>
                </a:moveTo>
                <a:lnTo>
                  <a:pt x="188549" y="107625"/>
                </a:lnTo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24344" y="2121408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958584" y="273405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02870" y="137160"/>
                </a:moveTo>
                <a:lnTo>
                  <a:pt x="125730" y="160020"/>
                </a:lnTo>
                <a:lnTo>
                  <a:pt x="171450" y="114300"/>
                </a:lnTo>
                <a:moveTo>
                  <a:pt x="251460" y="137160"/>
                </a:moveTo>
                <a:lnTo>
                  <a:pt x="248625" y="162580"/>
                </a:lnTo>
                <a:lnTo>
                  <a:pt x="240121" y="186720"/>
                </a:lnTo>
                <a:lnTo>
                  <a:pt x="226497" y="208392"/>
                </a:lnTo>
                <a:lnTo>
                  <a:pt x="208392" y="226497"/>
                </a:lnTo>
                <a:lnTo>
                  <a:pt x="186720" y="240121"/>
                </a:lnTo>
                <a:lnTo>
                  <a:pt x="162580" y="248625"/>
                </a:lnTo>
                <a:lnTo>
                  <a:pt x="137160" y="251460"/>
                </a:lnTo>
                <a:lnTo>
                  <a:pt x="111740" y="248625"/>
                </a:lnTo>
                <a:lnTo>
                  <a:pt x="87600" y="240121"/>
                </a:lnTo>
                <a:lnTo>
                  <a:pt x="65928" y="226497"/>
                </a:lnTo>
                <a:lnTo>
                  <a:pt x="47823" y="208392"/>
                </a:lnTo>
                <a:lnTo>
                  <a:pt x="34199" y="186720"/>
                </a:lnTo>
                <a:lnTo>
                  <a:pt x="25695" y="162580"/>
                </a:lnTo>
                <a:lnTo>
                  <a:pt x="22860" y="137160"/>
                </a:lnTo>
                <a:lnTo>
                  <a:pt x="25695" y="111740"/>
                </a:lnTo>
                <a:lnTo>
                  <a:pt x="34199" y="87600"/>
                </a:lnTo>
                <a:lnTo>
                  <a:pt x="47823" y="65928"/>
                </a:lnTo>
                <a:lnTo>
                  <a:pt x="65928" y="47823"/>
                </a:lnTo>
                <a:lnTo>
                  <a:pt x="87600" y="34199"/>
                </a:lnTo>
                <a:lnTo>
                  <a:pt x="111740" y="25695"/>
                </a:lnTo>
                <a:lnTo>
                  <a:pt x="137160" y="22860"/>
                </a:lnTo>
                <a:lnTo>
                  <a:pt x="162580" y="25695"/>
                </a:lnTo>
                <a:lnTo>
                  <a:pt x="186720" y="34199"/>
                </a:lnTo>
                <a:lnTo>
                  <a:pt x="208392" y="47823"/>
                </a:lnTo>
                <a:lnTo>
                  <a:pt x="226497" y="65928"/>
                </a:lnTo>
                <a:lnTo>
                  <a:pt x="240121" y="87600"/>
                </a:lnTo>
                <a:lnTo>
                  <a:pt x="248625" y="111740"/>
                </a:lnTo>
                <a:lnTo>
                  <a:pt x="251460" y="13716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24344" y="2688336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検証結果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958584" y="3300984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03876" y="102870"/>
                </a:moveTo>
                <a:lnTo>
                  <a:pt x="106802" y="96652"/>
                </a:lnTo>
                <a:lnTo>
                  <a:pt x="110917" y="91166"/>
                </a:lnTo>
                <a:lnTo>
                  <a:pt x="116037" y="86594"/>
                </a:lnTo>
                <a:lnTo>
                  <a:pt x="121890" y="83119"/>
                </a:lnTo>
                <a:lnTo>
                  <a:pt x="128382" y="80833"/>
                </a:lnTo>
                <a:lnTo>
                  <a:pt x="135240" y="80010"/>
                </a:lnTo>
                <a:lnTo>
                  <a:pt x="142006" y="80467"/>
                </a:lnTo>
                <a:lnTo>
                  <a:pt x="148681" y="82296"/>
                </a:lnTo>
                <a:lnTo>
                  <a:pt x="154808" y="85405"/>
                </a:lnTo>
                <a:lnTo>
                  <a:pt x="160111" y="89611"/>
                </a:lnTo>
                <a:lnTo>
                  <a:pt x="164592" y="94915"/>
                </a:lnTo>
                <a:lnTo>
                  <a:pt x="167884" y="100950"/>
                </a:lnTo>
                <a:lnTo>
                  <a:pt x="169896" y="107442"/>
                </a:lnTo>
                <a:lnTo>
                  <a:pt x="170536" y="114300"/>
                </a:lnTo>
                <a:lnTo>
                  <a:pt x="169896" y="119786"/>
                </a:lnTo>
                <a:lnTo>
                  <a:pt x="167975" y="124816"/>
                </a:lnTo>
                <a:lnTo>
                  <a:pt x="165141" y="129296"/>
                </a:lnTo>
                <a:lnTo>
                  <a:pt x="161666" y="133320"/>
                </a:lnTo>
                <a:lnTo>
                  <a:pt x="157643" y="136886"/>
                </a:lnTo>
                <a:lnTo>
                  <a:pt x="153345" y="139995"/>
                </a:lnTo>
                <a:lnTo>
                  <a:pt x="149139" y="142646"/>
                </a:lnTo>
                <a:lnTo>
                  <a:pt x="145115" y="144750"/>
                </a:lnTo>
                <a:lnTo>
                  <a:pt x="141641" y="146487"/>
                </a:lnTo>
                <a:lnTo>
                  <a:pt x="138806" y="147676"/>
                </a:lnTo>
                <a:lnTo>
                  <a:pt x="136886" y="148316"/>
                </a:lnTo>
                <a:lnTo>
                  <a:pt x="136246" y="148590"/>
                </a:lnTo>
                <a:moveTo>
                  <a:pt x="137160" y="194310"/>
                </a:moveTo>
                <a:lnTo>
                  <a:pt x="137251" y="194310"/>
                </a:lnTo>
                <a:moveTo>
                  <a:pt x="251460" y="137160"/>
                </a:moveTo>
                <a:lnTo>
                  <a:pt x="248625" y="162580"/>
                </a:lnTo>
                <a:lnTo>
                  <a:pt x="240121" y="186720"/>
                </a:lnTo>
                <a:lnTo>
                  <a:pt x="226497" y="208392"/>
                </a:lnTo>
                <a:lnTo>
                  <a:pt x="208392" y="226497"/>
                </a:lnTo>
                <a:lnTo>
                  <a:pt x="186720" y="240121"/>
                </a:lnTo>
                <a:lnTo>
                  <a:pt x="162580" y="248625"/>
                </a:lnTo>
                <a:lnTo>
                  <a:pt x="137160" y="251460"/>
                </a:lnTo>
                <a:lnTo>
                  <a:pt x="111740" y="248625"/>
                </a:lnTo>
                <a:lnTo>
                  <a:pt x="87600" y="240121"/>
                </a:lnTo>
                <a:lnTo>
                  <a:pt x="65928" y="226497"/>
                </a:lnTo>
                <a:lnTo>
                  <a:pt x="47823" y="208392"/>
                </a:lnTo>
                <a:lnTo>
                  <a:pt x="34199" y="186720"/>
                </a:lnTo>
                <a:lnTo>
                  <a:pt x="25695" y="162580"/>
                </a:lnTo>
                <a:lnTo>
                  <a:pt x="22860" y="137160"/>
                </a:lnTo>
                <a:lnTo>
                  <a:pt x="25695" y="111740"/>
                </a:lnTo>
                <a:lnTo>
                  <a:pt x="34199" y="87600"/>
                </a:lnTo>
                <a:lnTo>
                  <a:pt x="47823" y="65928"/>
                </a:lnTo>
                <a:lnTo>
                  <a:pt x="65928" y="47823"/>
                </a:lnTo>
                <a:lnTo>
                  <a:pt x="87600" y="34199"/>
                </a:lnTo>
                <a:lnTo>
                  <a:pt x="111740" y="25695"/>
                </a:lnTo>
                <a:lnTo>
                  <a:pt x="137160" y="22860"/>
                </a:lnTo>
                <a:lnTo>
                  <a:pt x="162580" y="25695"/>
                </a:lnTo>
                <a:lnTo>
                  <a:pt x="186720" y="34199"/>
                </a:lnTo>
                <a:lnTo>
                  <a:pt x="208392" y="47823"/>
                </a:lnTo>
                <a:lnTo>
                  <a:pt x="226497" y="65928"/>
                </a:lnTo>
                <a:lnTo>
                  <a:pt x="240121" y="87600"/>
                </a:lnTo>
                <a:lnTo>
                  <a:pt x="248625" y="111740"/>
                </a:lnTo>
                <a:lnTo>
                  <a:pt x="251460" y="13716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24344" y="3255264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11880" y="2647188"/>
            <a:ext cx="33832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373368" y="2647188"/>
            <a:ext cx="33832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394460" y="4160520"/>
            <a:ext cx="658368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485900" y="41605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AI-Engine-Dev単体を起動するのではなく、対象Project内のAI作業へ組み込む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フォルダ構成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Repositoryは開発と資料作成の2つの環境を持つ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AI-Engine-Dev/（Repository root）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856232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1856232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" y="1856232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1856232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1856232"/>
            <a:ext cx="0" cy="23774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AI-Engine-Dev/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19019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19019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AIが守る共通規則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21762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017520" y="21762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Codeの入口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53312" y="24505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017520" y="24505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利用者向けの入口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53312" y="2724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Lerning/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017520" y="27249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初めての人の学習資料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60704" y="301752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6424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53312" y="299923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17520" y="299923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システム開発の環境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60704" y="329184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06424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53312" y="32735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017520" y="32735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資料作成の環境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106424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53312" y="35478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017520" y="35478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orchestrationの記録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106424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353312" y="3822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.agents/skills/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17520" y="38221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Codex用のSkill Link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106424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53312" y="40965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017520" y="40965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Claude用のSkill Link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要求・仕様・実装・Testの手順とSkill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PPTX生成Engine、Template、完成資料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はじめて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Lerning/README.md</a:t>
            </a:r>
            <a:endParaRPr lang="en-US" sz="1350" dirty="0"/>
          </a:p>
        </p:txBody>
      </p:sp>
      <p:sp>
        <p:nvSpPr>
          <p:cNvPr id="69" name="Text 67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全体像を学ぶ任意の入口。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できること：DEVELOPMENT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Developmentは要望を検証済み変更へ変える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62890" y="245334"/>
                </a:moveTo>
                <a:lnTo>
                  <a:pt x="263896" y="241127"/>
                </a:lnTo>
                <a:lnTo>
                  <a:pt x="265085" y="237012"/>
                </a:lnTo>
                <a:lnTo>
                  <a:pt x="266548" y="233081"/>
                </a:lnTo>
                <a:lnTo>
                  <a:pt x="268194" y="229332"/>
                </a:lnTo>
                <a:lnTo>
                  <a:pt x="270022" y="225674"/>
                </a:lnTo>
                <a:lnTo>
                  <a:pt x="272125" y="222108"/>
                </a:lnTo>
                <a:lnTo>
                  <a:pt x="274411" y="218633"/>
                </a:lnTo>
                <a:lnTo>
                  <a:pt x="276880" y="215250"/>
                </a:lnTo>
                <a:lnTo>
                  <a:pt x="279624" y="211866"/>
                </a:lnTo>
                <a:lnTo>
                  <a:pt x="282641" y="208483"/>
                </a:lnTo>
                <a:lnTo>
                  <a:pt x="285750" y="205008"/>
                </a:lnTo>
                <a:lnTo>
                  <a:pt x="289225" y="201534"/>
                </a:lnTo>
                <a:lnTo>
                  <a:pt x="293340" y="197419"/>
                </a:lnTo>
                <a:lnTo>
                  <a:pt x="297180" y="193121"/>
                </a:lnTo>
                <a:lnTo>
                  <a:pt x="300655" y="188549"/>
                </a:lnTo>
                <a:lnTo>
                  <a:pt x="303764" y="183703"/>
                </a:lnTo>
                <a:lnTo>
                  <a:pt x="306507" y="178674"/>
                </a:lnTo>
                <a:lnTo>
                  <a:pt x="308884" y="173553"/>
                </a:lnTo>
                <a:lnTo>
                  <a:pt x="310896" y="168158"/>
                </a:lnTo>
                <a:lnTo>
                  <a:pt x="312542" y="162763"/>
                </a:lnTo>
                <a:lnTo>
                  <a:pt x="313822" y="157185"/>
                </a:lnTo>
                <a:lnTo>
                  <a:pt x="314736" y="151608"/>
                </a:lnTo>
                <a:lnTo>
                  <a:pt x="315285" y="145938"/>
                </a:lnTo>
                <a:lnTo>
                  <a:pt x="315468" y="140178"/>
                </a:lnTo>
                <a:lnTo>
                  <a:pt x="312816" y="116769"/>
                </a:lnTo>
                <a:lnTo>
                  <a:pt x="305044" y="94549"/>
                </a:lnTo>
                <a:lnTo>
                  <a:pt x="292517" y="74615"/>
                </a:lnTo>
                <a:lnTo>
                  <a:pt x="275874" y="57973"/>
                </a:lnTo>
                <a:lnTo>
                  <a:pt x="255941" y="45446"/>
                </a:lnTo>
                <a:lnTo>
                  <a:pt x="233721" y="37673"/>
                </a:lnTo>
                <a:lnTo>
                  <a:pt x="210312" y="35022"/>
                </a:lnTo>
                <a:lnTo>
                  <a:pt x="186903" y="37673"/>
                </a:lnTo>
                <a:lnTo>
                  <a:pt x="164683" y="45446"/>
                </a:lnTo>
                <a:lnTo>
                  <a:pt x="144750" y="57973"/>
                </a:lnTo>
                <a:lnTo>
                  <a:pt x="128107" y="74615"/>
                </a:lnTo>
                <a:lnTo>
                  <a:pt x="115580" y="94549"/>
                </a:lnTo>
                <a:lnTo>
                  <a:pt x="107808" y="116769"/>
                </a:lnTo>
                <a:lnTo>
                  <a:pt x="105156" y="140178"/>
                </a:lnTo>
                <a:lnTo>
                  <a:pt x="105247" y="144658"/>
                </a:lnTo>
                <a:lnTo>
                  <a:pt x="105522" y="149230"/>
                </a:lnTo>
                <a:lnTo>
                  <a:pt x="106070" y="153985"/>
                </a:lnTo>
                <a:lnTo>
                  <a:pt x="106893" y="158831"/>
                </a:lnTo>
                <a:lnTo>
                  <a:pt x="108082" y="163769"/>
                </a:lnTo>
                <a:lnTo>
                  <a:pt x="109728" y="168890"/>
                </a:lnTo>
                <a:lnTo>
                  <a:pt x="111831" y="174102"/>
                </a:lnTo>
                <a:lnTo>
                  <a:pt x="114483" y="179405"/>
                </a:lnTo>
                <a:lnTo>
                  <a:pt x="117683" y="184800"/>
                </a:lnTo>
                <a:lnTo>
                  <a:pt x="121615" y="190287"/>
                </a:lnTo>
                <a:lnTo>
                  <a:pt x="126187" y="195864"/>
                </a:lnTo>
                <a:lnTo>
                  <a:pt x="131491" y="201534"/>
                </a:lnTo>
                <a:lnTo>
                  <a:pt x="134508" y="204643"/>
                </a:lnTo>
                <a:lnTo>
                  <a:pt x="137434" y="207843"/>
                </a:lnTo>
                <a:lnTo>
                  <a:pt x="140269" y="211135"/>
                </a:lnTo>
                <a:lnTo>
                  <a:pt x="142921" y="214427"/>
                </a:lnTo>
                <a:lnTo>
                  <a:pt x="145481" y="217902"/>
                </a:lnTo>
                <a:lnTo>
                  <a:pt x="147858" y="221468"/>
                </a:lnTo>
                <a:lnTo>
                  <a:pt x="150053" y="225125"/>
                </a:lnTo>
                <a:lnTo>
                  <a:pt x="152065" y="228966"/>
                </a:lnTo>
                <a:lnTo>
                  <a:pt x="153894" y="232806"/>
                </a:lnTo>
                <a:lnTo>
                  <a:pt x="155448" y="236921"/>
                </a:lnTo>
                <a:lnTo>
                  <a:pt x="156728" y="241036"/>
                </a:lnTo>
                <a:lnTo>
                  <a:pt x="157734" y="245334"/>
                </a:lnTo>
                <a:moveTo>
                  <a:pt x="157734" y="315468"/>
                </a:moveTo>
                <a:lnTo>
                  <a:pt x="262890" y="315468"/>
                </a:lnTo>
                <a:moveTo>
                  <a:pt x="175290" y="385602"/>
                </a:moveTo>
                <a:lnTo>
                  <a:pt x="245334" y="385602"/>
                </a:lnTo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考える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要求・仕様・設計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要望が曖昧、設計判断が必要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50392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要求書・仕様書・ADR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36342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6342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37510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62890" y="210312"/>
                </a:moveTo>
                <a:lnTo>
                  <a:pt x="98664" y="374538"/>
                </a:lnTo>
                <a:lnTo>
                  <a:pt x="92080" y="379750"/>
                </a:lnTo>
                <a:lnTo>
                  <a:pt x="84582" y="383408"/>
                </a:lnTo>
                <a:lnTo>
                  <a:pt x="76535" y="385237"/>
                </a:lnTo>
                <a:lnTo>
                  <a:pt x="68123" y="385237"/>
                </a:lnTo>
                <a:lnTo>
                  <a:pt x="60076" y="383408"/>
                </a:lnTo>
                <a:lnTo>
                  <a:pt x="52578" y="379750"/>
                </a:lnTo>
                <a:lnTo>
                  <a:pt x="45994" y="374630"/>
                </a:lnTo>
                <a:lnTo>
                  <a:pt x="40874" y="368046"/>
                </a:lnTo>
                <a:lnTo>
                  <a:pt x="37216" y="360548"/>
                </a:lnTo>
                <a:lnTo>
                  <a:pt x="35387" y="352501"/>
                </a:lnTo>
                <a:lnTo>
                  <a:pt x="35387" y="344180"/>
                </a:lnTo>
                <a:lnTo>
                  <a:pt x="37216" y="336042"/>
                </a:lnTo>
                <a:lnTo>
                  <a:pt x="40874" y="328544"/>
                </a:lnTo>
                <a:lnTo>
                  <a:pt x="45994" y="321960"/>
                </a:lnTo>
                <a:lnTo>
                  <a:pt x="210312" y="157734"/>
                </a:lnTo>
                <a:moveTo>
                  <a:pt x="315468" y="262890"/>
                </a:moveTo>
                <a:lnTo>
                  <a:pt x="385602" y="192756"/>
                </a:lnTo>
                <a:moveTo>
                  <a:pt x="376824" y="201534"/>
                </a:moveTo>
                <a:lnTo>
                  <a:pt x="343266" y="167975"/>
                </a:lnTo>
                <a:lnTo>
                  <a:pt x="341894" y="166604"/>
                </a:lnTo>
                <a:lnTo>
                  <a:pt x="340614" y="165049"/>
                </a:lnTo>
                <a:lnTo>
                  <a:pt x="339425" y="163495"/>
                </a:lnTo>
                <a:lnTo>
                  <a:pt x="338328" y="161849"/>
                </a:lnTo>
                <a:lnTo>
                  <a:pt x="337414" y="160203"/>
                </a:lnTo>
                <a:lnTo>
                  <a:pt x="336499" y="158466"/>
                </a:lnTo>
                <a:lnTo>
                  <a:pt x="335676" y="156637"/>
                </a:lnTo>
                <a:lnTo>
                  <a:pt x="334945" y="154808"/>
                </a:lnTo>
                <a:lnTo>
                  <a:pt x="334396" y="152888"/>
                </a:lnTo>
                <a:lnTo>
                  <a:pt x="333847" y="151059"/>
                </a:lnTo>
                <a:lnTo>
                  <a:pt x="333482" y="149139"/>
                </a:lnTo>
                <a:lnTo>
                  <a:pt x="333207" y="147127"/>
                </a:lnTo>
                <a:lnTo>
                  <a:pt x="333024" y="145207"/>
                </a:lnTo>
                <a:lnTo>
                  <a:pt x="333024" y="143195"/>
                </a:lnTo>
                <a:lnTo>
                  <a:pt x="333024" y="137160"/>
                </a:lnTo>
                <a:lnTo>
                  <a:pt x="332933" y="135240"/>
                </a:lnTo>
                <a:lnTo>
                  <a:pt x="332750" y="133228"/>
                </a:lnTo>
                <a:lnTo>
                  <a:pt x="332476" y="131308"/>
                </a:lnTo>
                <a:lnTo>
                  <a:pt x="332110" y="129388"/>
                </a:lnTo>
                <a:lnTo>
                  <a:pt x="331653" y="127467"/>
                </a:lnTo>
                <a:lnTo>
                  <a:pt x="331013" y="125639"/>
                </a:lnTo>
                <a:lnTo>
                  <a:pt x="330281" y="123810"/>
                </a:lnTo>
                <a:lnTo>
                  <a:pt x="329550" y="121981"/>
                </a:lnTo>
                <a:lnTo>
                  <a:pt x="328635" y="120244"/>
                </a:lnTo>
                <a:lnTo>
                  <a:pt x="327630" y="118506"/>
                </a:lnTo>
                <a:lnTo>
                  <a:pt x="326532" y="116952"/>
                </a:lnTo>
                <a:lnTo>
                  <a:pt x="325344" y="115306"/>
                </a:lnTo>
                <a:lnTo>
                  <a:pt x="324063" y="113843"/>
                </a:lnTo>
                <a:lnTo>
                  <a:pt x="322692" y="112380"/>
                </a:lnTo>
                <a:lnTo>
                  <a:pt x="293705" y="83393"/>
                </a:lnTo>
                <a:lnTo>
                  <a:pt x="289408" y="79278"/>
                </a:lnTo>
                <a:lnTo>
                  <a:pt x="284927" y="75529"/>
                </a:lnTo>
                <a:lnTo>
                  <a:pt x="280172" y="71963"/>
                </a:lnTo>
                <a:lnTo>
                  <a:pt x="275234" y="68671"/>
                </a:lnTo>
                <a:lnTo>
                  <a:pt x="270205" y="65745"/>
                </a:lnTo>
                <a:lnTo>
                  <a:pt x="264993" y="63002"/>
                </a:lnTo>
                <a:lnTo>
                  <a:pt x="259598" y="60625"/>
                </a:lnTo>
                <a:lnTo>
                  <a:pt x="254112" y="58522"/>
                </a:lnTo>
                <a:lnTo>
                  <a:pt x="248442" y="56693"/>
                </a:lnTo>
                <a:lnTo>
                  <a:pt x="242773" y="55230"/>
                </a:lnTo>
                <a:lnTo>
                  <a:pt x="236921" y="54041"/>
                </a:lnTo>
                <a:lnTo>
                  <a:pt x="231160" y="53218"/>
                </a:lnTo>
                <a:lnTo>
                  <a:pt x="225217" y="52761"/>
                </a:lnTo>
                <a:lnTo>
                  <a:pt x="219365" y="52578"/>
                </a:lnTo>
                <a:lnTo>
                  <a:pt x="157734" y="52578"/>
                </a:lnTo>
                <a:lnTo>
                  <a:pt x="179497" y="74341"/>
                </a:lnTo>
                <a:lnTo>
                  <a:pt x="183612" y="78638"/>
                </a:lnTo>
                <a:lnTo>
                  <a:pt x="187361" y="83119"/>
                </a:lnTo>
                <a:lnTo>
                  <a:pt x="190927" y="87874"/>
                </a:lnTo>
                <a:lnTo>
                  <a:pt x="194219" y="92812"/>
                </a:lnTo>
                <a:lnTo>
                  <a:pt x="197236" y="97841"/>
                </a:lnTo>
                <a:lnTo>
                  <a:pt x="199888" y="103053"/>
                </a:lnTo>
                <a:lnTo>
                  <a:pt x="202265" y="108448"/>
                </a:lnTo>
                <a:lnTo>
                  <a:pt x="204368" y="114026"/>
                </a:lnTo>
                <a:lnTo>
                  <a:pt x="206197" y="119604"/>
                </a:lnTo>
                <a:lnTo>
                  <a:pt x="207660" y="125273"/>
                </a:lnTo>
                <a:lnTo>
                  <a:pt x="208849" y="131125"/>
                </a:lnTo>
                <a:lnTo>
                  <a:pt x="209672" y="136977"/>
                </a:lnTo>
                <a:lnTo>
                  <a:pt x="210129" y="142829"/>
                </a:lnTo>
                <a:lnTo>
                  <a:pt x="210312" y="148681"/>
                </a:lnTo>
                <a:lnTo>
                  <a:pt x="210312" y="175290"/>
                </a:lnTo>
                <a:lnTo>
                  <a:pt x="245334" y="210312"/>
                </a:lnTo>
                <a:lnTo>
                  <a:pt x="265908" y="210312"/>
                </a:lnTo>
                <a:lnTo>
                  <a:pt x="267828" y="210403"/>
                </a:lnTo>
                <a:lnTo>
                  <a:pt x="269839" y="210495"/>
                </a:lnTo>
                <a:lnTo>
                  <a:pt x="271760" y="210769"/>
                </a:lnTo>
                <a:lnTo>
                  <a:pt x="273680" y="211226"/>
                </a:lnTo>
                <a:lnTo>
                  <a:pt x="275600" y="211684"/>
                </a:lnTo>
                <a:lnTo>
                  <a:pt x="277520" y="212324"/>
                </a:lnTo>
                <a:lnTo>
                  <a:pt x="279349" y="212964"/>
                </a:lnTo>
                <a:lnTo>
                  <a:pt x="281087" y="213787"/>
                </a:lnTo>
                <a:lnTo>
                  <a:pt x="282824" y="214701"/>
                </a:lnTo>
                <a:lnTo>
                  <a:pt x="284561" y="215707"/>
                </a:lnTo>
                <a:lnTo>
                  <a:pt x="286207" y="216804"/>
                </a:lnTo>
                <a:lnTo>
                  <a:pt x="287762" y="217993"/>
                </a:lnTo>
                <a:lnTo>
                  <a:pt x="289225" y="219273"/>
                </a:lnTo>
                <a:lnTo>
                  <a:pt x="290688" y="220553"/>
                </a:lnTo>
                <a:lnTo>
                  <a:pt x="324246" y="254112"/>
                </a:lnTo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7862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37510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TDD・実装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37510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仕様をCodeへ変えたい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00934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92374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実装・Test・検証記録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86884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6884" y="1298448"/>
            <a:ext cx="64008" cy="3108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88052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368046" y="368046"/>
                </a:moveTo>
                <a:lnTo>
                  <a:pt x="291968" y="291968"/>
                </a:lnTo>
                <a:moveTo>
                  <a:pt x="333024" y="192756"/>
                </a:moveTo>
                <a:lnTo>
                  <a:pt x="329458" y="224028"/>
                </a:lnTo>
                <a:lnTo>
                  <a:pt x="319126" y="253655"/>
                </a:lnTo>
                <a:lnTo>
                  <a:pt x="302392" y="280172"/>
                </a:lnTo>
                <a:lnTo>
                  <a:pt x="280172" y="302392"/>
                </a:lnTo>
                <a:lnTo>
                  <a:pt x="253655" y="319126"/>
                </a:lnTo>
                <a:lnTo>
                  <a:pt x="224028" y="329458"/>
                </a:lnTo>
                <a:lnTo>
                  <a:pt x="192756" y="333024"/>
                </a:lnTo>
                <a:lnTo>
                  <a:pt x="161574" y="329458"/>
                </a:lnTo>
                <a:lnTo>
                  <a:pt x="131948" y="319126"/>
                </a:lnTo>
                <a:lnTo>
                  <a:pt x="105339" y="302392"/>
                </a:lnTo>
                <a:lnTo>
                  <a:pt x="83210" y="280172"/>
                </a:lnTo>
                <a:lnTo>
                  <a:pt x="66477" y="253655"/>
                </a:lnTo>
                <a:lnTo>
                  <a:pt x="56053" y="224028"/>
                </a:lnTo>
                <a:lnTo>
                  <a:pt x="52578" y="192756"/>
                </a:lnTo>
                <a:lnTo>
                  <a:pt x="56053" y="161574"/>
                </a:lnTo>
                <a:lnTo>
                  <a:pt x="66477" y="131948"/>
                </a:lnTo>
                <a:lnTo>
                  <a:pt x="83210" y="105339"/>
                </a:lnTo>
                <a:lnTo>
                  <a:pt x="105339" y="83210"/>
                </a:lnTo>
                <a:lnTo>
                  <a:pt x="131948" y="66477"/>
                </a:lnTo>
                <a:lnTo>
                  <a:pt x="161574" y="56053"/>
                </a:lnTo>
                <a:lnTo>
                  <a:pt x="192756" y="52578"/>
                </a:lnTo>
                <a:lnTo>
                  <a:pt x="224028" y="56053"/>
                </a:lnTo>
                <a:lnTo>
                  <a:pt x="253655" y="66477"/>
                </a:lnTo>
                <a:lnTo>
                  <a:pt x="280172" y="83210"/>
                </a:lnTo>
                <a:lnTo>
                  <a:pt x="302392" y="105339"/>
                </a:lnTo>
                <a:lnTo>
                  <a:pt x="319126" y="131948"/>
                </a:lnTo>
                <a:lnTo>
                  <a:pt x="329458" y="161574"/>
                </a:lnTo>
                <a:lnTo>
                  <a:pt x="333024" y="192756"/>
                </a:lnTo>
                <a:close/>
              </a:path>
            </a:pathLst>
          </a:custGeom>
          <a:noFill/>
          <a:ln w="35052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8404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直す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8052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障害調査・Review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8052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Bug、性能劣化、差分確認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51476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42916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根本原因・回帰Test・指摘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37426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7426" y="1298448"/>
            <a:ext cx="64008" cy="3108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38594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54752" y="380025"/>
                </a:moveTo>
                <a:lnTo>
                  <a:pt x="255483" y="381396"/>
                </a:lnTo>
                <a:lnTo>
                  <a:pt x="256398" y="382676"/>
                </a:lnTo>
                <a:lnTo>
                  <a:pt x="257495" y="383682"/>
                </a:lnTo>
                <a:lnTo>
                  <a:pt x="258684" y="384505"/>
                </a:lnTo>
                <a:lnTo>
                  <a:pt x="260147" y="385145"/>
                </a:lnTo>
                <a:lnTo>
                  <a:pt x="261610" y="385511"/>
                </a:lnTo>
                <a:lnTo>
                  <a:pt x="263073" y="385602"/>
                </a:lnTo>
                <a:lnTo>
                  <a:pt x="264627" y="385420"/>
                </a:lnTo>
                <a:lnTo>
                  <a:pt x="266090" y="384962"/>
                </a:lnTo>
                <a:lnTo>
                  <a:pt x="267462" y="384322"/>
                </a:lnTo>
                <a:lnTo>
                  <a:pt x="268651" y="383408"/>
                </a:lnTo>
                <a:lnTo>
                  <a:pt x="269748" y="382311"/>
                </a:lnTo>
                <a:lnTo>
                  <a:pt x="270571" y="381030"/>
                </a:lnTo>
                <a:lnTo>
                  <a:pt x="271211" y="379659"/>
                </a:lnTo>
                <a:lnTo>
                  <a:pt x="385054" y="46634"/>
                </a:lnTo>
                <a:lnTo>
                  <a:pt x="385511" y="45263"/>
                </a:lnTo>
                <a:lnTo>
                  <a:pt x="385602" y="43891"/>
                </a:lnTo>
                <a:lnTo>
                  <a:pt x="385511" y="42520"/>
                </a:lnTo>
                <a:lnTo>
                  <a:pt x="385237" y="41148"/>
                </a:lnTo>
                <a:lnTo>
                  <a:pt x="384688" y="39868"/>
                </a:lnTo>
                <a:lnTo>
                  <a:pt x="383957" y="38588"/>
                </a:lnTo>
                <a:lnTo>
                  <a:pt x="383042" y="37582"/>
                </a:lnTo>
                <a:lnTo>
                  <a:pt x="382036" y="36667"/>
                </a:lnTo>
                <a:lnTo>
                  <a:pt x="380756" y="35936"/>
                </a:lnTo>
                <a:lnTo>
                  <a:pt x="379476" y="35387"/>
                </a:lnTo>
                <a:lnTo>
                  <a:pt x="378104" y="35113"/>
                </a:lnTo>
                <a:lnTo>
                  <a:pt x="376733" y="35022"/>
                </a:lnTo>
                <a:lnTo>
                  <a:pt x="375361" y="35113"/>
                </a:lnTo>
                <a:lnTo>
                  <a:pt x="373990" y="35570"/>
                </a:lnTo>
                <a:lnTo>
                  <a:pt x="40965" y="149413"/>
                </a:lnTo>
                <a:lnTo>
                  <a:pt x="39594" y="150053"/>
                </a:lnTo>
                <a:lnTo>
                  <a:pt x="38313" y="150876"/>
                </a:lnTo>
                <a:lnTo>
                  <a:pt x="37216" y="151973"/>
                </a:lnTo>
                <a:lnTo>
                  <a:pt x="36302" y="153162"/>
                </a:lnTo>
                <a:lnTo>
                  <a:pt x="35662" y="154534"/>
                </a:lnTo>
                <a:lnTo>
                  <a:pt x="35204" y="155997"/>
                </a:lnTo>
                <a:lnTo>
                  <a:pt x="35022" y="157551"/>
                </a:lnTo>
                <a:lnTo>
                  <a:pt x="35113" y="159014"/>
                </a:lnTo>
                <a:lnTo>
                  <a:pt x="35479" y="160477"/>
                </a:lnTo>
                <a:lnTo>
                  <a:pt x="36119" y="161940"/>
                </a:lnTo>
                <a:lnTo>
                  <a:pt x="36942" y="163129"/>
                </a:lnTo>
                <a:lnTo>
                  <a:pt x="37948" y="164226"/>
                </a:lnTo>
                <a:lnTo>
                  <a:pt x="39228" y="165141"/>
                </a:lnTo>
                <a:lnTo>
                  <a:pt x="40599" y="165872"/>
                </a:lnTo>
                <a:lnTo>
                  <a:pt x="179497" y="221559"/>
                </a:lnTo>
                <a:lnTo>
                  <a:pt x="181417" y="222382"/>
                </a:lnTo>
                <a:lnTo>
                  <a:pt x="183154" y="223296"/>
                </a:lnTo>
                <a:lnTo>
                  <a:pt x="184983" y="224302"/>
                </a:lnTo>
                <a:lnTo>
                  <a:pt x="186629" y="225400"/>
                </a:lnTo>
                <a:lnTo>
                  <a:pt x="188275" y="226680"/>
                </a:lnTo>
                <a:lnTo>
                  <a:pt x="189829" y="227960"/>
                </a:lnTo>
                <a:lnTo>
                  <a:pt x="191292" y="229332"/>
                </a:lnTo>
                <a:lnTo>
                  <a:pt x="192664" y="230795"/>
                </a:lnTo>
                <a:lnTo>
                  <a:pt x="193944" y="232349"/>
                </a:lnTo>
                <a:lnTo>
                  <a:pt x="195133" y="233995"/>
                </a:lnTo>
                <a:lnTo>
                  <a:pt x="196322" y="235641"/>
                </a:lnTo>
                <a:lnTo>
                  <a:pt x="197328" y="237378"/>
                </a:lnTo>
                <a:lnTo>
                  <a:pt x="198242" y="239207"/>
                </a:lnTo>
                <a:lnTo>
                  <a:pt x="199065" y="241036"/>
                </a:lnTo>
                <a:lnTo>
                  <a:pt x="254752" y="380025"/>
                </a:lnTo>
                <a:close/>
                <a:moveTo>
                  <a:pt x="383042" y="37673"/>
                </a:moveTo>
                <a:lnTo>
                  <a:pt x="191292" y="229332"/>
                </a:lnTo>
              </a:path>
            </a:pathLst>
          </a:custGeom>
          <a:noFill/>
          <a:ln w="35052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8946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届ける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38594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文書化・Delivery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38594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利用手順、PR、Release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002018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93458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README・PR・CI結果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できること：PRESENTATION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Presentationは根拠付きPPTXを再生成できる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35022" y="52578"/>
                </a:moveTo>
                <a:lnTo>
                  <a:pt x="385602" y="52578"/>
                </a:lnTo>
                <a:moveTo>
                  <a:pt x="368046" y="52578"/>
                </a:moveTo>
                <a:lnTo>
                  <a:pt x="368046" y="245334"/>
                </a:lnTo>
                <a:lnTo>
                  <a:pt x="367863" y="249265"/>
                </a:lnTo>
                <a:lnTo>
                  <a:pt x="367132" y="253197"/>
                </a:lnTo>
                <a:lnTo>
                  <a:pt x="366034" y="256946"/>
                </a:lnTo>
                <a:lnTo>
                  <a:pt x="364571" y="260604"/>
                </a:lnTo>
                <a:lnTo>
                  <a:pt x="362651" y="263987"/>
                </a:lnTo>
                <a:lnTo>
                  <a:pt x="360365" y="267188"/>
                </a:lnTo>
                <a:lnTo>
                  <a:pt x="357805" y="270114"/>
                </a:lnTo>
                <a:lnTo>
                  <a:pt x="354879" y="272766"/>
                </a:lnTo>
                <a:lnTo>
                  <a:pt x="351678" y="275052"/>
                </a:lnTo>
                <a:lnTo>
                  <a:pt x="348204" y="276972"/>
                </a:lnTo>
                <a:lnTo>
                  <a:pt x="344546" y="278435"/>
                </a:lnTo>
                <a:lnTo>
                  <a:pt x="340797" y="279532"/>
                </a:lnTo>
                <a:lnTo>
                  <a:pt x="336956" y="280172"/>
                </a:lnTo>
                <a:lnTo>
                  <a:pt x="333024" y="280446"/>
                </a:lnTo>
                <a:lnTo>
                  <a:pt x="87600" y="280446"/>
                </a:lnTo>
                <a:lnTo>
                  <a:pt x="83668" y="280172"/>
                </a:lnTo>
                <a:lnTo>
                  <a:pt x="79827" y="279532"/>
                </a:lnTo>
                <a:lnTo>
                  <a:pt x="76078" y="278435"/>
                </a:lnTo>
                <a:lnTo>
                  <a:pt x="72420" y="276972"/>
                </a:lnTo>
                <a:lnTo>
                  <a:pt x="68946" y="275052"/>
                </a:lnTo>
                <a:lnTo>
                  <a:pt x="65745" y="272766"/>
                </a:lnTo>
                <a:lnTo>
                  <a:pt x="62819" y="270114"/>
                </a:lnTo>
                <a:lnTo>
                  <a:pt x="60259" y="267188"/>
                </a:lnTo>
                <a:lnTo>
                  <a:pt x="57973" y="263987"/>
                </a:lnTo>
                <a:lnTo>
                  <a:pt x="56053" y="260604"/>
                </a:lnTo>
                <a:lnTo>
                  <a:pt x="54590" y="256946"/>
                </a:lnTo>
                <a:lnTo>
                  <a:pt x="53492" y="253197"/>
                </a:lnTo>
                <a:lnTo>
                  <a:pt x="52761" y="249265"/>
                </a:lnTo>
                <a:lnTo>
                  <a:pt x="52578" y="245334"/>
                </a:lnTo>
                <a:lnTo>
                  <a:pt x="52578" y="52578"/>
                </a:lnTo>
                <a:moveTo>
                  <a:pt x="122712" y="368046"/>
                </a:moveTo>
                <a:lnTo>
                  <a:pt x="210312" y="280446"/>
                </a:lnTo>
                <a:lnTo>
                  <a:pt x="297912" y="368046"/>
                </a:lnTo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新規Deck・既存Deck改訂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50392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PPTX・出典・QA report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36342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6342" y="1298448"/>
            <a:ext cx="64008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37510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70134" y="280446"/>
                </a:moveTo>
                <a:lnTo>
                  <a:pt x="65380" y="280081"/>
                </a:lnTo>
                <a:lnTo>
                  <a:pt x="60808" y="279166"/>
                </a:lnTo>
                <a:lnTo>
                  <a:pt x="56510" y="277612"/>
                </a:lnTo>
                <a:lnTo>
                  <a:pt x="52487" y="275600"/>
                </a:lnTo>
                <a:lnTo>
                  <a:pt x="48738" y="273131"/>
                </a:lnTo>
                <a:lnTo>
                  <a:pt x="45354" y="270114"/>
                </a:lnTo>
                <a:lnTo>
                  <a:pt x="42337" y="266730"/>
                </a:lnTo>
                <a:lnTo>
                  <a:pt x="39868" y="262981"/>
                </a:lnTo>
                <a:lnTo>
                  <a:pt x="37856" y="258958"/>
                </a:lnTo>
                <a:lnTo>
                  <a:pt x="36302" y="254660"/>
                </a:lnTo>
                <a:lnTo>
                  <a:pt x="35387" y="250088"/>
                </a:lnTo>
                <a:lnTo>
                  <a:pt x="35022" y="245334"/>
                </a:lnTo>
                <a:lnTo>
                  <a:pt x="35022" y="70134"/>
                </a:lnTo>
                <a:lnTo>
                  <a:pt x="35387" y="65380"/>
                </a:lnTo>
                <a:lnTo>
                  <a:pt x="36302" y="60808"/>
                </a:lnTo>
                <a:lnTo>
                  <a:pt x="37856" y="56510"/>
                </a:lnTo>
                <a:lnTo>
                  <a:pt x="39868" y="52487"/>
                </a:lnTo>
                <a:lnTo>
                  <a:pt x="42337" y="48738"/>
                </a:lnTo>
                <a:lnTo>
                  <a:pt x="45354" y="45354"/>
                </a:lnTo>
                <a:lnTo>
                  <a:pt x="48738" y="42337"/>
                </a:lnTo>
                <a:lnTo>
                  <a:pt x="52487" y="39868"/>
                </a:lnTo>
                <a:lnTo>
                  <a:pt x="56510" y="37856"/>
                </a:lnTo>
                <a:lnTo>
                  <a:pt x="60808" y="36302"/>
                </a:lnTo>
                <a:lnTo>
                  <a:pt x="65380" y="35387"/>
                </a:lnTo>
                <a:lnTo>
                  <a:pt x="70134" y="35022"/>
                </a:lnTo>
                <a:lnTo>
                  <a:pt x="245334" y="35022"/>
                </a:lnTo>
                <a:lnTo>
                  <a:pt x="250088" y="35387"/>
                </a:lnTo>
                <a:lnTo>
                  <a:pt x="254660" y="36302"/>
                </a:lnTo>
                <a:lnTo>
                  <a:pt x="258958" y="37856"/>
                </a:lnTo>
                <a:lnTo>
                  <a:pt x="262981" y="39868"/>
                </a:lnTo>
                <a:lnTo>
                  <a:pt x="266730" y="42337"/>
                </a:lnTo>
                <a:lnTo>
                  <a:pt x="270114" y="45354"/>
                </a:lnTo>
                <a:lnTo>
                  <a:pt x="273131" y="48738"/>
                </a:lnTo>
                <a:lnTo>
                  <a:pt x="275600" y="52487"/>
                </a:lnTo>
                <a:lnTo>
                  <a:pt x="277612" y="56510"/>
                </a:lnTo>
                <a:lnTo>
                  <a:pt x="279166" y="60808"/>
                </a:lnTo>
                <a:lnTo>
                  <a:pt x="280081" y="65380"/>
                </a:lnTo>
                <a:lnTo>
                  <a:pt x="280446" y="70134"/>
                </a:lnTo>
                <a:moveTo>
                  <a:pt x="140178" y="140178"/>
                </a:moveTo>
                <a:lnTo>
                  <a:pt x="385602" y="140178"/>
                </a:lnTo>
                <a:lnTo>
                  <a:pt x="385602" y="385602"/>
                </a:lnTo>
                <a:lnTo>
                  <a:pt x="140178" y="385602"/>
                </a:lnTo>
                <a:lnTo>
                  <a:pt x="140178" y="140178"/>
                </a:lnTo>
                <a:close/>
              </a:path>
            </a:pathLst>
          </a:custGeom>
          <a:noFill/>
          <a:ln w="35052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7862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37510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Template取込・説明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37510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既存Slideを部品化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00934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92374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template.pptx・fields.yml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86884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6884" y="1298448"/>
            <a:ext cx="64008" cy="3108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88052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210312" y="385602"/>
                </a:moveTo>
                <a:lnTo>
                  <a:pt x="171359" y="381213"/>
                </a:lnTo>
                <a:lnTo>
                  <a:pt x="134234" y="368229"/>
                </a:lnTo>
                <a:lnTo>
                  <a:pt x="101041" y="347381"/>
                </a:lnTo>
                <a:lnTo>
                  <a:pt x="73243" y="319583"/>
                </a:lnTo>
                <a:lnTo>
                  <a:pt x="52395" y="286390"/>
                </a:lnTo>
                <a:lnTo>
                  <a:pt x="39411" y="249265"/>
                </a:lnTo>
                <a:lnTo>
                  <a:pt x="35022" y="210312"/>
                </a:lnTo>
                <a:lnTo>
                  <a:pt x="39411" y="171359"/>
                </a:lnTo>
                <a:lnTo>
                  <a:pt x="52395" y="134234"/>
                </a:lnTo>
                <a:lnTo>
                  <a:pt x="73243" y="101041"/>
                </a:lnTo>
                <a:lnTo>
                  <a:pt x="101041" y="73243"/>
                </a:lnTo>
                <a:lnTo>
                  <a:pt x="134234" y="52395"/>
                </a:lnTo>
                <a:lnTo>
                  <a:pt x="171359" y="39411"/>
                </a:lnTo>
                <a:lnTo>
                  <a:pt x="210312" y="35022"/>
                </a:lnTo>
                <a:lnTo>
                  <a:pt x="229972" y="36027"/>
                </a:lnTo>
                <a:lnTo>
                  <a:pt x="249265" y="39045"/>
                </a:lnTo>
                <a:lnTo>
                  <a:pt x="268194" y="43891"/>
                </a:lnTo>
                <a:lnTo>
                  <a:pt x="286390" y="50658"/>
                </a:lnTo>
                <a:lnTo>
                  <a:pt x="303581" y="59253"/>
                </a:lnTo>
                <a:lnTo>
                  <a:pt x="319583" y="69494"/>
                </a:lnTo>
                <a:lnTo>
                  <a:pt x="334213" y="81290"/>
                </a:lnTo>
                <a:lnTo>
                  <a:pt x="347381" y="94458"/>
                </a:lnTo>
                <a:lnTo>
                  <a:pt x="358719" y="108905"/>
                </a:lnTo>
                <a:lnTo>
                  <a:pt x="368229" y="124358"/>
                </a:lnTo>
                <a:lnTo>
                  <a:pt x="375727" y="140726"/>
                </a:lnTo>
                <a:lnTo>
                  <a:pt x="381213" y="157643"/>
                </a:lnTo>
                <a:lnTo>
                  <a:pt x="384505" y="175108"/>
                </a:lnTo>
                <a:lnTo>
                  <a:pt x="385602" y="192756"/>
                </a:lnTo>
                <a:lnTo>
                  <a:pt x="385054" y="202631"/>
                </a:lnTo>
                <a:lnTo>
                  <a:pt x="383408" y="212324"/>
                </a:lnTo>
                <a:lnTo>
                  <a:pt x="380665" y="221742"/>
                </a:lnTo>
                <a:lnTo>
                  <a:pt x="376916" y="230795"/>
                </a:lnTo>
                <a:lnTo>
                  <a:pt x="372161" y="239390"/>
                </a:lnTo>
                <a:lnTo>
                  <a:pt x="366492" y="247437"/>
                </a:lnTo>
                <a:lnTo>
                  <a:pt x="359908" y="254752"/>
                </a:lnTo>
                <a:lnTo>
                  <a:pt x="352593" y="261336"/>
                </a:lnTo>
                <a:lnTo>
                  <a:pt x="344546" y="267005"/>
                </a:lnTo>
                <a:lnTo>
                  <a:pt x="335951" y="271760"/>
                </a:lnTo>
                <a:lnTo>
                  <a:pt x="326898" y="275509"/>
                </a:lnTo>
                <a:lnTo>
                  <a:pt x="317480" y="278252"/>
                </a:lnTo>
                <a:lnTo>
                  <a:pt x="307787" y="279898"/>
                </a:lnTo>
                <a:lnTo>
                  <a:pt x="297912" y="280446"/>
                </a:lnTo>
                <a:lnTo>
                  <a:pt x="258501" y="280446"/>
                </a:lnTo>
                <a:lnTo>
                  <a:pt x="253655" y="280812"/>
                </a:lnTo>
                <a:lnTo>
                  <a:pt x="248991" y="281910"/>
                </a:lnTo>
                <a:lnTo>
                  <a:pt x="244511" y="283830"/>
                </a:lnTo>
                <a:lnTo>
                  <a:pt x="240396" y="286390"/>
                </a:lnTo>
                <a:lnTo>
                  <a:pt x="236738" y="289499"/>
                </a:lnTo>
                <a:lnTo>
                  <a:pt x="233538" y="293248"/>
                </a:lnTo>
                <a:lnTo>
                  <a:pt x="231069" y="297363"/>
                </a:lnTo>
                <a:lnTo>
                  <a:pt x="229240" y="301843"/>
                </a:lnTo>
                <a:lnTo>
                  <a:pt x="228143" y="306598"/>
                </a:lnTo>
                <a:lnTo>
                  <a:pt x="227868" y="311445"/>
                </a:lnTo>
                <a:lnTo>
                  <a:pt x="228234" y="316291"/>
                </a:lnTo>
                <a:lnTo>
                  <a:pt x="229423" y="320954"/>
                </a:lnTo>
                <a:lnTo>
                  <a:pt x="231343" y="325435"/>
                </a:lnTo>
                <a:lnTo>
                  <a:pt x="233995" y="329458"/>
                </a:lnTo>
                <a:lnTo>
                  <a:pt x="239207" y="336499"/>
                </a:lnTo>
                <a:lnTo>
                  <a:pt x="241859" y="340614"/>
                </a:lnTo>
                <a:lnTo>
                  <a:pt x="243779" y="345003"/>
                </a:lnTo>
                <a:lnTo>
                  <a:pt x="244968" y="349758"/>
                </a:lnTo>
                <a:lnTo>
                  <a:pt x="245334" y="354604"/>
                </a:lnTo>
                <a:lnTo>
                  <a:pt x="245059" y="359359"/>
                </a:lnTo>
                <a:lnTo>
                  <a:pt x="243962" y="364114"/>
                </a:lnTo>
                <a:lnTo>
                  <a:pt x="242133" y="368595"/>
                </a:lnTo>
                <a:lnTo>
                  <a:pt x="239664" y="372801"/>
                </a:lnTo>
                <a:lnTo>
                  <a:pt x="236464" y="376458"/>
                </a:lnTo>
                <a:lnTo>
                  <a:pt x="232806" y="379659"/>
                </a:lnTo>
                <a:lnTo>
                  <a:pt x="228691" y="382219"/>
                </a:lnTo>
                <a:lnTo>
                  <a:pt x="224211" y="384048"/>
                </a:lnTo>
                <a:lnTo>
                  <a:pt x="219547" y="385145"/>
                </a:lnTo>
                <a:lnTo>
                  <a:pt x="214701" y="385602"/>
                </a:lnTo>
                <a:lnTo>
                  <a:pt x="210312" y="385602"/>
                </a:lnTo>
                <a:close/>
                <a:moveTo>
                  <a:pt x="245334" y="113934"/>
                </a:moveTo>
                <a:lnTo>
                  <a:pt x="245151" y="115854"/>
                </a:lnTo>
                <a:lnTo>
                  <a:pt x="244511" y="117683"/>
                </a:lnTo>
                <a:lnTo>
                  <a:pt x="243413" y="119421"/>
                </a:lnTo>
                <a:lnTo>
                  <a:pt x="242042" y="120792"/>
                </a:lnTo>
                <a:lnTo>
                  <a:pt x="240396" y="121798"/>
                </a:lnTo>
                <a:lnTo>
                  <a:pt x="238567" y="122438"/>
                </a:lnTo>
                <a:lnTo>
                  <a:pt x="236647" y="122712"/>
                </a:lnTo>
                <a:lnTo>
                  <a:pt x="234635" y="122438"/>
                </a:lnTo>
                <a:lnTo>
                  <a:pt x="232806" y="121798"/>
                </a:lnTo>
                <a:lnTo>
                  <a:pt x="231160" y="120792"/>
                </a:lnTo>
                <a:lnTo>
                  <a:pt x="229789" y="119421"/>
                </a:lnTo>
                <a:lnTo>
                  <a:pt x="228691" y="117683"/>
                </a:lnTo>
                <a:lnTo>
                  <a:pt x="228051" y="115854"/>
                </a:lnTo>
                <a:lnTo>
                  <a:pt x="227868" y="113934"/>
                </a:lnTo>
                <a:lnTo>
                  <a:pt x="228051" y="112014"/>
                </a:lnTo>
                <a:lnTo>
                  <a:pt x="228691" y="110094"/>
                </a:lnTo>
                <a:lnTo>
                  <a:pt x="229789" y="108448"/>
                </a:lnTo>
                <a:lnTo>
                  <a:pt x="231160" y="107076"/>
                </a:lnTo>
                <a:lnTo>
                  <a:pt x="232806" y="105979"/>
                </a:lnTo>
                <a:lnTo>
                  <a:pt x="234635" y="105339"/>
                </a:lnTo>
                <a:lnTo>
                  <a:pt x="236647" y="105156"/>
                </a:lnTo>
                <a:lnTo>
                  <a:pt x="238567" y="105339"/>
                </a:lnTo>
                <a:lnTo>
                  <a:pt x="240396" y="105979"/>
                </a:lnTo>
                <a:lnTo>
                  <a:pt x="242042" y="107076"/>
                </a:lnTo>
                <a:lnTo>
                  <a:pt x="243413" y="108448"/>
                </a:lnTo>
                <a:lnTo>
                  <a:pt x="244511" y="110094"/>
                </a:lnTo>
                <a:lnTo>
                  <a:pt x="245151" y="112014"/>
                </a:lnTo>
                <a:lnTo>
                  <a:pt x="245334" y="113934"/>
                </a:lnTo>
                <a:close/>
                <a:moveTo>
                  <a:pt x="315468" y="184069"/>
                </a:moveTo>
                <a:lnTo>
                  <a:pt x="315285" y="185989"/>
                </a:lnTo>
                <a:lnTo>
                  <a:pt x="314645" y="187818"/>
                </a:lnTo>
                <a:lnTo>
                  <a:pt x="313548" y="189464"/>
                </a:lnTo>
                <a:lnTo>
                  <a:pt x="312176" y="190835"/>
                </a:lnTo>
                <a:lnTo>
                  <a:pt x="310530" y="191933"/>
                </a:lnTo>
                <a:lnTo>
                  <a:pt x="308610" y="192573"/>
                </a:lnTo>
                <a:lnTo>
                  <a:pt x="306690" y="192756"/>
                </a:lnTo>
                <a:lnTo>
                  <a:pt x="304770" y="192573"/>
                </a:lnTo>
                <a:lnTo>
                  <a:pt x="302941" y="191933"/>
                </a:lnTo>
                <a:lnTo>
                  <a:pt x="301203" y="190835"/>
                </a:lnTo>
                <a:lnTo>
                  <a:pt x="299832" y="189464"/>
                </a:lnTo>
                <a:lnTo>
                  <a:pt x="298826" y="187818"/>
                </a:lnTo>
                <a:lnTo>
                  <a:pt x="298186" y="185989"/>
                </a:lnTo>
                <a:lnTo>
                  <a:pt x="297912" y="184069"/>
                </a:lnTo>
                <a:lnTo>
                  <a:pt x="298186" y="182057"/>
                </a:lnTo>
                <a:lnTo>
                  <a:pt x="298826" y="180228"/>
                </a:lnTo>
                <a:lnTo>
                  <a:pt x="299832" y="178582"/>
                </a:lnTo>
                <a:lnTo>
                  <a:pt x="301203" y="177211"/>
                </a:lnTo>
                <a:lnTo>
                  <a:pt x="302941" y="176113"/>
                </a:lnTo>
                <a:lnTo>
                  <a:pt x="304770" y="175473"/>
                </a:lnTo>
                <a:lnTo>
                  <a:pt x="306690" y="175290"/>
                </a:lnTo>
                <a:lnTo>
                  <a:pt x="308610" y="175473"/>
                </a:lnTo>
                <a:lnTo>
                  <a:pt x="310530" y="176113"/>
                </a:lnTo>
                <a:lnTo>
                  <a:pt x="312176" y="177211"/>
                </a:lnTo>
                <a:lnTo>
                  <a:pt x="313548" y="178582"/>
                </a:lnTo>
                <a:lnTo>
                  <a:pt x="314645" y="180228"/>
                </a:lnTo>
                <a:lnTo>
                  <a:pt x="315285" y="182057"/>
                </a:lnTo>
                <a:lnTo>
                  <a:pt x="315468" y="184069"/>
                </a:lnTo>
                <a:close/>
                <a:moveTo>
                  <a:pt x="122712" y="219090"/>
                </a:moveTo>
                <a:lnTo>
                  <a:pt x="122438" y="221010"/>
                </a:lnTo>
                <a:lnTo>
                  <a:pt x="121798" y="222839"/>
                </a:lnTo>
                <a:lnTo>
                  <a:pt x="120792" y="224577"/>
                </a:lnTo>
                <a:lnTo>
                  <a:pt x="119421" y="225948"/>
                </a:lnTo>
                <a:lnTo>
                  <a:pt x="117683" y="226954"/>
                </a:lnTo>
                <a:lnTo>
                  <a:pt x="115854" y="227594"/>
                </a:lnTo>
                <a:lnTo>
                  <a:pt x="113934" y="227868"/>
                </a:lnTo>
                <a:lnTo>
                  <a:pt x="112014" y="227594"/>
                </a:lnTo>
                <a:lnTo>
                  <a:pt x="110094" y="226954"/>
                </a:lnTo>
                <a:lnTo>
                  <a:pt x="108448" y="225948"/>
                </a:lnTo>
                <a:lnTo>
                  <a:pt x="107076" y="224577"/>
                </a:lnTo>
                <a:lnTo>
                  <a:pt x="105979" y="222839"/>
                </a:lnTo>
                <a:lnTo>
                  <a:pt x="105339" y="221010"/>
                </a:lnTo>
                <a:lnTo>
                  <a:pt x="105156" y="219090"/>
                </a:lnTo>
                <a:lnTo>
                  <a:pt x="105339" y="217170"/>
                </a:lnTo>
                <a:lnTo>
                  <a:pt x="105979" y="215250"/>
                </a:lnTo>
                <a:lnTo>
                  <a:pt x="107076" y="213604"/>
                </a:lnTo>
                <a:lnTo>
                  <a:pt x="108448" y="212232"/>
                </a:lnTo>
                <a:lnTo>
                  <a:pt x="110094" y="211135"/>
                </a:lnTo>
                <a:lnTo>
                  <a:pt x="112014" y="210495"/>
                </a:lnTo>
                <a:lnTo>
                  <a:pt x="113934" y="210312"/>
                </a:lnTo>
                <a:lnTo>
                  <a:pt x="115854" y="210495"/>
                </a:lnTo>
                <a:lnTo>
                  <a:pt x="117683" y="211135"/>
                </a:lnTo>
                <a:lnTo>
                  <a:pt x="119421" y="212232"/>
                </a:lnTo>
                <a:lnTo>
                  <a:pt x="120792" y="213604"/>
                </a:lnTo>
                <a:lnTo>
                  <a:pt x="121798" y="215250"/>
                </a:lnTo>
                <a:lnTo>
                  <a:pt x="122438" y="217170"/>
                </a:lnTo>
                <a:lnTo>
                  <a:pt x="122712" y="219090"/>
                </a:lnTo>
                <a:close/>
                <a:moveTo>
                  <a:pt x="157734" y="131491"/>
                </a:moveTo>
                <a:lnTo>
                  <a:pt x="157551" y="133411"/>
                </a:lnTo>
                <a:lnTo>
                  <a:pt x="156911" y="135240"/>
                </a:lnTo>
                <a:lnTo>
                  <a:pt x="155814" y="136886"/>
                </a:lnTo>
                <a:lnTo>
                  <a:pt x="154442" y="138257"/>
                </a:lnTo>
                <a:lnTo>
                  <a:pt x="152796" y="139355"/>
                </a:lnTo>
                <a:lnTo>
                  <a:pt x="150876" y="139995"/>
                </a:lnTo>
                <a:lnTo>
                  <a:pt x="148956" y="140178"/>
                </a:lnTo>
                <a:lnTo>
                  <a:pt x="147036" y="139995"/>
                </a:lnTo>
                <a:lnTo>
                  <a:pt x="145207" y="139355"/>
                </a:lnTo>
                <a:lnTo>
                  <a:pt x="143469" y="138257"/>
                </a:lnTo>
                <a:lnTo>
                  <a:pt x="142098" y="136886"/>
                </a:lnTo>
                <a:lnTo>
                  <a:pt x="141092" y="135240"/>
                </a:lnTo>
                <a:lnTo>
                  <a:pt x="140452" y="133411"/>
                </a:lnTo>
                <a:lnTo>
                  <a:pt x="140178" y="131491"/>
                </a:lnTo>
                <a:lnTo>
                  <a:pt x="140452" y="129479"/>
                </a:lnTo>
                <a:lnTo>
                  <a:pt x="141092" y="127650"/>
                </a:lnTo>
                <a:lnTo>
                  <a:pt x="142098" y="126004"/>
                </a:lnTo>
                <a:lnTo>
                  <a:pt x="143469" y="124633"/>
                </a:lnTo>
                <a:lnTo>
                  <a:pt x="145207" y="123535"/>
                </a:lnTo>
                <a:lnTo>
                  <a:pt x="147036" y="122895"/>
                </a:lnTo>
                <a:lnTo>
                  <a:pt x="148956" y="122712"/>
                </a:lnTo>
                <a:lnTo>
                  <a:pt x="150876" y="122895"/>
                </a:lnTo>
                <a:lnTo>
                  <a:pt x="152796" y="123535"/>
                </a:lnTo>
                <a:lnTo>
                  <a:pt x="154442" y="124633"/>
                </a:lnTo>
                <a:lnTo>
                  <a:pt x="155814" y="126004"/>
                </a:lnTo>
                <a:lnTo>
                  <a:pt x="156911" y="127650"/>
                </a:lnTo>
                <a:lnTo>
                  <a:pt x="157551" y="129479"/>
                </a:lnTo>
                <a:lnTo>
                  <a:pt x="157734" y="131491"/>
                </a:lnTo>
                <a:close/>
              </a:path>
            </a:pathLst>
          </a:custGeom>
          <a:noFill/>
          <a:ln w="35052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8404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8052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System調整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8052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色・書体・Logoを統一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51476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42916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37426" y="1298448"/>
            <a:ext cx="1849374" cy="3108960"/>
          </a:xfrm>
          <a:prstGeom prst="roundRect">
            <a:avLst>
              <a:gd name="adj" fmla="val 29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7426" y="1298448"/>
            <a:ext cx="64008" cy="3108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38594" y="14813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420624" h="420624">
                <a:moveTo>
                  <a:pt x="52578" y="122712"/>
                </a:moveTo>
                <a:lnTo>
                  <a:pt x="52578" y="87600"/>
                </a:lnTo>
                <a:lnTo>
                  <a:pt x="52761" y="83668"/>
                </a:lnTo>
                <a:lnTo>
                  <a:pt x="53492" y="79827"/>
                </a:lnTo>
                <a:lnTo>
                  <a:pt x="54590" y="76078"/>
                </a:lnTo>
                <a:lnTo>
                  <a:pt x="56053" y="72420"/>
                </a:lnTo>
                <a:lnTo>
                  <a:pt x="57973" y="68946"/>
                </a:lnTo>
                <a:lnTo>
                  <a:pt x="60259" y="65745"/>
                </a:lnTo>
                <a:lnTo>
                  <a:pt x="62819" y="62819"/>
                </a:lnTo>
                <a:lnTo>
                  <a:pt x="65745" y="60259"/>
                </a:lnTo>
                <a:lnTo>
                  <a:pt x="68946" y="57973"/>
                </a:lnTo>
                <a:lnTo>
                  <a:pt x="72420" y="56053"/>
                </a:lnTo>
                <a:lnTo>
                  <a:pt x="76078" y="54590"/>
                </a:lnTo>
                <a:lnTo>
                  <a:pt x="79827" y="53492"/>
                </a:lnTo>
                <a:lnTo>
                  <a:pt x="83668" y="52761"/>
                </a:lnTo>
                <a:lnTo>
                  <a:pt x="87600" y="52578"/>
                </a:lnTo>
                <a:lnTo>
                  <a:pt x="122712" y="52578"/>
                </a:lnTo>
                <a:moveTo>
                  <a:pt x="297912" y="52578"/>
                </a:moveTo>
                <a:lnTo>
                  <a:pt x="333024" y="52578"/>
                </a:lnTo>
                <a:lnTo>
                  <a:pt x="336956" y="52761"/>
                </a:lnTo>
                <a:lnTo>
                  <a:pt x="340797" y="53492"/>
                </a:lnTo>
                <a:lnTo>
                  <a:pt x="344546" y="54590"/>
                </a:lnTo>
                <a:lnTo>
                  <a:pt x="348204" y="56053"/>
                </a:lnTo>
                <a:lnTo>
                  <a:pt x="351678" y="57973"/>
                </a:lnTo>
                <a:lnTo>
                  <a:pt x="354879" y="60259"/>
                </a:lnTo>
                <a:lnTo>
                  <a:pt x="357805" y="62819"/>
                </a:lnTo>
                <a:lnTo>
                  <a:pt x="360365" y="65745"/>
                </a:lnTo>
                <a:lnTo>
                  <a:pt x="362651" y="68946"/>
                </a:lnTo>
                <a:lnTo>
                  <a:pt x="364571" y="72420"/>
                </a:lnTo>
                <a:lnTo>
                  <a:pt x="366034" y="76078"/>
                </a:lnTo>
                <a:lnTo>
                  <a:pt x="367132" y="79827"/>
                </a:lnTo>
                <a:lnTo>
                  <a:pt x="367863" y="83668"/>
                </a:lnTo>
                <a:lnTo>
                  <a:pt x="368046" y="87600"/>
                </a:lnTo>
                <a:lnTo>
                  <a:pt x="368046" y="122712"/>
                </a:lnTo>
                <a:moveTo>
                  <a:pt x="368046" y="297912"/>
                </a:moveTo>
                <a:lnTo>
                  <a:pt x="368046" y="333024"/>
                </a:lnTo>
                <a:lnTo>
                  <a:pt x="367863" y="336956"/>
                </a:lnTo>
                <a:lnTo>
                  <a:pt x="367132" y="340797"/>
                </a:lnTo>
                <a:lnTo>
                  <a:pt x="366034" y="344546"/>
                </a:lnTo>
                <a:lnTo>
                  <a:pt x="364571" y="348204"/>
                </a:lnTo>
                <a:lnTo>
                  <a:pt x="362651" y="351678"/>
                </a:lnTo>
                <a:lnTo>
                  <a:pt x="360365" y="354879"/>
                </a:lnTo>
                <a:lnTo>
                  <a:pt x="357805" y="357805"/>
                </a:lnTo>
                <a:lnTo>
                  <a:pt x="354879" y="360365"/>
                </a:lnTo>
                <a:lnTo>
                  <a:pt x="351678" y="362651"/>
                </a:lnTo>
                <a:lnTo>
                  <a:pt x="348204" y="364571"/>
                </a:lnTo>
                <a:lnTo>
                  <a:pt x="344546" y="366034"/>
                </a:lnTo>
                <a:lnTo>
                  <a:pt x="340797" y="367132"/>
                </a:lnTo>
                <a:lnTo>
                  <a:pt x="336956" y="367863"/>
                </a:lnTo>
                <a:lnTo>
                  <a:pt x="333024" y="368046"/>
                </a:lnTo>
                <a:lnTo>
                  <a:pt x="297912" y="368046"/>
                </a:lnTo>
                <a:moveTo>
                  <a:pt x="122712" y="368046"/>
                </a:moveTo>
                <a:lnTo>
                  <a:pt x="87600" y="368046"/>
                </a:lnTo>
                <a:lnTo>
                  <a:pt x="83668" y="367863"/>
                </a:lnTo>
                <a:lnTo>
                  <a:pt x="79827" y="367132"/>
                </a:lnTo>
                <a:lnTo>
                  <a:pt x="76078" y="366034"/>
                </a:lnTo>
                <a:lnTo>
                  <a:pt x="72420" y="364571"/>
                </a:lnTo>
                <a:lnTo>
                  <a:pt x="68946" y="362651"/>
                </a:lnTo>
                <a:lnTo>
                  <a:pt x="65745" y="360365"/>
                </a:lnTo>
                <a:lnTo>
                  <a:pt x="62819" y="357805"/>
                </a:lnTo>
                <a:lnTo>
                  <a:pt x="60259" y="354879"/>
                </a:lnTo>
                <a:lnTo>
                  <a:pt x="57973" y="351678"/>
                </a:lnTo>
                <a:lnTo>
                  <a:pt x="56053" y="348204"/>
                </a:lnTo>
                <a:lnTo>
                  <a:pt x="54590" y="344546"/>
                </a:lnTo>
                <a:lnTo>
                  <a:pt x="53492" y="340797"/>
                </a:lnTo>
                <a:lnTo>
                  <a:pt x="52761" y="336956"/>
                </a:lnTo>
                <a:lnTo>
                  <a:pt x="52578" y="333024"/>
                </a:lnTo>
                <a:lnTo>
                  <a:pt x="52578" y="297912"/>
                </a:lnTo>
                <a:moveTo>
                  <a:pt x="332019" y="216073"/>
                </a:moveTo>
                <a:lnTo>
                  <a:pt x="332293" y="215250"/>
                </a:lnTo>
                <a:lnTo>
                  <a:pt x="332476" y="214518"/>
                </a:lnTo>
                <a:lnTo>
                  <a:pt x="332659" y="213695"/>
                </a:lnTo>
                <a:lnTo>
                  <a:pt x="332842" y="212872"/>
                </a:lnTo>
                <a:lnTo>
                  <a:pt x="332933" y="211958"/>
                </a:lnTo>
                <a:lnTo>
                  <a:pt x="332933" y="211135"/>
                </a:lnTo>
                <a:lnTo>
                  <a:pt x="333024" y="210312"/>
                </a:lnTo>
                <a:lnTo>
                  <a:pt x="332933" y="209489"/>
                </a:lnTo>
                <a:lnTo>
                  <a:pt x="332933" y="208666"/>
                </a:lnTo>
                <a:lnTo>
                  <a:pt x="332842" y="207752"/>
                </a:lnTo>
                <a:lnTo>
                  <a:pt x="332659" y="206929"/>
                </a:lnTo>
                <a:lnTo>
                  <a:pt x="332476" y="206106"/>
                </a:lnTo>
                <a:lnTo>
                  <a:pt x="332293" y="205374"/>
                </a:lnTo>
                <a:lnTo>
                  <a:pt x="332019" y="204551"/>
                </a:lnTo>
                <a:lnTo>
                  <a:pt x="321960" y="184800"/>
                </a:lnTo>
                <a:lnTo>
                  <a:pt x="308610" y="166969"/>
                </a:lnTo>
                <a:lnTo>
                  <a:pt x="292608" y="151699"/>
                </a:lnTo>
                <a:lnTo>
                  <a:pt x="274137" y="139263"/>
                </a:lnTo>
                <a:lnTo>
                  <a:pt x="253929" y="130211"/>
                </a:lnTo>
                <a:lnTo>
                  <a:pt x="232440" y="124633"/>
                </a:lnTo>
                <a:lnTo>
                  <a:pt x="210312" y="122712"/>
                </a:lnTo>
                <a:lnTo>
                  <a:pt x="188184" y="124633"/>
                </a:lnTo>
                <a:lnTo>
                  <a:pt x="166695" y="130211"/>
                </a:lnTo>
                <a:lnTo>
                  <a:pt x="146487" y="139263"/>
                </a:lnTo>
                <a:lnTo>
                  <a:pt x="128016" y="151699"/>
                </a:lnTo>
                <a:lnTo>
                  <a:pt x="112014" y="166969"/>
                </a:lnTo>
                <a:lnTo>
                  <a:pt x="98664" y="184800"/>
                </a:lnTo>
                <a:lnTo>
                  <a:pt x="88605" y="204551"/>
                </a:lnTo>
                <a:lnTo>
                  <a:pt x="88331" y="205374"/>
                </a:lnTo>
                <a:lnTo>
                  <a:pt x="88148" y="206106"/>
                </a:lnTo>
                <a:lnTo>
                  <a:pt x="87965" y="206929"/>
                </a:lnTo>
                <a:lnTo>
                  <a:pt x="87782" y="207752"/>
                </a:lnTo>
                <a:lnTo>
                  <a:pt x="87691" y="208666"/>
                </a:lnTo>
                <a:lnTo>
                  <a:pt x="87691" y="209489"/>
                </a:lnTo>
                <a:lnTo>
                  <a:pt x="87600" y="210312"/>
                </a:lnTo>
                <a:lnTo>
                  <a:pt x="87691" y="211135"/>
                </a:lnTo>
                <a:lnTo>
                  <a:pt x="87691" y="211958"/>
                </a:lnTo>
                <a:lnTo>
                  <a:pt x="87782" y="212872"/>
                </a:lnTo>
                <a:lnTo>
                  <a:pt x="87965" y="213695"/>
                </a:lnTo>
                <a:lnTo>
                  <a:pt x="88148" y="214518"/>
                </a:lnTo>
                <a:lnTo>
                  <a:pt x="88331" y="215250"/>
                </a:lnTo>
                <a:lnTo>
                  <a:pt x="88605" y="216073"/>
                </a:lnTo>
                <a:lnTo>
                  <a:pt x="98664" y="235824"/>
                </a:lnTo>
                <a:lnTo>
                  <a:pt x="112014" y="253655"/>
                </a:lnTo>
                <a:lnTo>
                  <a:pt x="128016" y="268925"/>
                </a:lnTo>
                <a:lnTo>
                  <a:pt x="146487" y="281361"/>
                </a:lnTo>
                <a:lnTo>
                  <a:pt x="166695" y="290413"/>
                </a:lnTo>
                <a:lnTo>
                  <a:pt x="188184" y="295991"/>
                </a:lnTo>
                <a:lnTo>
                  <a:pt x="210312" y="297912"/>
                </a:lnTo>
                <a:lnTo>
                  <a:pt x="232440" y="295991"/>
                </a:lnTo>
                <a:lnTo>
                  <a:pt x="253929" y="290413"/>
                </a:lnTo>
                <a:lnTo>
                  <a:pt x="274137" y="281361"/>
                </a:lnTo>
                <a:lnTo>
                  <a:pt x="292608" y="268925"/>
                </a:lnTo>
                <a:lnTo>
                  <a:pt x="308610" y="253655"/>
                </a:lnTo>
                <a:lnTo>
                  <a:pt x="321960" y="235824"/>
                </a:lnTo>
                <a:lnTo>
                  <a:pt x="332019" y="216073"/>
                </a:lnTo>
                <a:moveTo>
                  <a:pt x="227868" y="210312"/>
                </a:moveTo>
                <a:lnTo>
                  <a:pt x="227411" y="214244"/>
                </a:lnTo>
                <a:lnTo>
                  <a:pt x="226131" y="217902"/>
                </a:lnTo>
                <a:lnTo>
                  <a:pt x="224028" y="221285"/>
                </a:lnTo>
                <a:lnTo>
                  <a:pt x="221285" y="224028"/>
                </a:lnTo>
                <a:lnTo>
                  <a:pt x="217902" y="226131"/>
                </a:lnTo>
                <a:lnTo>
                  <a:pt x="214244" y="227411"/>
                </a:lnTo>
                <a:lnTo>
                  <a:pt x="210312" y="227868"/>
                </a:lnTo>
                <a:lnTo>
                  <a:pt x="206380" y="227411"/>
                </a:lnTo>
                <a:lnTo>
                  <a:pt x="202722" y="226131"/>
                </a:lnTo>
                <a:lnTo>
                  <a:pt x="199339" y="224028"/>
                </a:lnTo>
                <a:lnTo>
                  <a:pt x="196596" y="221285"/>
                </a:lnTo>
                <a:lnTo>
                  <a:pt x="194493" y="217902"/>
                </a:lnTo>
                <a:lnTo>
                  <a:pt x="193213" y="214244"/>
                </a:lnTo>
                <a:lnTo>
                  <a:pt x="192756" y="210312"/>
                </a:lnTo>
                <a:lnTo>
                  <a:pt x="193213" y="206380"/>
                </a:lnTo>
                <a:lnTo>
                  <a:pt x="194493" y="202722"/>
                </a:lnTo>
                <a:lnTo>
                  <a:pt x="196596" y="199339"/>
                </a:lnTo>
                <a:lnTo>
                  <a:pt x="199339" y="196596"/>
                </a:lnTo>
                <a:lnTo>
                  <a:pt x="202722" y="194493"/>
                </a:lnTo>
                <a:lnTo>
                  <a:pt x="206380" y="193213"/>
                </a:lnTo>
                <a:lnTo>
                  <a:pt x="210312" y="192756"/>
                </a:lnTo>
                <a:lnTo>
                  <a:pt x="214244" y="193213"/>
                </a:lnTo>
                <a:lnTo>
                  <a:pt x="217902" y="194493"/>
                </a:lnTo>
                <a:lnTo>
                  <a:pt x="221285" y="196596"/>
                </a:lnTo>
                <a:lnTo>
                  <a:pt x="224028" y="199339"/>
                </a:lnTo>
                <a:lnTo>
                  <a:pt x="226131" y="202722"/>
                </a:lnTo>
                <a:lnTo>
                  <a:pt x="227411" y="206380"/>
                </a:lnTo>
                <a:lnTo>
                  <a:pt x="227868" y="210312"/>
                </a:lnTo>
                <a:close/>
              </a:path>
            </a:pathLst>
          </a:custGeom>
          <a:noFill/>
          <a:ln w="35052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8946" y="1499616"/>
            <a:ext cx="10264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確かめる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38594" y="2029968"/>
            <a:ext cx="1575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構造検査・全枚QA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38594" y="2596896"/>
            <a:ext cx="15750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95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共有可能か確認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002018" y="3694176"/>
            <a:ext cx="1520190" cy="566928"/>
          </a:xfrm>
          <a:prstGeom prst="roundRect">
            <a:avLst>
              <a:gd name="adj" fmla="val 967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93458" y="3712464"/>
            <a:ext cx="139217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画像・Build/QA report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DEVELOPMENTの変換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要望を、Reviewできる開発成果物へ変える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要望・Issue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整理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設計・計画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Test先行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小さく実装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Build・Test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Code・文書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PRESENTATIONの変換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説明したい内容を、再生成できるPPTXへ変える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目的・読者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根拠・素材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構成・結論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PPTX構造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全枚Render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Deck・出典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利用前と利用後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会話で終わらず、次の人が確認できる状態を残す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  </a:t>
            </a:r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依頼した時点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257800" y="128016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AFTER  </a:t>
            </a:r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作業完了時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85800" y="1719072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819656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4712" y="1719072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要望の解釈が人によって違う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1929384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57800" y="1719072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85816" y="1819656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719072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要求・仕様・判断が文書化される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212848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" y="231343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4712" y="2212848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根拠と推測が混ざる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2423160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257800" y="2212848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85816" y="231343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2212848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事実・仮定・未確認を区別する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706624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280720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4712" y="2706624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何をTestするか不明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06240" y="2916936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57800" y="2706624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85816" y="280720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96712" y="2706624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実施した検証を具体的に記録する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" y="3200400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330098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24712" y="3200400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成果物の置き場所が不統一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06240" y="3410712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257800" y="3200400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85816" y="330098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3200400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正本と成果物の場所が決まる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85800" y="3694176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5F7FA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3816" y="3794760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137160" y="82296"/>
                </a:moveTo>
                <a:lnTo>
                  <a:pt x="82296" y="137160"/>
                </a:lnTo>
                <a:moveTo>
                  <a:pt x="82296" y="82296"/>
                </a:moveTo>
                <a:lnTo>
                  <a:pt x="137160" y="13716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9AA3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24712" y="3694176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次の担当者が会話を再読する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04488"/>
            <a:ext cx="960120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257800" y="3694176"/>
            <a:ext cx="34290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85816" y="3794760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82296" y="109728"/>
                </a:moveTo>
                <a:lnTo>
                  <a:pt x="100584" y="128016"/>
                </a:lnTo>
                <a:lnTo>
                  <a:pt x="137160" y="91440"/>
                </a:lnTo>
                <a:moveTo>
                  <a:pt x="201168" y="109728"/>
                </a:moveTo>
                <a:lnTo>
                  <a:pt x="198882" y="130119"/>
                </a:lnTo>
                <a:lnTo>
                  <a:pt x="192115" y="149413"/>
                </a:lnTo>
                <a:lnTo>
                  <a:pt x="181234" y="166695"/>
                </a:lnTo>
                <a:lnTo>
                  <a:pt x="166695" y="181234"/>
                </a:lnTo>
                <a:lnTo>
                  <a:pt x="149413" y="192115"/>
                </a:lnTo>
                <a:lnTo>
                  <a:pt x="130119" y="198882"/>
                </a:lnTo>
                <a:lnTo>
                  <a:pt x="109728" y="201168"/>
                </a:lnTo>
                <a:lnTo>
                  <a:pt x="89337" y="198882"/>
                </a:lnTo>
                <a:lnTo>
                  <a:pt x="70043" y="192115"/>
                </a:lnTo>
                <a:lnTo>
                  <a:pt x="52761" y="181234"/>
                </a:lnTo>
                <a:lnTo>
                  <a:pt x="38222" y="166695"/>
                </a:lnTo>
                <a:lnTo>
                  <a:pt x="27341" y="149413"/>
                </a:lnTo>
                <a:lnTo>
                  <a:pt x="20574" y="130119"/>
                </a:lnTo>
                <a:lnTo>
                  <a:pt x="18288" y="109728"/>
                </a:lnTo>
                <a:lnTo>
                  <a:pt x="20574" y="89337"/>
                </a:lnTo>
                <a:lnTo>
                  <a:pt x="27341" y="70043"/>
                </a:lnTo>
                <a:lnTo>
                  <a:pt x="38222" y="52761"/>
                </a:lnTo>
                <a:lnTo>
                  <a:pt x="52761" y="38222"/>
                </a:lnTo>
                <a:lnTo>
                  <a:pt x="70043" y="27341"/>
                </a:lnTo>
                <a:lnTo>
                  <a:pt x="89337" y="20574"/>
                </a:lnTo>
                <a:lnTo>
                  <a:pt x="109728" y="18288"/>
                </a:lnTo>
                <a:lnTo>
                  <a:pt x="130119" y="20574"/>
                </a:lnTo>
                <a:lnTo>
                  <a:pt x="149413" y="27341"/>
                </a:lnTo>
                <a:lnTo>
                  <a:pt x="166695" y="38222"/>
                </a:lnTo>
                <a:lnTo>
                  <a:pt x="181234" y="52761"/>
                </a:lnTo>
                <a:lnTo>
                  <a:pt x="192115" y="70043"/>
                </a:lnTo>
                <a:lnTo>
                  <a:pt x="198882" y="89337"/>
                </a:lnTo>
                <a:lnTo>
                  <a:pt x="201168" y="109728"/>
                </a:lnTo>
                <a:close/>
              </a:path>
            </a:pathLst>
          </a:custGeom>
          <a:noFill/>
          <a:ln w="18288">
            <a:solidFill>
              <a:srgbClr val="0EA5E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96712" y="3694176"/>
            <a:ext cx="2898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Riskと次の行動を引き継げる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760220" y="4224528"/>
            <a:ext cx="58521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51660" y="422452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価値はAIの回答文ではなく、Projectに残る成果物と検証可能性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環境を準備する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利用場所を選び、Skill登録と実行環境を確認する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最初の分岐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利用場所によって準備方法を選ぶ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89888"/>
            <a:ext cx="196596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73152" cy="12435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739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どこで使う？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579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このRepositoryか、別のProjectかを決める。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11880" y="123444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234440"/>
            <a:ext cx="73152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36245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THIS REPO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3048" y="16184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そのまま利用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13048" y="200253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rootを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 / Claudeで開く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11880" y="288036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2880360"/>
            <a:ext cx="73152" cy="13898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3008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OTHER PROJECT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13048" y="3264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コピー利用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813048" y="364845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新規はportable copy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既存はbootstrap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7960" y="205740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057400"/>
            <a:ext cx="73152" cy="1417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218541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VERIFY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24414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Skill一覧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39128" y="2825496"/>
            <a:ext cx="1783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検出されたSkillとProject規則を確認する。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651760" y="2011680"/>
            <a:ext cx="896112" cy="-914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651760" y="2011680"/>
            <a:ext cx="896112" cy="155448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920240"/>
            <a:ext cx="804672" cy="59436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669280" y="3566160"/>
            <a:ext cx="804672" cy="-5486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このRepositoryで使う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AI-Engine-Dev自体はすでに利用可能な構成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6400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508760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3167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96012" y="224028"/>
                </a:moveTo>
                <a:lnTo>
                  <a:pt x="119969" y="177576"/>
                </a:lnTo>
                <a:lnTo>
                  <a:pt x="121249" y="175473"/>
                </a:lnTo>
                <a:lnTo>
                  <a:pt x="122530" y="173370"/>
                </a:lnTo>
                <a:lnTo>
                  <a:pt x="124084" y="171450"/>
                </a:lnTo>
                <a:lnTo>
                  <a:pt x="125730" y="169621"/>
                </a:lnTo>
                <a:lnTo>
                  <a:pt x="127559" y="167884"/>
                </a:lnTo>
                <a:lnTo>
                  <a:pt x="129479" y="166329"/>
                </a:lnTo>
                <a:lnTo>
                  <a:pt x="131491" y="164958"/>
                </a:lnTo>
                <a:lnTo>
                  <a:pt x="133594" y="163769"/>
                </a:lnTo>
                <a:lnTo>
                  <a:pt x="135880" y="162672"/>
                </a:lnTo>
                <a:lnTo>
                  <a:pt x="138166" y="161757"/>
                </a:lnTo>
                <a:lnTo>
                  <a:pt x="140543" y="161026"/>
                </a:lnTo>
                <a:lnTo>
                  <a:pt x="142921" y="160477"/>
                </a:lnTo>
                <a:lnTo>
                  <a:pt x="145390" y="160203"/>
                </a:lnTo>
                <a:lnTo>
                  <a:pt x="147858" y="160020"/>
                </a:lnTo>
                <a:lnTo>
                  <a:pt x="320040" y="160020"/>
                </a:lnTo>
                <a:lnTo>
                  <a:pt x="324246" y="160294"/>
                </a:lnTo>
                <a:lnTo>
                  <a:pt x="328270" y="161117"/>
                </a:lnTo>
                <a:lnTo>
                  <a:pt x="332202" y="162397"/>
                </a:lnTo>
                <a:lnTo>
                  <a:pt x="335951" y="164226"/>
                </a:lnTo>
                <a:lnTo>
                  <a:pt x="339425" y="166512"/>
                </a:lnTo>
                <a:lnTo>
                  <a:pt x="342626" y="169255"/>
                </a:lnTo>
                <a:lnTo>
                  <a:pt x="345369" y="172364"/>
                </a:lnTo>
                <a:lnTo>
                  <a:pt x="347746" y="175839"/>
                </a:lnTo>
                <a:lnTo>
                  <a:pt x="349575" y="179588"/>
                </a:lnTo>
                <a:lnTo>
                  <a:pt x="350947" y="183520"/>
                </a:lnTo>
                <a:lnTo>
                  <a:pt x="351770" y="187635"/>
                </a:lnTo>
                <a:lnTo>
                  <a:pt x="352135" y="191750"/>
                </a:lnTo>
                <a:lnTo>
                  <a:pt x="351861" y="195956"/>
                </a:lnTo>
                <a:lnTo>
                  <a:pt x="351038" y="199979"/>
                </a:lnTo>
                <a:lnTo>
                  <a:pt x="326441" y="296083"/>
                </a:lnTo>
                <a:lnTo>
                  <a:pt x="325526" y="298917"/>
                </a:lnTo>
                <a:lnTo>
                  <a:pt x="324338" y="301752"/>
                </a:lnTo>
                <a:lnTo>
                  <a:pt x="322966" y="304404"/>
                </a:lnTo>
                <a:lnTo>
                  <a:pt x="321320" y="306964"/>
                </a:lnTo>
                <a:lnTo>
                  <a:pt x="319400" y="309250"/>
                </a:lnTo>
                <a:lnTo>
                  <a:pt x="317297" y="311445"/>
                </a:lnTo>
                <a:lnTo>
                  <a:pt x="315011" y="313365"/>
                </a:lnTo>
                <a:lnTo>
                  <a:pt x="312450" y="315102"/>
                </a:lnTo>
                <a:lnTo>
                  <a:pt x="309890" y="316657"/>
                </a:lnTo>
                <a:lnTo>
                  <a:pt x="307056" y="317845"/>
                </a:lnTo>
                <a:lnTo>
                  <a:pt x="304221" y="318851"/>
                </a:lnTo>
                <a:lnTo>
                  <a:pt x="301295" y="319491"/>
                </a:lnTo>
                <a:lnTo>
                  <a:pt x="298277" y="319949"/>
                </a:lnTo>
                <a:lnTo>
                  <a:pt x="295260" y="320040"/>
                </a:lnTo>
                <a:lnTo>
                  <a:pt x="64008" y="320040"/>
                </a:lnTo>
                <a:lnTo>
                  <a:pt x="60442" y="319857"/>
                </a:lnTo>
                <a:lnTo>
                  <a:pt x="56876" y="319217"/>
                </a:lnTo>
                <a:lnTo>
                  <a:pt x="53401" y="318211"/>
                </a:lnTo>
                <a:lnTo>
                  <a:pt x="50109" y="316840"/>
                </a:lnTo>
                <a:lnTo>
                  <a:pt x="47000" y="315102"/>
                </a:lnTo>
                <a:lnTo>
                  <a:pt x="44074" y="313091"/>
                </a:lnTo>
                <a:lnTo>
                  <a:pt x="41422" y="310622"/>
                </a:lnTo>
                <a:lnTo>
                  <a:pt x="38953" y="307970"/>
                </a:lnTo>
                <a:lnTo>
                  <a:pt x="36942" y="305044"/>
                </a:lnTo>
                <a:lnTo>
                  <a:pt x="35204" y="301935"/>
                </a:lnTo>
                <a:lnTo>
                  <a:pt x="33833" y="298643"/>
                </a:lnTo>
                <a:lnTo>
                  <a:pt x="32827" y="295168"/>
                </a:lnTo>
                <a:lnTo>
                  <a:pt x="32187" y="291602"/>
                </a:lnTo>
                <a:lnTo>
                  <a:pt x="32004" y="288036"/>
                </a:lnTo>
                <a:lnTo>
                  <a:pt x="32004" y="80010"/>
                </a:lnTo>
                <a:lnTo>
                  <a:pt x="32187" y="76444"/>
                </a:lnTo>
                <a:lnTo>
                  <a:pt x="32827" y="72878"/>
                </a:lnTo>
                <a:lnTo>
                  <a:pt x="33833" y="69403"/>
                </a:lnTo>
                <a:lnTo>
                  <a:pt x="35204" y="66111"/>
                </a:lnTo>
                <a:lnTo>
                  <a:pt x="36942" y="63002"/>
                </a:lnTo>
                <a:lnTo>
                  <a:pt x="38953" y="60076"/>
                </a:lnTo>
                <a:lnTo>
                  <a:pt x="41422" y="57424"/>
                </a:lnTo>
                <a:lnTo>
                  <a:pt x="44074" y="54955"/>
                </a:lnTo>
                <a:lnTo>
                  <a:pt x="47000" y="52944"/>
                </a:lnTo>
                <a:lnTo>
                  <a:pt x="50109" y="51206"/>
                </a:lnTo>
                <a:lnTo>
                  <a:pt x="53401" y="49835"/>
                </a:lnTo>
                <a:lnTo>
                  <a:pt x="56876" y="48829"/>
                </a:lnTo>
                <a:lnTo>
                  <a:pt x="60442" y="48189"/>
                </a:lnTo>
                <a:lnTo>
                  <a:pt x="64008" y="48006"/>
                </a:lnTo>
                <a:lnTo>
                  <a:pt x="126370" y="48006"/>
                </a:lnTo>
                <a:lnTo>
                  <a:pt x="128656" y="48097"/>
                </a:lnTo>
                <a:lnTo>
                  <a:pt x="130942" y="48280"/>
                </a:lnTo>
                <a:lnTo>
                  <a:pt x="133228" y="48646"/>
                </a:lnTo>
                <a:lnTo>
                  <a:pt x="135423" y="49195"/>
                </a:lnTo>
                <a:lnTo>
                  <a:pt x="137617" y="49926"/>
                </a:lnTo>
                <a:lnTo>
                  <a:pt x="139720" y="50749"/>
                </a:lnTo>
                <a:lnTo>
                  <a:pt x="141732" y="51755"/>
                </a:lnTo>
                <a:lnTo>
                  <a:pt x="143744" y="52944"/>
                </a:lnTo>
                <a:lnTo>
                  <a:pt x="145664" y="54224"/>
                </a:lnTo>
                <a:lnTo>
                  <a:pt x="147401" y="55596"/>
                </a:lnTo>
                <a:lnTo>
                  <a:pt x="149139" y="57150"/>
                </a:lnTo>
                <a:lnTo>
                  <a:pt x="150693" y="58796"/>
                </a:lnTo>
                <a:lnTo>
                  <a:pt x="152156" y="60533"/>
                </a:lnTo>
                <a:lnTo>
                  <a:pt x="153436" y="62362"/>
                </a:lnTo>
                <a:lnTo>
                  <a:pt x="166421" y="81564"/>
                </a:lnTo>
                <a:lnTo>
                  <a:pt x="167701" y="83485"/>
                </a:lnTo>
                <a:lnTo>
                  <a:pt x="169164" y="85222"/>
                </a:lnTo>
                <a:lnTo>
                  <a:pt x="170718" y="86868"/>
                </a:lnTo>
                <a:lnTo>
                  <a:pt x="172364" y="88331"/>
                </a:lnTo>
                <a:lnTo>
                  <a:pt x="174193" y="89794"/>
                </a:lnTo>
                <a:lnTo>
                  <a:pt x="176022" y="91074"/>
                </a:lnTo>
                <a:lnTo>
                  <a:pt x="177942" y="92172"/>
                </a:lnTo>
                <a:lnTo>
                  <a:pt x="179954" y="93177"/>
                </a:lnTo>
                <a:lnTo>
                  <a:pt x="182057" y="94000"/>
                </a:lnTo>
                <a:lnTo>
                  <a:pt x="184252" y="94732"/>
                </a:lnTo>
                <a:lnTo>
                  <a:pt x="186446" y="95280"/>
                </a:lnTo>
                <a:lnTo>
                  <a:pt x="188641" y="95738"/>
                </a:lnTo>
                <a:lnTo>
                  <a:pt x="190927" y="95921"/>
                </a:lnTo>
                <a:lnTo>
                  <a:pt x="193121" y="96012"/>
                </a:lnTo>
                <a:lnTo>
                  <a:pt x="288036" y="96012"/>
                </a:lnTo>
                <a:lnTo>
                  <a:pt x="291602" y="96195"/>
                </a:lnTo>
                <a:lnTo>
                  <a:pt x="295168" y="96835"/>
                </a:lnTo>
                <a:lnTo>
                  <a:pt x="298643" y="97841"/>
                </a:lnTo>
                <a:lnTo>
                  <a:pt x="301935" y="99212"/>
                </a:lnTo>
                <a:lnTo>
                  <a:pt x="305044" y="100950"/>
                </a:lnTo>
                <a:lnTo>
                  <a:pt x="307970" y="102961"/>
                </a:lnTo>
                <a:lnTo>
                  <a:pt x="310622" y="105430"/>
                </a:lnTo>
                <a:lnTo>
                  <a:pt x="313091" y="108082"/>
                </a:lnTo>
                <a:lnTo>
                  <a:pt x="315102" y="111008"/>
                </a:lnTo>
                <a:lnTo>
                  <a:pt x="316840" y="114117"/>
                </a:lnTo>
                <a:lnTo>
                  <a:pt x="318211" y="117409"/>
                </a:lnTo>
                <a:lnTo>
                  <a:pt x="319217" y="120884"/>
                </a:lnTo>
                <a:lnTo>
                  <a:pt x="319857" y="124450"/>
                </a:lnTo>
                <a:lnTo>
                  <a:pt x="320040" y="128016"/>
                </a:lnTo>
                <a:lnTo>
                  <a:pt x="320040" y="160020"/>
                </a:lnTo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Repositoryを開く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6968" y="2404872"/>
            <a:ext cx="152019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rootをCodexまたはClaude Codeで開く。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16886" y="2834640"/>
            <a:ext cx="20116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75463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54630" y="1325880"/>
            <a:ext cx="6400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55798" y="1508760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579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0050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92024" y="112014"/>
                </a:moveTo>
                <a:lnTo>
                  <a:pt x="192024" y="336042"/>
                </a:lnTo>
                <a:moveTo>
                  <a:pt x="48006" y="288036"/>
                </a:moveTo>
                <a:lnTo>
                  <a:pt x="46177" y="287945"/>
                </a:lnTo>
                <a:lnTo>
                  <a:pt x="44440" y="287670"/>
                </a:lnTo>
                <a:lnTo>
                  <a:pt x="42702" y="287122"/>
                </a:lnTo>
                <a:lnTo>
                  <a:pt x="41057" y="286482"/>
                </a:lnTo>
                <a:lnTo>
                  <a:pt x="39502" y="285567"/>
                </a:lnTo>
                <a:lnTo>
                  <a:pt x="38039" y="284561"/>
                </a:lnTo>
                <a:lnTo>
                  <a:pt x="36667" y="283373"/>
                </a:lnTo>
                <a:lnTo>
                  <a:pt x="35479" y="282001"/>
                </a:lnTo>
                <a:lnTo>
                  <a:pt x="34473" y="280538"/>
                </a:lnTo>
                <a:lnTo>
                  <a:pt x="33558" y="278983"/>
                </a:lnTo>
                <a:lnTo>
                  <a:pt x="32918" y="277338"/>
                </a:lnTo>
                <a:lnTo>
                  <a:pt x="32370" y="275600"/>
                </a:lnTo>
                <a:lnTo>
                  <a:pt x="32095" y="273863"/>
                </a:lnTo>
                <a:lnTo>
                  <a:pt x="32004" y="272034"/>
                </a:lnTo>
                <a:lnTo>
                  <a:pt x="32004" y="64008"/>
                </a:lnTo>
                <a:lnTo>
                  <a:pt x="32095" y="62179"/>
                </a:lnTo>
                <a:lnTo>
                  <a:pt x="32370" y="60442"/>
                </a:lnTo>
                <a:lnTo>
                  <a:pt x="32918" y="58704"/>
                </a:lnTo>
                <a:lnTo>
                  <a:pt x="33558" y="57059"/>
                </a:lnTo>
                <a:lnTo>
                  <a:pt x="34473" y="55504"/>
                </a:lnTo>
                <a:lnTo>
                  <a:pt x="35479" y="54041"/>
                </a:lnTo>
                <a:lnTo>
                  <a:pt x="36667" y="52669"/>
                </a:lnTo>
                <a:lnTo>
                  <a:pt x="38039" y="51481"/>
                </a:lnTo>
                <a:lnTo>
                  <a:pt x="39502" y="50475"/>
                </a:lnTo>
                <a:lnTo>
                  <a:pt x="41057" y="49560"/>
                </a:lnTo>
                <a:lnTo>
                  <a:pt x="42702" y="48920"/>
                </a:lnTo>
                <a:lnTo>
                  <a:pt x="44440" y="48372"/>
                </a:lnTo>
                <a:lnTo>
                  <a:pt x="46177" y="48097"/>
                </a:lnTo>
                <a:lnTo>
                  <a:pt x="48006" y="48006"/>
                </a:lnTo>
                <a:lnTo>
                  <a:pt x="128016" y="48006"/>
                </a:lnTo>
                <a:lnTo>
                  <a:pt x="135148" y="48372"/>
                </a:lnTo>
                <a:lnTo>
                  <a:pt x="142281" y="49652"/>
                </a:lnTo>
                <a:lnTo>
                  <a:pt x="149139" y="51572"/>
                </a:lnTo>
                <a:lnTo>
                  <a:pt x="155814" y="54315"/>
                </a:lnTo>
                <a:lnTo>
                  <a:pt x="162032" y="57790"/>
                </a:lnTo>
                <a:lnTo>
                  <a:pt x="167884" y="61996"/>
                </a:lnTo>
                <a:lnTo>
                  <a:pt x="173279" y="66751"/>
                </a:lnTo>
                <a:lnTo>
                  <a:pt x="178034" y="72146"/>
                </a:lnTo>
                <a:lnTo>
                  <a:pt x="182240" y="77998"/>
                </a:lnTo>
                <a:lnTo>
                  <a:pt x="185715" y="84216"/>
                </a:lnTo>
                <a:lnTo>
                  <a:pt x="188458" y="90891"/>
                </a:lnTo>
                <a:lnTo>
                  <a:pt x="190378" y="97749"/>
                </a:lnTo>
                <a:lnTo>
                  <a:pt x="191658" y="104882"/>
                </a:lnTo>
                <a:lnTo>
                  <a:pt x="192024" y="112014"/>
                </a:lnTo>
                <a:lnTo>
                  <a:pt x="192390" y="104882"/>
                </a:lnTo>
                <a:lnTo>
                  <a:pt x="193670" y="97749"/>
                </a:lnTo>
                <a:lnTo>
                  <a:pt x="195590" y="90891"/>
                </a:lnTo>
                <a:lnTo>
                  <a:pt x="198333" y="84216"/>
                </a:lnTo>
                <a:lnTo>
                  <a:pt x="201808" y="77998"/>
                </a:lnTo>
                <a:lnTo>
                  <a:pt x="206014" y="72146"/>
                </a:lnTo>
                <a:lnTo>
                  <a:pt x="210769" y="66751"/>
                </a:lnTo>
                <a:lnTo>
                  <a:pt x="216164" y="61996"/>
                </a:lnTo>
                <a:lnTo>
                  <a:pt x="222016" y="57790"/>
                </a:lnTo>
                <a:lnTo>
                  <a:pt x="228234" y="54315"/>
                </a:lnTo>
                <a:lnTo>
                  <a:pt x="234909" y="51572"/>
                </a:lnTo>
                <a:lnTo>
                  <a:pt x="241767" y="49652"/>
                </a:lnTo>
                <a:lnTo>
                  <a:pt x="248900" y="48372"/>
                </a:lnTo>
                <a:lnTo>
                  <a:pt x="256032" y="48006"/>
                </a:lnTo>
                <a:lnTo>
                  <a:pt x="336042" y="48006"/>
                </a:lnTo>
                <a:lnTo>
                  <a:pt x="337871" y="48097"/>
                </a:lnTo>
                <a:lnTo>
                  <a:pt x="339608" y="48372"/>
                </a:lnTo>
                <a:lnTo>
                  <a:pt x="341346" y="48920"/>
                </a:lnTo>
                <a:lnTo>
                  <a:pt x="342991" y="49560"/>
                </a:lnTo>
                <a:lnTo>
                  <a:pt x="344546" y="50475"/>
                </a:lnTo>
                <a:lnTo>
                  <a:pt x="346009" y="51481"/>
                </a:lnTo>
                <a:lnTo>
                  <a:pt x="347381" y="52669"/>
                </a:lnTo>
                <a:lnTo>
                  <a:pt x="348569" y="54041"/>
                </a:lnTo>
                <a:lnTo>
                  <a:pt x="349575" y="55504"/>
                </a:lnTo>
                <a:lnTo>
                  <a:pt x="350490" y="57059"/>
                </a:lnTo>
                <a:lnTo>
                  <a:pt x="351130" y="58704"/>
                </a:lnTo>
                <a:lnTo>
                  <a:pt x="351678" y="60442"/>
                </a:lnTo>
                <a:lnTo>
                  <a:pt x="351953" y="62179"/>
                </a:lnTo>
                <a:lnTo>
                  <a:pt x="352044" y="64008"/>
                </a:lnTo>
                <a:lnTo>
                  <a:pt x="352044" y="272034"/>
                </a:lnTo>
                <a:lnTo>
                  <a:pt x="351953" y="273863"/>
                </a:lnTo>
                <a:lnTo>
                  <a:pt x="351678" y="275600"/>
                </a:lnTo>
                <a:lnTo>
                  <a:pt x="351130" y="277338"/>
                </a:lnTo>
                <a:lnTo>
                  <a:pt x="350490" y="278983"/>
                </a:lnTo>
                <a:lnTo>
                  <a:pt x="349575" y="280538"/>
                </a:lnTo>
                <a:lnTo>
                  <a:pt x="348569" y="282001"/>
                </a:lnTo>
                <a:lnTo>
                  <a:pt x="347381" y="283373"/>
                </a:lnTo>
                <a:lnTo>
                  <a:pt x="346009" y="284561"/>
                </a:lnTo>
                <a:lnTo>
                  <a:pt x="344546" y="285567"/>
                </a:lnTo>
                <a:lnTo>
                  <a:pt x="342991" y="286482"/>
                </a:lnTo>
                <a:lnTo>
                  <a:pt x="341346" y="287122"/>
                </a:lnTo>
                <a:lnTo>
                  <a:pt x="339608" y="287670"/>
                </a:lnTo>
                <a:lnTo>
                  <a:pt x="337871" y="287945"/>
                </a:lnTo>
                <a:lnTo>
                  <a:pt x="336042" y="288036"/>
                </a:lnTo>
                <a:lnTo>
                  <a:pt x="240030" y="288036"/>
                </a:lnTo>
                <a:lnTo>
                  <a:pt x="234635" y="288310"/>
                </a:lnTo>
                <a:lnTo>
                  <a:pt x="229332" y="289225"/>
                </a:lnTo>
                <a:lnTo>
                  <a:pt x="224211" y="290688"/>
                </a:lnTo>
                <a:lnTo>
                  <a:pt x="219182" y="292791"/>
                </a:lnTo>
                <a:lnTo>
                  <a:pt x="214518" y="295351"/>
                </a:lnTo>
                <a:lnTo>
                  <a:pt x="210129" y="298552"/>
                </a:lnTo>
                <a:lnTo>
                  <a:pt x="206106" y="302118"/>
                </a:lnTo>
                <a:lnTo>
                  <a:pt x="202540" y="306141"/>
                </a:lnTo>
                <a:lnTo>
                  <a:pt x="199339" y="310530"/>
                </a:lnTo>
                <a:lnTo>
                  <a:pt x="196779" y="315194"/>
                </a:lnTo>
                <a:lnTo>
                  <a:pt x="194676" y="320223"/>
                </a:lnTo>
                <a:lnTo>
                  <a:pt x="193213" y="325344"/>
                </a:lnTo>
                <a:lnTo>
                  <a:pt x="192298" y="330647"/>
                </a:lnTo>
                <a:lnTo>
                  <a:pt x="192024" y="336042"/>
                </a:lnTo>
                <a:lnTo>
                  <a:pt x="191750" y="330647"/>
                </a:lnTo>
                <a:lnTo>
                  <a:pt x="190835" y="325344"/>
                </a:lnTo>
                <a:lnTo>
                  <a:pt x="189372" y="320223"/>
                </a:lnTo>
                <a:lnTo>
                  <a:pt x="187269" y="315194"/>
                </a:lnTo>
                <a:lnTo>
                  <a:pt x="184709" y="310530"/>
                </a:lnTo>
                <a:lnTo>
                  <a:pt x="181508" y="306141"/>
                </a:lnTo>
                <a:lnTo>
                  <a:pt x="177942" y="302118"/>
                </a:lnTo>
                <a:lnTo>
                  <a:pt x="173919" y="298552"/>
                </a:lnTo>
                <a:lnTo>
                  <a:pt x="169530" y="295351"/>
                </a:lnTo>
                <a:lnTo>
                  <a:pt x="164866" y="292791"/>
                </a:lnTo>
                <a:lnTo>
                  <a:pt x="159837" y="290688"/>
                </a:lnTo>
                <a:lnTo>
                  <a:pt x="154716" y="289225"/>
                </a:lnTo>
                <a:lnTo>
                  <a:pt x="149413" y="288310"/>
                </a:lnTo>
                <a:lnTo>
                  <a:pt x="144018" y="288036"/>
                </a:lnTo>
                <a:lnTo>
                  <a:pt x="48006" y="288036"/>
                </a:lnTo>
                <a:close/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5579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規則を確認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55798" y="2404872"/>
            <a:ext cx="152019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AGENTS.mdと担当領域のREADMEを先に読む。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5716" y="2834640"/>
            <a:ext cx="20116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2346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23460" y="1325880"/>
            <a:ext cx="6400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4628" y="1508760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462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6933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208026" y="80010"/>
                </a:moveTo>
                <a:lnTo>
                  <a:pt x="336042" y="80010"/>
                </a:lnTo>
                <a:moveTo>
                  <a:pt x="208026" y="192024"/>
                </a:moveTo>
                <a:lnTo>
                  <a:pt x="336042" y="192024"/>
                </a:lnTo>
                <a:moveTo>
                  <a:pt x="208026" y="304038"/>
                </a:moveTo>
                <a:lnTo>
                  <a:pt x="336042" y="304038"/>
                </a:lnTo>
                <a:moveTo>
                  <a:pt x="48006" y="272034"/>
                </a:moveTo>
                <a:lnTo>
                  <a:pt x="80010" y="304038"/>
                </a:lnTo>
                <a:lnTo>
                  <a:pt x="144018" y="240030"/>
                </a:lnTo>
                <a:moveTo>
                  <a:pt x="48006" y="112014"/>
                </a:moveTo>
                <a:lnTo>
                  <a:pt x="80010" y="144018"/>
                </a:lnTo>
                <a:lnTo>
                  <a:pt x="144018" y="80010"/>
                </a:lnTo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462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Skill一覧を見る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4628" y="2404872"/>
            <a:ext cx="15201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Codexは/skills、ClaudeではSkill名を確認する。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88052" y="3593592"/>
            <a:ext cx="1465326" cy="585216"/>
          </a:xfrm>
          <a:prstGeom prst="roundRect">
            <a:avLst>
              <a:gd name="adj" fmla="val 7813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492" y="3611880"/>
            <a:ext cx="13190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/skills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54546" y="2834640"/>
            <a:ext cx="201168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892290" y="1325880"/>
            <a:ext cx="1794510" cy="3017520"/>
          </a:xfrm>
          <a:prstGeom prst="roundRect">
            <a:avLst>
              <a:gd name="adj" fmla="val 305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92290" y="1325880"/>
            <a:ext cx="64008" cy="3017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93458" y="1508760"/>
            <a:ext cx="347472" cy="34747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93458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38160" y="149047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384048" h="384048">
                <a:moveTo>
                  <a:pt x="160020" y="208026"/>
                </a:moveTo>
                <a:lnTo>
                  <a:pt x="166329" y="215524"/>
                </a:lnTo>
                <a:lnTo>
                  <a:pt x="173553" y="222108"/>
                </a:lnTo>
                <a:lnTo>
                  <a:pt x="181508" y="227868"/>
                </a:lnTo>
                <a:lnTo>
                  <a:pt x="190104" y="232532"/>
                </a:lnTo>
                <a:lnTo>
                  <a:pt x="199156" y="236098"/>
                </a:lnTo>
                <a:lnTo>
                  <a:pt x="208666" y="238567"/>
                </a:lnTo>
                <a:lnTo>
                  <a:pt x="218359" y="239939"/>
                </a:lnTo>
                <a:lnTo>
                  <a:pt x="228143" y="240030"/>
                </a:lnTo>
                <a:lnTo>
                  <a:pt x="237927" y="238933"/>
                </a:lnTo>
                <a:lnTo>
                  <a:pt x="247437" y="236647"/>
                </a:lnTo>
                <a:lnTo>
                  <a:pt x="256581" y="233172"/>
                </a:lnTo>
                <a:lnTo>
                  <a:pt x="265267" y="228691"/>
                </a:lnTo>
                <a:lnTo>
                  <a:pt x="273314" y="223114"/>
                </a:lnTo>
                <a:lnTo>
                  <a:pt x="280629" y="216621"/>
                </a:lnTo>
                <a:lnTo>
                  <a:pt x="328635" y="168615"/>
                </a:lnTo>
                <a:lnTo>
                  <a:pt x="339517" y="154625"/>
                </a:lnTo>
                <a:lnTo>
                  <a:pt x="347015" y="138532"/>
                </a:lnTo>
                <a:lnTo>
                  <a:pt x="350764" y="121249"/>
                </a:lnTo>
                <a:lnTo>
                  <a:pt x="350581" y="103510"/>
                </a:lnTo>
                <a:lnTo>
                  <a:pt x="346558" y="86319"/>
                </a:lnTo>
                <a:lnTo>
                  <a:pt x="338785" y="70317"/>
                </a:lnTo>
                <a:lnTo>
                  <a:pt x="327721" y="56510"/>
                </a:lnTo>
                <a:lnTo>
                  <a:pt x="313822" y="45446"/>
                </a:lnTo>
                <a:lnTo>
                  <a:pt x="297912" y="37673"/>
                </a:lnTo>
                <a:lnTo>
                  <a:pt x="280721" y="33650"/>
                </a:lnTo>
                <a:lnTo>
                  <a:pt x="262981" y="33467"/>
                </a:lnTo>
                <a:lnTo>
                  <a:pt x="245608" y="37216"/>
                </a:lnTo>
                <a:lnTo>
                  <a:pt x="229606" y="44714"/>
                </a:lnTo>
                <a:lnTo>
                  <a:pt x="215524" y="55504"/>
                </a:lnTo>
                <a:lnTo>
                  <a:pt x="188001" y="82845"/>
                </a:lnTo>
                <a:moveTo>
                  <a:pt x="224028" y="176022"/>
                </a:moveTo>
                <a:lnTo>
                  <a:pt x="217719" y="168524"/>
                </a:lnTo>
                <a:lnTo>
                  <a:pt x="210495" y="161940"/>
                </a:lnTo>
                <a:lnTo>
                  <a:pt x="202540" y="156180"/>
                </a:lnTo>
                <a:lnTo>
                  <a:pt x="193944" y="151516"/>
                </a:lnTo>
                <a:lnTo>
                  <a:pt x="184892" y="147950"/>
                </a:lnTo>
                <a:lnTo>
                  <a:pt x="175382" y="145481"/>
                </a:lnTo>
                <a:lnTo>
                  <a:pt x="165689" y="144109"/>
                </a:lnTo>
                <a:lnTo>
                  <a:pt x="155905" y="144018"/>
                </a:lnTo>
                <a:lnTo>
                  <a:pt x="146121" y="145115"/>
                </a:lnTo>
                <a:lnTo>
                  <a:pt x="136611" y="147401"/>
                </a:lnTo>
                <a:lnTo>
                  <a:pt x="127467" y="150876"/>
                </a:lnTo>
                <a:lnTo>
                  <a:pt x="118781" y="155357"/>
                </a:lnTo>
                <a:lnTo>
                  <a:pt x="110734" y="160934"/>
                </a:lnTo>
                <a:lnTo>
                  <a:pt x="103327" y="167427"/>
                </a:lnTo>
                <a:lnTo>
                  <a:pt x="55321" y="215433"/>
                </a:lnTo>
                <a:lnTo>
                  <a:pt x="44531" y="229423"/>
                </a:lnTo>
                <a:lnTo>
                  <a:pt x="37033" y="245516"/>
                </a:lnTo>
                <a:lnTo>
                  <a:pt x="33284" y="262799"/>
                </a:lnTo>
                <a:lnTo>
                  <a:pt x="33467" y="280538"/>
                </a:lnTo>
                <a:lnTo>
                  <a:pt x="37490" y="297729"/>
                </a:lnTo>
                <a:lnTo>
                  <a:pt x="45263" y="313731"/>
                </a:lnTo>
                <a:lnTo>
                  <a:pt x="56327" y="327538"/>
                </a:lnTo>
                <a:lnTo>
                  <a:pt x="70226" y="338602"/>
                </a:lnTo>
                <a:lnTo>
                  <a:pt x="86136" y="346375"/>
                </a:lnTo>
                <a:lnTo>
                  <a:pt x="103327" y="350398"/>
                </a:lnTo>
                <a:lnTo>
                  <a:pt x="121067" y="350581"/>
                </a:lnTo>
                <a:lnTo>
                  <a:pt x="138440" y="346832"/>
                </a:lnTo>
                <a:lnTo>
                  <a:pt x="154442" y="339334"/>
                </a:lnTo>
                <a:lnTo>
                  <a:pt x="168524" y="328544"/>
                </a:lnTo>
                <a:lnTo>
                  <a:pt x="195864" y="301112"/>
                </a:lnTo>
              </a:path>
            </a:pathLst>
          </a:custGeom>
          <a:noFill/>
          <a:ln w="32004">
            <a:solidFill>
              <a:srgbClr val="1218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93458" y="2002536"/>
            <a:ext cx="15201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名前とPathを確認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93458" y="2404872"/>
            <a:ext cx="15201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Link先のPathを確認する。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56882" y="3593592"/>
            <a:ext cx="1465326" cy="585216"/>
          </a:xfrm>
          <a:prstGeom prst="roundRect">
            <a:avLst>
              <a:gd name="adj" fmla="val 7813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48322" y="3611880"/>
            <a:ext cx="13190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.agents/skills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空の新規Project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development/.をProject rootへコピーする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182880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コピー元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14400" y="1874520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0574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2148840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144" y="23317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2144" y="2148840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26060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2144" y="2148840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2144" y="288036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2144" y="2148840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315468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2144" y="2148840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144" y="34290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2144" y="2148840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144" y="37033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2144" y="2148840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2144" y="39776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" y="2148840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52144" y="425196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16916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AI-Engine-Dev/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14984" y="1938528"/>
            <a:ext cx="14081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0704" y="19659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07592" y="19202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298448" y="22402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45336" y="219456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298448" y="25146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45336" y="246888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298448" y="27889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45336" y="274320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298448" y="30632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45336" y="301752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298448" y="33375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45336" y="329184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298448" y="36118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45336" y="356616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298448" y="38862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45336" y="384048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98448" y="41605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545336" y="411480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831336" y="1298448"/>
            <a:ext cx="182880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68496" y="137160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コピー先 = Project root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059936" y="1874520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59936" y="20574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059936" y="1874520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59936" y="23317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59936" y="1874520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59936" y="26060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059936" y="1874520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59936" y="288036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059936" y="1874520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59936" y="315468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059936" y="1874520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59936" y="342900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59936" y="1874520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059936" y="370332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59936" y="1874520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59936" y="3977640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22776" y="1664208"/>
            <a:ext cx="1645920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968496" y="16916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215384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new-project/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160520" y="1938528"/>
            <a:ext cx="14081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206240" y="19659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53128" y="19202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.agents/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60520" y="2212848"/>
            <a:ext cx="14081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206240" y="22402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53128" y="219456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4206240" y="25146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453128" y="246888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4206240" y="278892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453128" y="274320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206240" y="30632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53128" y="301752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4206240" y="333756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453128" y="32918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4206240" y="361188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453128" y="356616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206240" y="388620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53128" y="384048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2624328" y="2395728"/>
            <a:ext cx="1097280" cy="1005840"/>
          </a:xfrm>
          <a:prstGeom prst="roundRect">
            <a:avLst>
              <a:gd name="adj" fmla="val 5455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697480" y="2395728"/>
            <a:ext cx="95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 -R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../new-project/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730752" y="2898648"/>
            <a:ext cx="9144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5861304" y="1298448"/>
            <a:ext cx="2825496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61304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044184" y="1408176"/>
            <a:ext cx="2551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6044184" y="1627632"/>
            <a:ext cx="2551176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末尾の . を残す</a:t>
            </a:r>
            <a:endParaRPr lang="en-US" sz="1350" dirty="0"/>
          </a:p>
        </p:txBody>
      </p:sp>
      <p:sp>
        <p:nvSpPr>
          <p:cNvPr id="91" name="Text 89"/>
          <p:cNvSpPr/>
          <p:nvPr/>
        </p:nvSpPr>
        <p:spPr>
          <a:xfrm>
            <a:off x="6044184" y="1912811"/>
            <a:ext cx="2551176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隠しDirectoryの.agentsと.claudeもコピーされる。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861304" y="2407920"/>
            <a:ext cx="2825496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861304" y="2407920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044184" y="2517648"/>
            <a:ext cx="2551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コピー後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6044184" y="2737104"/>
            <a:ext cx="2551176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rootとして使う</a:t>
            </a:r>
            <a:endParaRPr lang="en-US" sz="1350" dirty="0"/>
          </a:p>
        </p:txBody>
      </p:sp>
      <p:sp>
        <p:nvSpPr>
          <p:cNvPr id="96" name="Text 94"/>
          <p:cNvSpPr/>
          <p:nvPr/>
        </p:nvSpPr>
        <p:spPr>
          <a:xfrm>
            <a:off x="6044184" y="3022283"/>
            <a:ext cx="2551176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既存のsrc等をprojects/へ移す必要はない。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5861304" y="3517392"/>
            <a:ext cx="2825496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861304" y="3517392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044184" y="3627120"/>
            <a:ext cx="2551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6044184" y="3846576"/>
            <a:ext cx="2551176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verify script</a:t>
            </a:r>
            <a:endParaRPr lang="en-US" sz="1350" dirty="0"/>
          </a:p>
        </p:txBody>
      </p:sp>
      <p:sp>
        <p:nvSpPr>
          <p:cNvPr id="101" name="Text 99"/>
          <p:cNvSpPr/>
          <p:nvPr/>
        </p:nvSpPr>
        <p:spPr>
          <a:xfrm>
            <a:off x="6044184" y="4131755"/>
            <a:ext cx="2551176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development/scripts/の検証Scriptを使う。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一括コピーせずbootstrapを明示して依頼する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既存Projectを開く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1623060" cy="246888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72768"/>
            <a:ext cx="64008" cy="246888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82496"/>
            <a:ext cx="13487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そのまま保持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1901952"/>
            <a:ext cx="134874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214753"/>
            <a:ext cx="1348740" cy="1753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実装・設定・既存READMEを保持した状態でAIに見せる。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63724" y="2807208"/>
            <a:ext cx="39319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811780" y="1280160"/>
            <a:ext cx="17776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Skillを明示して依頼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1780" y="1572768"/>
            <a:ext cx="1777637" cy="2468880"/>
          </a:xfrm>
          <a:prstGeom prst="roundRect">
            <a:avLst>
              <a:gd name="adj" fmla="val 3086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4660" y="1645920"/>
            <a:ext cx="1485029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依頼文に書く</a:t>
            </a:r>
            <a:endParaRPr lang="en-US" sz="95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$bootstrap-development-harness</a:t>
            </a:r>
            <a:endParaRPr lang="en-US" sz="950" dirty="0"/>
          </a:p>
          <a:p>
            <a:pPr indent="0" marL="0">
              <a:buNone/>
            </a:pPr>
            <a:r>
              <a:rPr lang="en-US" sz="115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このSkillを使うよう明示する。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44281" y="2807208"/>
            <a:ext cx="39319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092337" y="1280160"/>
            <a:ext cx="15457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調査結果を確認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92337" y="1572768"/>
            <a:ext cx="1545771" cy="2468880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2337" y="1572768"/>
            <a:ext cx="64008" cy="24688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75217" y="1682496"/>
            <a:ext cx="12714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人が確認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75217" y="1901952"/>
            <a:ext cx="127145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提案をReview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75217" y="2214753"/>
            <a:ext cx="1271451" cy="1753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既存構造、規則、必要な入口文書の提案を確認する。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92973" y="2807208"/>
            <a:ext cx="39319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141029" y="1280160"/>
            <a:ext cx="15457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追加内容をReview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41029" y="1572768"/>
            <a:ext cx="1545771" cy="2468880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41029" y="1572768"/>
            <a:ext cx="64008" cy="24688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23909" y="1682496"/>
            <a:ext cx="12714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追加されるもの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23909" y="1901952"/>
            <a:ext cx="127145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必要な文書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23909" y="2214753"/>
            <a:ext cx="1271451" cy="1753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README・AGENTS.mdなど。既存Fileは移動しない。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 を丸ごとコピーするのは空の新規Projectだけ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Skill登録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セットアップScriptで5 Skillを検出可能にする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880360" y="2583180"/>
            <a:ext cx="36576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48640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0" y="18973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669280" y="18973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5669280" y="25831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5669280" y="32689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85800" y="1874520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874520"/>
            <a:ext cx="64008" cy="1417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98424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配置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203704"/>
            <a:ext cx="18745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2470468"/>
            <a:ext cx="1874520" cy="74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rootの直下に置く。skills/に5 Skill。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2011680"/>
            <a:ext cx="2148840" cy="1143000"/>
          </a:xfrm>
          <a:prstGeom prst="roundRect">
            <a:avLst>
              <a:gd name="adj" fmla="val 48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56432" y="2066544"/>
            <a:ext cx="187452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1回実行</a:t>
            </a:r>
            <a:endParaRPr lang="en-US" sz="9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setup-skills.sh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./presentation/scripts/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97880" y="1463040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97880" y="1463040"/>
            <a:ext cx="64008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157276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相対Link（Codex）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80760" y="1792224"/>
            <a:ext cx="25146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.agents/skills/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97880" y="2834640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97880" y="2834640"/>
            <a:ext cx="64008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294436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相対Link（Claude Code）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80760" y="3163824"/>
            <a:ext cx="25146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.claude/skills/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一覧に出ない場合だけ、CodexまたはClaude Codeを再起動する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PowerPoint生成Engine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Node.js 20以上とLibreOfficeを準備する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80010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98448"/>
            <a:ext cx="64008" cy="960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08176"/>
            <a:ext cx="7726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必要Tool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27632"/>
            <a:ext cx="7726680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Node.js 20以上 と npm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922018"/>
            <a:ext cx="7726680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全枚画像化にはLibreOfficeも必要。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151790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lnTo>
                  <a:pt x="222931" y="97292"/>
                </a:lnTo>
                <a:lnTo>
                  <a:pt x="221925" y="98664"/>
                </a:lnTo>
                <a:lnTo>
                  <a:pt x="221102" y="100127"/>
                </a:lnTo>
                <a:lnTo>
                  <a:pt x="220462" y="101681"/>
                </a:lnTo>
                <a:lnTo>
                  <a:pt x="220005" y="103327"/>
                </a:lnTo>
                <a:lnTo>
                  <a:pt x="219730" y="104973"/>
                </a:lnTo>
                <a:lnTo>
                  <a:pt x="219639" y="106710"/>
                </a:lnTo>
                <a:lnTo>
                  <a:pt x="219730" y="108356"/>
                </a:lnTo>
                <a:lnTo>
                  <a:pt x="220005" y="110002"/>
                </a:lnTo>
                <a:lnTo>
                  <a:pt x="220462" y="111648"/>
                </a:lnTo>
                <a:lnTo>
                  <a:pt x="221102" y="113203"/>
                </a:lnTo>
                <a:lnTo>
                  <a:pt x="221925" y="114666"/>
                </a:lnTo>
                <a:lnTo>
                  <a:pt x="222931" y="116037"/>
                </a:lnTo>
                <a:lnTo>
                  <a:pt x="224028" y="117318"/>
                </a:lnTo>
                <a:lnTo>
                  <a:pt x="248442" y="141732"/>
                </a:lnTo>
                <a:lnTo>
                  <a:pt x="249723" y="142829"/>
                </a:lnTo>
                <a:lnTo>
                  <a:pt x="251094" y="143835"/>
                </a:lnTo>
                <a:lnTo>
                  <a:pt x="252557" y="144658"/>
                </a:lnTo>
                <a:lnTo>
                  <a:pt x="254112" y="145298"/>
                </a:lnTo>
                <a:lnTo>
                  <a:pt x="255758" y="145755"/>
                </a:lnTo>
                <a:lnTo>
                  <a:pt x="257404" y="146030"/>
                </a:lnTo>
                <a:lnTo>
                  <a:pt x="259050" y="146121"/>
                </a:lnTo>
                <a:lnTo>
                  <a:pt x="260787" y="146030"/>
                </a:lnTo>
                <a:lnTo>
                  <a:pt x="262433" y="145755"/>
                </a:lnTo>
                <a:lnTo>
                  <a:pt x="264079" y="145298"/>
                </a:lnTo>
                <a:lnTo>
                  <a:pt x="265633" y="144658"/>
                </a:lnTo>
                <a:lnTo>
                  <a:pt x="267096" y="143835"/>
                </a:lnTo>
                <a:lnTo>
                  <a:pt x="268468" y="142829"/>
                </a:lnTo>
                <a:lnTo>
                  <a:pt x="269748" y="141732"/>
                </a:lnTo>
                <a:lnTo>
                  <a:pt x="317114" y="94366"/>
                </a:lnTo>
                <a:lnTo>
                  <a:pt x="318394" y="93360"/>
                </a:lnTo>
                <a:lnTo>
                  <a:pt x="319766" y="92446"/>
                </a:lnTo>
                <a:lnTo>
                  <a:pt x="321229" y="91897"/>
                </a:lnTo>
                <a:lnTo>
                  <a:pt x="322692" y="91623"/>
                </a:lnTo>
                <a:lnTo>
                  <a:pt x="324246" y="91531"/>
                </a:lnTo>
                <a:lnTo>
                  <a:pt x="325709" y="91714"/>
                </a:lnTo>
                <a:lnTo>
                  <a:pt x="327172" y="92172"/>
                </a:lnTo>
                <a:lnTo>
                  <a:pt x="328452" y="92812"/>
                </a:lnTo>
                <a:lnTo>
                  <a:pt x="329641" y="93726"/>
                </a:lnTo>
                <a:lnTo>
                  <a:pt x="330647" y="94823"/>
                </a:lnTo>
                <a:lnTo>
                  <a:pt x="331470" y="96195"/>
                </a:lnTo>
                <a:lnTo>
                  <a:pt x="332019" y="97749"/>
                </a:lnTo>
                <a:lnTo>
                  <a:pt x="334853" y="112288"/>
                </a:lnTo>
                <a:lnTo>
                  <a:pt x="335219" y="127010"/>
                </a:lnTo>
                <a:lnTo>
                  <a:pt x="333207" y="141641"/>
                </a:lnTo>
                <a:lnTo>
                  <a:pt x="328818" y="155814"/>
                </a:lnTo>
                <a:lnTo>
                  <a:pt x="322326" y="168981"/>
                </a:lnTo>
                <a:lnTo>
                  <a:pt x="313731" y="181051"/>
                </a:lnTo>
                <a:lnTo>
                  <a:pt x="303306" y="191475"/>
                </a:lnTo>
                <a:lnTo>
                  <a:pt x="291328" y="200162"/>
                </a:lnTo>
                <a:lnTo>
                  <a:pt x="278160" y="206746"/>
                </a:lnTo>
                <a:lnTo>
                  <a:pt x="263987" y="211135"/>
                </a:lnTo>
                <a:lnTo>
                  <a:pt x="249357" y="213238"/>
                </a:lnTo>
                <a:lnTo>
                  <a:pt x="234635" y="212964"/>
                </a:lnTo>
                <a:lnTo>
                  <a:pt x="220096" y="210221"/>
                </a:lnTo>
                <a:lnTo>
                  <a:pt x="206197" y="205283"/>
                </a:lnTo>
                <a:lnTo>
                  <a:pt x="85679" y="325801"/>
                </a:lnTo>
                <a:lnTo>
                  <a:pt x="80010" y="330373"/>
                </a:lnTo>
                <a:lnTo>
                  <a:pt x="73426" y="333482"/>
                </a:lnTo>
                <a:lnTo>
                  <a:pt x="66385" y="335128"/>
                </a:lnTo>
                <a:lnTo>
                  <a:pt x="59162" y="335128"/>
                </a:lnTo>
                <a:lnTo>
                  <a:pt x="52121" y="333482"/>
                </a:lnTo>
                <a:lnTo>
                  <a:pt x="45629" y="330373"/>
                </a:lnTo>
                <a:lnTo>
                  <a:pt x="39959" y="325801"/>
                </a:lnTo>
                <a:lnTo>
                  <a:pt x="35387" y="320131"/>
                </a:lnTo>
                <a:lnTo>
                  <a:pt x="32278" y="313639"/>
                </a:lnTo>
                <a:lnTo>
                  <a:pt x="30632" y="306598"/>
                </a:lnTo>
                <a:lnTo>
                  <a:pt x="30632" y="299375"/>
                </a:lnTo>
                <a:lnTo>
                  <a:pt x="32278" y="292334"/>
                </a:lnTo>
                <a:lnTo>
                  <a:pt x="35387" y="285750"/>
                </a:lnTo>
                <a:lnTo>
                  <a:pt x="39959" y="280081"/>
                </a:lnTo>
                <a:lnTo>
                  <a:pt x="160477" y="159563"/>
                </a:lnTo>
                <a:lnTo>
                  <a:pt x="155539" y="145664"/>
                </a:lnTo>
                <a:lnTo>
                  <a:pt x="152796" y="131125"/>
                </a:lnTo>
                <a:lnTo>
                  <a:pt x="152522" y="116403"/>
                </a:lnTo>
                <a:lnTo>
                  <a:pt x="154625" y="101773"/>
                </a:lnTo>
                <a:lnTo>
                  <a:pt x="159014" y="87600"/>
                </a:lnTo>
                <a:lnTo>
                  <a:pt x="165598" y="74432"/>
                </a:lnTo>
                <a:lnTo>
                  <a:pt x="174285" y="62454"/>
                </a:lnTo>
                <a:lnTo>
                  <a:pt x="184709" y="52029"/>
                </a:lnTo>
                <a:lnTo>
                  <a:pt x="196779" y="43434"/>
                </a:lnTo>
                <a:lnTo>
                  <a:pt x="210038" y="36942"/>
                </a:lnTo>
                <a:lnTo>
                  <a:pt x="224119" y="32553"/>
                </a:lnTo>
                <a:lnTo>
                  <a:pt x="238750" y="30541"/>
                </a:lnTo>
                <a:lnTo>
                  <a:pt x="253563" y="30907"/>
                </a:lnTo>
                <a:lnTo>
                  <a:pt x="268011" y="33650"/>
                </a:lnTo>
                <a:lnTo>
                  <a:pt x="269565" y="34290"/>
                </a:lnTo>
                <a:lnTo>
                  <a:pt x="270937" y="35113"/>
                </a:lnTo>
                <a:lnTo>
                  <a:pt x="272034" y="36119"/>
                </a:lnTo>
                <a:lnTo>
                  <a:pt x="272948" y="37308"/>
                </a:lnTo>
                <a:lnTo>
                  <a:pt x="273588" y="38588"/>
                </a:lnTo>
                <a:lnTo>
                  <a:pt x="274046" y="40051"/>
                </a:lnTo>
                <a:lnTo>
                  <a:pt x="274229" y="41514"/>
                </a:lnTo>
                <a:lnTo>
                  <a:pt x="274137" y="43068"/>
                </a:lnTo>
                <a:lnTo>
                  <a:pt x="273863" y="44531"/>
                </a:lnTo>
                <a:lnTo>
                  <a:pt x="273314" y="45994"/>
                </a:lnTo>
                <a:lnTo>
                  <a:pt x="272491" y="47366"/>
                </a:lnTo>
                <a:lnTo>
                  <a:pt x="271394" y="48646"/>
                </a:lnTo>
                <a:lnTo>
                  <a:pt x="224028" y="96012"/>
                </a:lnTo>
                <a:close/>
              </a:path>
            </a:pathLst>
          </a:custGeom>
          <a:noFill/>
          <a:ln w="3048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468880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cd presentation/harness で実行する順番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ci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依存をInstall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98424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4028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build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24028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型検査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53872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79476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test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79476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9320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49240" y="2743200"/>
            <a:ext cx="1261872" cy="566928"/>
          </a:xfrm>
          <a:prstGeom prst="roundRect">
            <a:avLst>
              <a:gd name="adj" fmla="val 9677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274320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self-validate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349240" y="340156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一時PPTXを生成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47688" y="3026664"/>
            <a:ext cx="219456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903720" y="2743200"/>
            <a:ext cx="17830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743200"/>
            <a:ext cx="64008" cy="13258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成功状態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086600" y="3072384"/>
            <a:ext cx="150876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すべて成功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086600" y="3348355"/>
            <a:ext cx="1508760" cy="647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必要なら画像も生成される。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任意：Matt原文Skill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専門Skillは必要な範囲だけ追加する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2880360"/>
            <a:ext cx="18745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880360"/>
            <a:ext cx="64008" cy="1600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3044952"/>
            <a:ext cx="329184" cy="329184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3044952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175931" y="29901"/>
                </a:moveTo>
                <a:lnTo>
                  <a:pt x="174468" y="29261"/>
                </a:lnTo>
                <a:lnTo>
                  <a:pt x="172822" y="28712"/>
                </a:lnTo>
                <a:lnTo>
                  <a:pt x="171267" y="28255"/>
                </a:lnTo>
                <a:lnTo>
                  <a:pt x="169621" y="27889"/>
                </a:lnTo>
                <a:lnTo>
                  <a:pt x="167975" y="27615"/>
                </a:lnTo>
                <a:lnTo>
                  <a:pt x="166238" y="27523"/>
                </a:lnTo>
                <a:lnTo>
                  <a:pt x="164592" y="27432"/>
                </a:lnTo>
                <a:lnTo>
                  <a:pt x="162946" y="27523"/>
                </a:lnTo>
                <a:lnTo>
                  <a:pt x="161209" y="27615"/>
                </a:lnTo>
                <a:lnTo>
                  <a:pt x="159563" y="27889"/>
                </a:lnTo>
                <a:lnTo>
                  <a:pt x="157917" y="28255"/>
                </a:lnTo>
                <a:lnTo>
                  <a:pt x="156362" y="28712"/>
                </a:lnTo>
                <a:lnTo>
                  <a:pt x="154716" y="29261"/>
                </a:lnTo>
                <a:lnTo>
                  <a:pt x="153253" y="29901"/>
                </a:lnTo>
                <a:lnTo>
                  <a:pt x="35662" y="83393"/>
                </a:lnTo>
                <a:lnTo>
                  <a:pt x="33650" y="84491"/>
                </a:lnTo>
                <a:lnTo>
                  <a:pt x="31913" y="85862"/>
                </a:lnTo>
                <a:lnTo>
                  <a:pt x="30358" y="87508"/>
                </a:lnTo>
                <a:lnTo>
                  <a:pt x="29169" y="89428"/>
                </a:lnTo>
                <a:lnTo>
                  <a:pt x="28255" y="91531"/>
                </a:lnTo>
                <a:lnTo>
                  <a:pt x="27706" y="93726"/>
                </a:lnTo>
                <a:lnTo>
                  <a:pt x="27523" y="95921"/>
                </a:lnTo>
                <a:lnTo>
                  <a:pt x="27706" y="98207"/>
                </a:lnTo>
                <a:lnTo>
                  <a:pt x="28255" y="100401"/>
                </a:lnTo>
                <a:lnTo>
                  <a:pt x="29169" y="102504"/>
                </a:lnTo>
                <a:lnTo>
                  <a:pt x="30358" y="104333"/>
                </a:lnTo>
                <a:lnTo>
                  <a:pt x="31913" y="105979"/>
                </a:lnTo>
                <a:lnTo>
                  <a:pt x="33650" y="107442"/>
                </a:lnTo>
                <a:lnTo>
                  <a:pt x="35662" y="108539"/>
                </a:lnTo>
                <a:lnTo>
                  <a:pt x="153345" y="162123"/>
                </a:lnTo>
                <a:lnTo>
                  <a:pt x="154899" y="162763"/>
                </a:lnTo>
                <a:lnTo>
                  <a:pt x="156454" y="163312"/>
                </a:lnTo>
                <a:lnTo>
                  <a:pt x="158100" y="163769"/>
                </a:lnTo>
                <a:lnTo>
                  <a:pt x="159746" y="164135"/>
                </a:lnTo>
                <a:lnTo>
                  <a:pt x="161392" y="164409"/>
                </a:lnTo>
                <a:lnTo>
                  <a:pt x="163038" y="164501"/>
                </a:lnTo>
                <a:lnTo>
                  <a:pt x="164683" y="164592"/>
                </a:lnTo>
                <a:lnTo>
                  <a:pt x="166421" y="164501"/>
                </a:lnTo>
                <a:lnTo>
                  <a:pt x="168067" y="164409"/>
                </a:lnTo>
                <a:lnTo>
                  <a:pt x="169713" y="164135"/>
                </a:lnTo>
                <a:lnTo>
                  <a:pt x="171359" y="163769"/>
                </a:lnTo>
                <a:lnTo>
                  <a:pt x="173004" y="163312"/>
                </a:lnTo>
                <a:lnTo>
                  <a:pt x="174559" y="162763"/>
                </a:lnTo>
                <a:lnTo>
                  <a:pt x="176113" y="162123"/>
                </a:lnTo>
                <a:lnTo>
                  <a:pt x="293797" y="108631"/>
                </a:lnTo>
                <a:lnTo>
                  <a:pt x="295808" y="107533"/>
                </a:lnTo>
                <a:lnTo>
                  <a:pt x="297546" y="106162"/>
                </a:lnTo>
                <a:lnTo>
                  <a:pt x="299100" y="104516"/>
                </a:lnTo>
                <a:lnTo>
                  <a:pt x="300289" y="102596"/>
                </a:lnTo>
                <a:lnTo>
                  <a:pt x="301203" y="100493"/>
                </a:lnTo>
                <a:lnTo>
                  <a:pt x="301752" y="98298"/>
                </a:lnTo>
                <a:lnTo>
                  <a:pt x="301935" y="96103"/>
                </a:lnTo>
                <a:lnTo>
                  <a:pt x="301752" y="93817"/>
                </a:lnTo>
                <a:lnTo>
                  <a:pt x="301203" y="91623"/>
                </a:lnTo>
                <a:lnTo>
                  <a:pt x="300289" y="89520"/>
                </a:lnTo>
                <a:lnTo>
                  <a:pt x="299100" y="87691"/>
                </a:lnTo>
                <a:lnTo>
                  <a:pt x="297546" y="86045"/>
                </a:lnTo>
                <a:lnTo>
                  <a:pt x="295808" y="84582"/>
                </a:lnTo>
                <a:lnTo>
                  <a:pt x="293797" y="83576"/>
                </a:lnTo>
                <a:lnTo>
                  <a:pt x="175931" y="29901"/>
                </a:lnTo>
                <a:close/>
                <a:moveTo>
                  <a:pt x="27432" y="164592"/>
                </a:moveTo>
                <a:lnTo>
                  <a:pt x="27432" y="165689"/>
                </a:lnTo>
                <a:lnTo>
                  <a:pt x="27615" y="166787"/>
                </a:lnTo>
                <a:lnTo>
                  <a:pt x="27798" y="167884"/>
                </a:lnTo>
                <a:lnTo>
                  <a:pt x="28164" y="168981"/>
                </a:lnTo>
                <a:lnTo>
                  <a:pt x="28529" y="169987"/>
                </a:lnTo>
                <a:lnTo>
                  <a:pt x="28986" y="170993"/>
                </a:lnTo>
                <a:lnTo>
                  <a:pt x="29627" y="171999"/>
                </a:lnTo>
                <a:lnTo>
                  <a:pt x="30175" y="172913"/>
                </a:lnTo>
                <a:lnTo>
                  <a:pt x="30907" y="173736"/>
                </a:lnTo>
                <a:lnTo>
                  <a:pt x="31730" y="174559"/>
                </a:lnTo>
                <a:lnTo>
                  <a:pt x="32553" y="175290"/>
                </a:lnTo>
                <a:lnTo>
                  <a:pt x="33467" y="175931"/>
                </a:lnTo>
                <a:lnTo>
                  <a:pt x="34381" y="176571"/>
                </a:lnTo>
                <a:lnTo>
                  <a:pt x="35387" y="177119"/>
                </a:lnTo>
                <a:lnTo>
                  <a:pt x="153345" y="230703"/>
                </a:lnTo>
                <a:lnTo>
                  <a:pt x="154899" y="231343"/>
                </a:lnTo>
                <a:lnTo>
                  <a:pt x="156454" y="231892"/>
                </a:lnTo>
                <a:lnTo>
                  <a:pt x="158100" y="232349"/>
                </a:lnTo>
                <a:lnTo>
                  <a:pt x="159654" y="232715"/>
                </a:lnTo>
                <a:lnTo>
                  <a:pt x="161300" y="232989"/>
                </a:lnTo>
                <a:lnTo>
                  <a:pt x="163038" y="233081"/>
                </a:lnTo>
                <a:lnTo>
                  <a:pt x="164683" y="233172"/>
                </a:lnTo>
                <a:lnTo>
                  <a:pt x="166329" y="233081"/>
                </a:lnTo>
                <a:lnTo>
                  <a:pt x="167975" y="232989"/>
                </a:lnTo>
                <a:lnTo>
                  <a:pt x="169621" y="232715"/>
                </a:lnTo>
                <a:lnTo>
                  <a:pt x="171267" y="232349"/>
                </a:lnTo>
                <a:lnTo>
                  <a:pt x="172822" y="231892"/>
                </a:lnTo>
                <a:lnTo>
                  <a:pt x="174468" y="231343"/>
                </a:lnTo>
                <a:lnTo>
                  <a:pt x="175931" y="230703"/>
                </a:lnTo>
                <a:lnTo>
                  <a:pt x="293705" y="177211"/>
                </a:lnTo>
                <a:lnTo>
                  <a:pt x="294711" y="176662"/>
                </a:lnTo>
                <a:lnTo>
                  <a:pt x="295626" y="176113"/>
                </a:lnTo>
                <a:lnTo>
                  <a:pt x="296540" y="175473"/>
                </a:lnTo>
                <a:lnTo>
                  <a:pt x="297454" y="174742"/>
                </a:lnTo>
                <a:lnTo>
                  <a:pt x="298186" y="173919"/>
                </a:lnTo>
                <a:lnTo>
                  <a:pt x="298917" y="173004"/>
                </a:lnTo>
                <a:lnTo>
                  <a:pt x="299557" y="172090"/>
                </a:lnTo>
                <a:lnTo>
                  <a:pt x="300198" y="171084"/>
                </a:lnTo>
                <a:lnTo>
                  <a:pt x="300655" y="170078"/>
                </a:lnTo>
                <a:lnTo>
                  <a:pt x="301020" y="169073"/>
                </a:lnTo>
                <a:lnTo>
                  <a:pt x="301386" y="167975"/>
                </a:lnTo>
                <a:lnTo>
                  <a:pt x="301569" y="166878"/>
                </a:lnTo>
                <a:lnTo>
                  <a:pt x="301752" y="165689"/>
                </a:lnTo>
                <a:lnTo>
                  <a:pt x="301752" y="164592"/>
                </a:lnTo>
                <a:moveTo>
                  <a:pt x="27432" y="233172"/>
                </a:moveTo>
                <a:lnTo>
                  <a:pt x="27432" y="234269"/>
                </a:lnTo>
                <a:lnTo>
                  <a:pt x="27615" y="235367"/>
                </a:lnTo>
                <a:lnTo>
                  <a:pt x="27798" y="236464"/>
                </a:lnTo>
                <a:lnTo>
                  <a:pt x="28164" y="237561"/>
                </a:lnTo>
                <a:lnTo>
                  <a:pt x="28529" y="238567"/>
                </a:lnTo>
                <a:lnTo>
                  <a:pt x="28986" y="239573"/>
                </a:lnTo>
                <a:lnTo>
                  <a:pt x="29627" y="240579"/>
                </a:lnTo>
                <a:lnTo>
                  <a:pt x="30175" y="241493"/>
                </a:lnTo>
                <a:lnTo>
                  <a:pt x="30907" y="242316"/>
                </a:lnTo>
                <a:lnTo>
                  <a:pt x="31730" y="243139"/>
                </a:lnTo>
                <a:lnTo>
                  <a:pt x="32553" y="243870"/>
                </a:lnTo>
                <a:lnTo>
                  <a:pt x="33467" y="244511"/>
                </a:lnTo>
                <a:lnTo>
                  <a:pt x="34381" y="245151"/>
                </a:lnTo>
                <a:lnTo>
                  <a:pt x="35387" y="245699"/>
                </a:lnTo>
                <a:lnTo>
                  <a:pt x="153345" y="299283"/>
                </a:lnTo>
                <a:lnTo>
                  <a:pt x="154899" y="299923"/>
                </a:lnTo>
                <a:lnTo>
                  <a:pt x="156454" y="300472"/>
                </a:lnTo>
                <a:lnTo>
                  <a:pt x="158100" y="300929"/>
                </a:lnTo>
                <a:lnTo>
                  <a:pt x="159654" y="301295"/>
                </a:lnTo>
                <a:lnTo>
                  <a:pt x="161300" y="301569"/>
                </a:lnTo>
                <a:lnTo>
                  <a:pt x="163038" y="301661"/>
                </a:lnTo>
                <a:lnTo>
                  <a:pt x="164683" y="301752"/>
                </a:lnTo>
                <a:lnTo>
                  <a:pt x="166329" y="301661"/>
                </a:lnTo>
                <a:lnTo>
                  <a:pt x="167975" y="301569"/>
                </a:lnTo>
                <a:lnTo>
                  <a:pt x="169621" y="301295"/>
                </a:lnTo>
                <a:lnTo>
                  <a:pt x="171267" y="300929"/>
                </a:lnTo>
                <a:lnTo>
                  <a:pt x="172822" y="300472"/>
                </a:lnTo>
                <a:lnTo>
                  <a:pt x="174468" y="299923"/>
                </a:lnTo>
                <a:lnTo>
                  <a:pt x="175931" y="299283"/>
                </a:lnTo>
                <a:lnTo>
                  <a:pt x="293705" y="245791"/>
                </a:lnTo>
                <a:lnTo>
                  <a:pt x="294711" y="245242"/>
                </a:lnTo>
                <a:lnTo>
                  <a:pt x="295626" y="244693"/>
                </a:lnTo>
                <a:lnTo>
                  <a:pt x="296540" y="244053"/>
                </a:lnTo>
                <a:lnTo>
                  <a:pt x="297454" y="243322"/>
                </a:lnTo>
                <a:lnTo>
                  <a:pt x="298186" y="242499"/>
                </a:lnTo>
                <a:lnTo>
                  <a:pt x="298917" y="241584"/>
                </a:lnTo>
                <a:lnTo>
                  <a:pt x="299557" y="240670"/>
                </a:lnTo>
                <a:lnTo>
                  <a:pt x="300198" y="239664"/>
                </a:lnTo>
                <a:lnTo>
                  <a:pt x="300655" y="238658"/>
                </a:lnTo>
                <a:lnTo>
                  <a:pt x="301020" y="237653"/>
                </a:lnTo>
                <a:lnTo>
                  <a:pt x="301386" y="236555"/>
                </a:lnTo>
                <a:lnTo>
                  <a:pt x="301569" y="235458"/>
                </a:lnTo>
                <a:lnTo>
                  <a:pt x="301752" y="234269"/>
                </a:lnTo>
                <a:lnTo>
                  <a:pt x="301752" y="233172"/>
                </a:lnTo>
              </a:path>
            </a:pathLst>
          </a:custGeom>
          <a:noFill/>
          <a:ln w="27432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4838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まず安定版25件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849624"/>
            <a:ext cx="1600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engineeringとproductivityだけをLinkする構成が推奨。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70048" y="2313432"/>
            <a:ext cx="1874520" cy="2167128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70048" y="2313432"/>
            <a:ext cx="64008" cy="21671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52928" y="2478024"/>
            <a:ext cx="329184" cy="329184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52928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41648" y="247802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164592" y="260604"/>
                </a:moveTo>
                <a:lnTo>
                  <a:pt x="274320" y="260604"/>
                </a:lnTo>
                <a:moveTo>
                  <a:pt x="54864" y="233172"/>
                </a:moveTo>
                <a:lnTo>
                  <a:pt x="137160" y="150876"/>
                </a:lnTo>
                <a:lnTo>
                  <a:pt x="54864" y="68580"/>
                </a:lnTo>
              </a:path>
            </a:pathLst>
          </a:custGeom>
          <a:noFill/>
          <a:ln w="27432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2928" y="29169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初回設定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52928" y="3282696"/>
            <a:ext cx="1600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$setup-matt-pocock-skills を明示して実行する。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54296" y="1746504"/>
            <a:ext cx="1874520" cy="2734056"/>
          </a:xfrm>
          <a:prstGeom prst="roundRect">
            <a:avLst>
              <a:gd name="adj" fmla="val 2927"/>
            </a:avLst>
          </a:prstGeom>
          <a:solidFill>
            <a:srgbClr val="E8F0FE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4296" y="1746504"/>
            <a:ext cx="64008" cy="27340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37176" y="1911096"/>
            <a:ext cx="329184" cy="329184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37176" y="1911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25896" y="191109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132679" y="56693"/>
                </a:moveTo>
                <a:lnTo>
                  <a:pt x="133960" y="50109"/>
                </a:lnTo>
                <a:lnTo>
                  <a:pt x="136703" y="43891"/>
                </a:lnTo>
                <a:lnTo>
                  <a:pt x="140635" y="38405"/>
                </a:lnTo>
                <a:lnTo>
                  <a:pt x="145664" y="33924"/>
                </a:lnTo>
                <a:lnTo>
                  <a:pt x="151425" y="30450"/>
                </a:lnTo>
                <a:lnTo>
                  <a:pt x="157917" y="28346"/>
                </a:lnTo>
                <a:lnTo>
                  <a:pt x="164592" y="27706"/>
                </a:lnTo>
                <a:lnTo>
                  <a:pt x="171359" y="28346"/>
                </a:lnTo>
                <a:lnTo>
                  <a:pt x="177759" y="30450"/>
                </a:lnTo>
                <a:lnTo>
                  <a:pt x="183612" y="33924"/>
                </a:lnTo>
                <a:lnTo>
                  <a:pt x="188549" y="38405"/>
                </a:lnTo>
                <a:lnTo>
                  <a:pt x="192481" y="43891"/>
                </a:lnTo>
                <a:lnTo>
                  <a:pt x="195224" y="50109"/>
                </a:lnTo>
                <a:lnTo>
                  <a:pt x="196505" y="56693"/>
                </a:lnTo>
                <a:lnTo>
                  <a:pt x="197236" y="61082"/>
                </a:lnTo>
                <a:lnTo>
                  <a:pt x="198516" y="65288"/>
                </a:lnTo>
                <a:lnTo>
                  <a:pt x="200345" y="69312"/>
                </a:lnTo>
                <a:lnTo>
                  <a:pt x="202722" y="72969"/>
                </a:lnTo>
                <a:lnTo>
                  <a:pt x="205557" y="76352"/>
                </a:lnTo>
                <a:lnTo>
                  <a:pt x="208849" y="79278"/>
                </a:lnTo>
                <a:lnTo>
                  <a:pt x="212507" y="81747"/>
                </a:lnTo>
                <a:lnTo>
                  <a:pt x="216438" y="83668"/>
                </a:lnTo>
                <a:lnTo>
                  <a:pt x="220645" y="85039"/>
                </a:lnTo>
                <a:lnTo>
                  <a:pt x="224942" y="85771"/>
                </a:lnTo>
                <a:lnTo>
                  <a:pt x="229332" y="85954"/>
                </a:lnTo>
                <a:lnTo>
                  <a:pt x="233721" y="85588"/>
                </a:lnTo>
                <a:lnTo>
                  <a:pt x="237927" y="84582"/>
                </a:lnTo>
                <a:lnTo>
                  <a:pt x="242042" y="83028"/>
                </a:lnTo>
                <a:lnTo>
                  <a:pt x="248442" y="80833"/>
                </a:lnTo>
                <a:lnTo>
                  <a:pt x="255209" y="80101"/>
                </a:lnTo>
                <a:lnTo>
                  <a:pt x="261884" y="80833"/>
                </a:lnTo>
                <a:lnTo>
                  <a:pt x="268285" y="82845"/>
                </a:lnTo>
                <a:lnTo>
                  <a:pt x="274137" y="86228"/>
                </a:lnTo>
                <a:lnTo>
                  <a:pt x="279166" y="90708"/>
                </a:lnTo>
                <a:lnTo>
                  <a:pt x="283098" y="96195"/>
                </a:lnTo>
                <a:lnTo>
                  <a:pt x="285841" y="102321"/>
                </a:lnTo>
                <a:lnTo>
                  <a:pt x="287304" y="108905"/>
                </a:lnTo>
                <a:lnTo>
                  <a:pt x="287213" y="115672"/>
                </a:lnTo>
                <a:lnTo>
                  <a:pt x="285841" y="122255"/>
                </a:lnTo>
                <a:lnTo>
                  <a:pt x="283098" y="128382"/>
                </a:lnTo>
                <a:lnTo>
                  <a:pt x="279075" y="133868"/>
                </a:lnTo>
                <a:lnTo>
                  <a:pt x="274046" y="138349"/>
                </a:lnTo>
                <a:lnTo>
                  <a:pt x="270662" y="141092"/>
                </a:lnTo>
                <a:lnTo>
                  <a:pt x="267645" y="144292"/>
                </a:lnTo>
                <a:lnTo>
                  <a:pt x="265085" y="147858"/>
                </a:lnTo>
                <a:lnTo>
                  <a:pt x="263073" y="151790"/>
                </a:lnTo>
                <a:lnTo>
                  <a:pt x="261610" y="155905"/>
                </a:lnTo>
                <a:lnTo>
                  <a:pt x="260695" y="160203"/>
                </a:lnTo>
                <a:lnTo>
                  <a:pt x="260330" y="164592"/>
                </a:lnTo>
                <a:lnTo>
                  <a:pt x="260695" y="168981"/>
                </a:lnTo>
                <a:lnTo>
                  <a:pt x="261610" y="173279"/>
                </a:lnTo>
                <a:lnTo>
                  <a:pt x="263073" y="177394"/>
                </a:lnTo>
                <a:lnTo>
                  <a:pt x="265085" y="181326"/>
                </a:lnTo>
                <a:lnTo>
                  <a:pt x="267645" y="184892"/>
                </a:lnTo>
                <a:lnTo>
                  <a:pt x="270662" y="188092"/>
                </a:lnTo>
                <a:lnTo>
                  <a:pt x="274046" y="190835"/>
                </a:lnTo>
                <a:lnTo>
                  <a:pt x="279075" y="195316"/>
                </a:lnTo>
                <a:lnTo>
                  <a:pt x="283098" y="200802"/>
                </a:lnTo>
                <a:lnTo>
                  <a:pt x="285841" y="206929"/>
                </a:lnTo>
                <a:lnTo>
                  <a:pt x="287213" y="213512"/>
                </a:lnTo>
                <a:lnTo>
                  <a:pt x="287304" y="220279"/>
                </a:lnTo>
                <a:lnTo>
                  <a:pt x="285841" y="226863"/>
                </a:lnTo>
                <a:lnTo>
                  <a:pt x="283098" y="232989"/>
                </a:lnTo>
                <a:lnTo>
                  <a:pt x="279166" y="238476"/>
                </a:lnTo>
                <a:lnTo>
                  <a:pt x="274137" y="242956"/>
                </a:lnTo>
                <a:lnTo>
                  <a:pt x="268285" y="246339"/>
                </a:lnTo>
                <a:lnTo>
                  <a:pt x="261884" y="248351"/>
                </a:lnTo>
                <a:lnTo>
                  <a:pt x="255209" y="249083"/>
                </a:lnTo>
                <a:lnTo>
                  <a:pt x="248442" y="248260"/>
                </a:lnTo>
                <a:lnTo>
                  <a:pt x="242042" y="246156"/>
                </a:lnTo>
                <a:lnTo>
                  <a:pt x="237927" y="244602"/>
                </a:lnTo>
                <a:lnTo>
                  <a:pt x="233721" y="243596"/>
                </a:lnTo>
                <a:lnTo>
                  <a:pt x="229332" y="243139"/>
                </a:lnTo>
                <a:lnTo>
                  <a:pt x="224942" y="243413"/>
                </a:lnTo>
                <a:lnTo>
                  <a:pt x="220645" y="244145"/>
                </a:lnTo>
                <a:lnTo>
                  <a:pt x="216438" y="245516"/>
                </a:lnTo>
                <a:lnTo>
                  <a:pt x="212507" y="247437"/>
                </a:lnTo>
                <a:lnTo>
                  <a:pt x="208849" y="249906"/>
                </a:lnTo>
                <a:lnTo>
                  <a:pt x="205557" y="252832"/>
                </a:lnTo>
                <a:lnTo>
                  <a:pt x="202722" y="256215"/>
                </a:lnTo>
                <a:lnTo>
                  <a:pt x="200345" y="259872"/>
                </a:lnTo>
                <a:lnTo>
                  <a:pt x="198516" y="263896"/>
                </a:lnTo>
                <a:lnTo>
                  <a:pt x="197236" y="268102"/>
                </a:lnTo>
                <a:lnTo>
                  <a:pt x="196596" y="272400"/>
                </a:lnTo>
                <a:lnTo>
                  <a:pt x="195224" y="279075"/>
                </a:lnTo>
                <a:lnTo>
                  <a:pt x="192481" y="285293"/>
                </a:lnTo>
                <a:lnTo>
                  <a:pt x="188549" y="290779"/>
                </a:lnTo>
                <a:lnTo>
                  <a:pt x="183612" y="295260"/>
                </a:lnTo>
                <a:lnTo>
                  <a:pt x="177759" y="298643"/>
                </a:lnTo>
                <a:lnTo>
                  <a:pt x="171359" y="300746"/>
                </a:lnTo>
                <a:lnTo>
                  <a:pt x="164592" y="301478"/>
                </a:lnTo>
                <a:lnTo>
                  <a:pt x="157917" y="300746"/>
                </a:lnTo>
                <a:lnTo>
                  <a:pt x="151425" y="298643"/>
                </a:lnTo>
                <a:lnTo>
                  <a:pt x="145664" y="295260"/>
                </a:lnTo>
                <a:lnTo>
                  <a:pt x="140635" y="290779"/>
                </a:lnTo>
                <a:lnTo>
                  <a:pt x="136703" y="285293"/>
                </a:lnTo>
                <a:lnTo>
                  <a:pt x="133960" y="279075"/>
                </a:lnTo>
                <a:lnTo>
                  <a:pt x="132679" y="272400"/>
                </a:lnTo>
                <a:lnTo>
                  <a:pt x="131948" y="268102"/>
                </a:lnTo>
                <a:lnTo>
                  <a:pt x="130668" y="263896"/>
                </a:lnTo>
                <a:lnTo>
                  <a:pt x="128839" y="259872"/>
                </a:lnTo>
                <a:lnTo>
                  <a:pt x="126462" y="256215"/>
                </a:lnTo>
                <a:lnTo>
                  <a:pt x="123627" y="252832"/>
                </a:lnTo>
                <a:lnTo>
                  <a:pt x="120335" y="249906"/>
                </a:lnTo>
                <a:lnTo>
                  <a:pt x="116677" y="247437"/>
                </a:lnTo>
                <a:lnTo>
                  <a:pt x="112746" y="245516"/>
                </a:lnTo>
                <a:lnTo>
                  <a:pt x="108631" y="244145"/>
                </a:lnTo>
                <a:lnTo>
                  <a:pt x="104242" y="243413"/>
                </a:lnTo>
                <a:lnTo>
                  <a:pt x="99852" y="243139"/>
                </a:lnTo>
                <a:lnTo>
                  <a:pt x="95463" y="243596"/>
                </a:lnTo>
                <a:lnTo>
                  <a:pt x="91257" y="244602"/>
                </a:lnTo>
                <a:lnTo>
                  <a:pt x="87142" y="246156"/>
                </a:lnTo>
                <a:lnTo>
                  <a:pt x="80742" y="248260"/>
                </a:lnTo>
                <a:lnTo>
                  <a:pt x="73975" y="249083"/>
                </a:lnTo>
                <a:lnTo>
                  <a:pt x="67300" y="248351"/>
                </a:lnTo>
                <a:lnTo>
                  <a:pt x="60899" y="246339"/>
                </a:lnTo>
                <a:lnTo>
                  <a:pt x="55047" y="242956"/>
                </a:lnTo>
                <a:lnTo>
                  <a:pt x="50018" y="238476"/>
                </a:lnTo>
                <a:lnTo>
                  <a:pt x="46086" y="232989"/>
                </a:lnTo>
                <a:lnTo>
                  <a:pt x="43343" y="226863"/>
                </a:lnTo>
                <a:lnTo>
                  <a:pt x="41880" y="220279"/>
                </a:lnTo>
                <a:lnTo>
                  <a:pt x="41971" y="213512"/>
                </a:lnTo>
                <a:lnTo>
                  <a:pt x="43343" y="206929"/>
                </a:lnTo>
                <a:lnTo>
                  <a:pt x="46086" y="200802"/>
                </a:lnTo>
                <a:lnTo>
                  <a:pt x="50109" y="195316"/>
                </a:lnTo>
                <a:lnTo>
                  <a:pt x="55138" y="190835"/>
                </a:lnTo>
                <a:lnTo>
                  <a:pt x="58522" y="188092"/>
                </a:lnTo>
                <a:lnTo>
                  <a:pt x="61539" y="184892"/>
                </a:lnTo>
                <a:lnTo>
                  <a:pt x="64099" y="181326"/>
                </a:lnTo>
                <a:lnTo>
                  <a:pt x="66111" y="177394"/>
                </a:lnTo>
                <a:lnTo>
                  <a:pt x="67574" y="173279"/>
                </a:lnTo>
                <a:lnTo>
                  <a:pt x="68489" y="168981"/>
                </a:lnTo>
                <a:lnTo>
                  <a:pt x="68854" y="164592"/>
                </a:lnTo>
                <a:lnTo>
                  <a:pt x="68489" y="160203"/>
                </a:lnTo>
                <a:lnTo>
                  <a:pt x="67574" y="155905"/>
                </a:lnTo>
                <a:lnTo>
                  <a:pt x="66111" y="151790"/>
                </a:lnTo>
                <a:lnTo>
                  <a:pt x="64099" y="147858"/>
                </a:lnTo>
                <a:lnTo>
                  <a:pt x="61539" y="144292"/>
                </a:lnTo>
                <a:lnTo>
                  <a:pt x="58522" y="141092"/>
                </a:lnTo>
                <a:lnTo>
                  <a:pt x="55138" y="138349"/>
                </a:lnTo>
                <a:lnTo>
                  <a:pt x="50109" y="133868"/>
                </a:lnTo>
                <a:lnTo>
                  <a:pt x="46177" y="128382"/>
                </a:lnTo>
                <a:lnTo>
                  <a:pt x="43343" y="122255"/>
                </a:lnTo>
                <a:lnTo>
                  <a:pt x="41971" y="115672"/>
                </a:lnTo>
                <a:lnTo>
                  <a:pt x="41971" y="108905"/>
                </a:lnTo>
                <a:lnTo>
                  <a:pt x="43343" y="102321"/>
                </a:lnTo>
                <a:lnTo>
                  <a:pt x="46086" y="96195"/>
                </a:lnTo>
                <a:lnTo>
                  <a:pt x="50018" y="90708"/>
                </a:lnTo>
                <a:lnTo>
                  <a:pt x="55047" y="86228"/>
                </a:lnTo>
                <a:lnTo>
                  <a:pt x="60899" y="82845"/>
                </a:lnTo>
                <a:lnTo>
                  <a:pt x="67300" y="80833"/>
                </a:lnTo>
                <a:lnTo>
                  <a:pt x="73975" y="80101"/>
                </a:lnTo>
                <a:lnTo>
                  <a:pt x="80742" y="80833"/>
                </a:lnTo>
                <a:lnTo>
                  <a:pt x="87051" y="83028"/>
                </a:lnTo>
                <a:lnTo>
                  <a:pt x="91166" y="84582"/>
                </a:lnTo>
                <a:lnTo>
                  <a:pt x="95463" y="85588"/>
                </a:lnTo>
                <a:lnTo>
                  <a:pt x="99852" y="85954"/>
                </a:lnTo>
                <a:lnTo>
                  <a:pt x="104242" y="85771"/>
                </a:lnTo>
                <a:lnTo>
                  <a:pt x="108539" y="85039"/>
                </a:lnTo>
                <a:lnTo>
                  <a:pt x="112746" y="83668"/>
                </a:lnTo>
                <a:lnTo>
                  <a:pt x="116677" y="81747"/>
                </a:lnTo>
                <a:lnTo>
                  <a:pt x="120335" y="79278"/>
                </a:lnTo>
                <a:lnTo>
                  <a:pt x="123627" y="76352"/>
                </a:lnTo>
                <a:lnTo>
                  <a:pt x="126462" y="72969"/>
                </a:lnTo>
                <a:lnTo>
                  <a:pt x="128839" y="69312"/>
                </a:lnTo>
                <a:lnTo>
                  <a:pt x="130668" y="65288"/>
                </a:lnTo>
                <a:lnTo>
                  <a:pt x="131948" y="61082"/>
                </a:lnTo>
                <a:lnTo>
                  <a:pt x="132588" y="56693"/>
                </a:lnTo>
                <a:moveTo>
                  <a:pt x="205740" y="164592"/>
                </a:moveTo>
                <a:lnTo>
                  <a:pt x="204734" y="173736"/>
                </a:lnTo>
                <a:lnTo>
                  <a:pt x="201625" y="182423"/>
                </a:lnTo>
                <a:lnTo>
                  <a:pt x="196779" y="190287"/>
                </a:lnTo>
                <a:lnTo>
                  <a:pt x="190287" y="196779"/>
                </a:lnTo>
                <a:lnTo>
                  <a:pt x="182423" y="201625"/>
                </a:lnTo>
                <a:lnTo>
                  <a:pt x="173736" y="204734"/>
                </a:lnTo>
                <a:lnTo>
                  <a:pt x="164592" y="205740"/>
                </a:lnTo>
                <a:lnTo>
                  <a:pt x="155448" y="204734"/>
                </a:lnTo>
                <a:lnTo>
                  <a:pt x="146761" y="201625"/>
                </a:lnTo>
                <a:lnTo>
                  <a:pt x="138897" y="196779"/>
                </a:lnTo>
                <a:lnTo>
                  <a:pt x="132405" y="190287"/>
                </a:lnTo>
                <a:lnTo>
                  <a:pt x="127559" y="182423"/>
                </a:lnTo>
                <a:lnTo>
                  <a:pt x="124450" y="173736"/>
                </a:lnTo>
                <a:lnTo>
                  <a:pt x="123444" y="164592"/>
                </a:lnTo>
                <a:lnTo>
                  <a:pt x="124450" y="155448"/>
                </a:lnTo>
                <a:lnTo>
                  <a:pt x="127559" y="146761"/>
                </a:lnTo>
                <a:lnTo>
                  <a:pt x="132405" y="138897"/>
                </a:lnTo>
                <a:lnTo>
                  <a:pt x="138897" y="132405"/>
                </a:lnTo>
                <a:lnTo>
                  <a:pt x="146761" y="127559"/>
                </a:lnTo>
                <a:lnTo>
                  <a:pt x="155448" y="124450"/>
                </a:lnTo>
                <a:lnTo>
                  <a:pt x="164592" y="123444"/>
                </a:lnTo>
                <a:lnTo>
                  <a:pt x="173736" y="124450"/>
                </a:lnTo>
                <a:lnTo>
                  <a:pt x="182423" y="127559"/>
                </a:lnTo>
                <a:lnTo>
                  <a:pt x="190287" y="132405"/>
                </a:lnTo>
                <a:lnTo>
                  <a:pt x="196779" y="138897"/>
                </a:lnTo>
                <a:lnTo>
                  <a:pt x="201625" y="146761"/>
                </a:lnTo>
                <a:lnTo>
                  <a:pt x="204734" y="155448"/>
                </a:lnTo>
                <a:lnTo>
                  <a:pt x="205740" y="164592"/>
                </a:lnTo>
                <a:close/>
              </a:path>
            </a:pathLst>
          </a:custGeom>
          <a:noFill/>
          <a:ln w="27432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7176" y="235000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設定内容を決める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37176" y="2715768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Issue管理先、Label、CONTEXT.md、ADR配置を確認する。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729984" y="1325880"/>
            <a:ext cx="1956816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9984" y="1325880"/>
            <a:ext cx="64008" cy="1600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12864" y="143560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注意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12864" y="1655064"/>
            <a:ext cx="1682496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重複を避ける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12864" y="1949450"/>
            <a:ext cx="1682496" cy="903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統合Skillと同名の場合は、名前だけでなくPathも確認する。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11312" y="141732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281452" y="233172"/>
                </a:moveTo>
                <a:lnTo>
                  <a:pt x="177851" y="51846"/>
                </a:lnTo>
                <a:lnTo>
                  <a:pt x="175656" y="48555"/>
                </a:lnTo>
                <a:lnTo>
                  <a:pt x="173004" y="45720"/>
                </a:lnTo>
                <a:lnTo>
                  <a:pt x="169987" y="43251"/>
                </a:lnTo>
                <a:lnTo>
                  <a:pt x="166604" y="41331"/>
                </a:lnTo>
                <a:lnTo>
                  <a:pt x="163038" y="39868"/>
                </a:lnTo>
                <a:lnTo>
                  <a:pt x="159197" y="38953"/>
                </a:lnTo>
                <a:lnTo>
                  <a:pt x="155357" y="38679"/>
                </a:lnTo>
                <a:lnTo>
                  <a:pt x="151425" y="38953"/>
                </a:lnTo>
                <a:lnTo>
                  <a:pt x="147584" y="39868"/>
                </a:lnTo>
                <a:lnTo>
                  <a:pt x="144018" y="41331"/>
                </a:lnTo>
                <a:lnTo>
                  <a:pt x="140635" y="43251"/>
                </a:lnTo>
                <a:lnTo>
                  <a:pt x="137617" y="45720"/>
                </a:lnTo>
                <a:lnTo>
                  <a:pt x="134965" y="48555"/>
                </a:lnTo>
                <a:lnTo>
                  <a:pt x="132771" y="51846"/>
                </a:lnTo>
                <a:lnTo>
                  <a:pt x="29169" y="233172"/>
                </a:lnTo>
                <a:lnTo>
                  <a:pt x="27432" y="236647"/>
                </a:lnTo>
                <a:lnTo>
                  <a:pt x="26335" y="240396"/>
                </a:lnTo>
                <a:lnTo>
                  <a:pt x="25786" y="244236"/>
                </a:lnTo>
                <a:lnTo>
                  <a:pt x="25786" y="248168"/>
                </a:lnTo>
                <a:lnTo>
                  <a:pt x="26335" y="252009"/>
                </a:lnTo>
                <a:lnTo>
                  <a:pt x="27523" y="255666"/>
                </a:lnTo>
                <a:lnTo>
                  <a:pt x="29169" y="259141"/>
                </a:lnTo>
                <a:lnTo>
                  <a:pt x="31455" y="262341"/>
                </a:lnTo>
                <a:lnTo>
                  <a:pt x="34107" y="265176"/>
                </a:lnTo>
                <a:lnTo>
                  <a:pt x="37125" y="267645"/>
                </a:lnTo>
                <a:lnTo>
                  <a:pt x="40508" y="269565"/>
                </a:lnTo>
                <a:lnTo>
                  <a:pt x="44166" y="270937"/>
                </a:lnTo>
                <a:lnTo>
                  <a:pt x="47915" y="271760"/>
                </a:lnTo>
                <a:lnTo>
                  <a:pt x="51846" y="272034"/>
                </a:lnTo>
                <a:lnTo>
                  <a:pt x="259050" y="272034"/>
                </a:lnTo>
                <a:lnTo>
                  <a:pt x="262981" y="271760"/>
                </a:lnTo>
                <a:lnTo>
                  <a:pt x="266730" y="270845"/>
                </a:lnTo>
                <a:lnTo>
                  <a:pt x="270297" y="269474"/>
                </a:lnTo>
                <a:lnTo>
                  <a:pt x="273680" y="267553"/>
                </a:lnTo>
                <a:lnTo>
                  <a:pt x="276697" y="265085"/>
                </a:lnTo>
                <a:lnTo>
                  <a:pt x="279349" y="262250"/>
                </a:lnTo>
                <a:lnTo>
                  <a:pt x="281452" y="259050"/>
                </a:lnTo>
                <a:lnTo>
                  <a:pt x="283190" y="255575"/>
                </a:lnTo>
                <a:lnTo>
                  <a:pt x="284287" y="251917"/>
                </a:lnTo>
                <a:lnTo>
                  <a:pt x="284927" y="248077"/>
                </a:lnTo>
                <a:lnTo>
                  <a:pt x="284927" y="244145"/>
                </a:lnTo>
                <a:lnTo>
                  <a:pt x="284287" y="240396"/>
                </a:lnTo>
                <a:lnTo>
                  <a:pt x="283190" y="236647"/>
                </a:lnTo>
                <a:lnTo>
                  <a:pt x="281452" y="233172"/>
                </a:lnTo>
                <a:moveTo>
                  <a:pt x="155448" y="116586"/>
                </a:moveTo>
                <a:lnTo>
                  <a:pt x="155448" y="168432"/>
                </a:lnTo>
                <a:moveTo>
                  <a:pt x="155448" y="220188"/>
                </a:moveTo>
                <a:lnTo>
                  <a:pt x="155539" y="220188"/>
                </a:lnTo>
              </a:path>
            </a:pathLst>
          </a:custGeom>
          <a:noFill/>
          <a:ln w="25908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環境準備の完了条件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次の6項目を確認できれば最初の依頼へ進める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対象ProjectをCodexまたはClaude Codeで開ける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AGENTS.mdと担当領域READMEを読める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利用するSkillが一覧またはPathで確認できる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既存Projectではbootstrap方針を確認した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PPTX作成時はNode・npm・LibreOfficeを確認した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秘密情報や外部操作の権限境界を確認した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成功の目安：Skillを選べる／Project規則を読める／必要な検証Commandが動く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最初の依頼をする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依頼文、選ばれる工程、生成物、利用者の確認点を具体例で理解する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最初に選ぶ環境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このProjectには2つの作業環境がある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040380" y="1243584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0380" y="12435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依頼したい成果物は？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627632"/>
            <a:ext cx="0" cy="128016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686300" y="1755648"/>
            <a:ext cx="-2103120" cy="0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583180" y="1755648"/>
            <a:ext cx="0" cy="237744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708660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System変更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01168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011680"/>
            <a:ext cx="64008" cy="2057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121408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2340864"/>
            <a:ext cx="35204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931920" y="21579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70" y="274320"/>
                </a:moveTo>
                <a:lnTo>
                  <a:pt x="335310" y="182880"/>
                </a:lnTo>
                <a:lnTo>
                  <a:pt x="243870" y="91440"/>
                </a:lnTo>
                <a:moveTo>
                  <a:pt x="121890" y="91440"/>
                </a:moveTo>
                <a:lnTo>
                  <a:pt x="30450" y="182880"/>
                </a:lnTo>
                <a:lnTo>
                  <a:pt x="121890" y="274320"/>
                </a:lnTo>
              </a:path>
            </a:pathLst>
          </a:custGeom>
          <a:noFill/>
          <a:ln w="3048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7614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45920" y="2761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アプリ・Web・業務System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68680" y="30175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扱うこと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4592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要求、仕様、設計、実装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32735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645920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Test、Build、Code review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35295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45920" y="3529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development/README.md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8680" y="378561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45920" y="3785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新機能追加、不具合調査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86300" y="1627632"/>
            <a:ext cx="0" cy="128016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686300" y="1755648"/>
            <a:ext cx="2103120" cy="0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789420" y="1755648"/>
            <a:ext cx="0" cy="237744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862572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92040" y="201168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2011680"/>
            <a:ext cx="64008" cy="20574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4920" y="2121408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74920" y="2340864"/>
            <a:ext cx="352044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8138160" y="21579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50" y="45720"/>
                </a:moveTo>
                <a:lnTo>
                  <a:pt x="335310" y="45720"/>
                </a:lnTo>
                <a:moveTo>
                  <a:pt x="320040" y="45720"/>
                </a:moveTo>
                <a:lnTo>
                  <a:pt x="320040" y="213330"/>
                </a:lnTo>
                <a:lnTo>
                  <a:pt x="319857" y="216804"/>
                </a:lnTo>
                <a:lnTo>
                  <a:pt x="319308" y="220188"/>
                </a:lnTo>
                <a:lnTo>
                  <a:pt x="318303" y="223388"/>
                </a:lnTo>
                <a:lnTo>
                  <a:pt x="317022" y="226588"/>
                </a:lnTo>
                <a:lnTo>
                  <a:pt x="315377" y="229606"/>
                </a:lnTo>
                <a:lnTo>
                  <a:pt x="313365" y="232349"/>
                </a:lnTo>
                <a:lnTo>
                  <a:pt x="311079" y="234909"/>
                </a:lnTo>
                <a:lnTo>
                  <a:pt x="308519" y="237195"/>
                </a:lnTo>
                <a:lnTo>
                  <a:pt x="305775" y="239207"/>
                </a:lnTo>
                <a:lnTo>
                  <a:pt x="302758" y="240853"/>
                </a:lnTo>
                <a:lnTo>
                  <a:pt x="299649" y="242133"/>
                </a:lnTo>
                <a:lnTo>
                  <a:pt x="296357" y="243048"/>
                </a:lnTo>
                <a:lnTo>
                  <a:pt x="292974" y="243688"/>
                </a:lnTo>
                <a:lnTo>
                  <a:pt x="289590" y="243870"/>
                </a:lnTo>
                <a:lnTo>
                  <a:pt x="76170" y="243870"/>
                </a:lnTo>
                <a:lnTo>
                  <a:pt x="72786" y="243688"/>
                </a:lnTo>
                <a:lnTo>
                  <a:pt x="69403" y="243048"/>
                </a:lnTo>
                <a:lnTo>
                  <a:pt x="66111" y="242133"/>
                </a:lnTo>
                <a:lnTo>
                  <a:pt x="63002" y="240853"/>
                </a:lnTo>
                <a:lnTo>
                  <a:pt x="59985" y="239207"/>
                </a:lnTo>
                <a:lnTo>
                  <a:pt x="57241" y="237195"/>
                </a:lnTo>
                <a:lnTo>
                  <a:pt x="54681" y="234909"/>
                </a:lnTo>
                <a:lnTo>
                  <a:pt x="52395" y="232349"/>
                </a:lnTo>
                <a:lnTo>
                  <a:pt x="50383" y="229606"/>
                </a:lnTo>
                <a:lnTo>
                  <a:pt x="48738" y="226588"/>
                </a:lnTo>
                <a:lnTo>
                  <a:pt x="47457" y="223388"/>
                </a:lnTo>
                <a:lnTo>
                  <a:pt x="46452" y="220188"/>
                </a:lnTo>
                <a:lnTo>
                  <a:pt x="45903" y="216804"/>
                </a:lnTo>
                <a:lnTo>
                  <a:pt x="45720" y="213330"/>
                </a:lnTo>
                <a:lnTo>
                  <a:pt x="45720" y="45720"/>
                </a:lnTo>
                <a:moveTo>
                  <a:pt x="106710" y="320040"/>
                </a:moveTo>
                <a:lnTo>
                  <a:pt x="182880" y="243870"/>
                </a:lnTo>
                <a:lnTo>
                  <a:pt x="259050" y="320040"/>
                </a:lnTo>
              </a:path>
            </a:pathLst>
          </a:custGeom>
          <a:noFill/>
          <a:ln w="3048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7614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52160" y="2761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74920" y="30175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扱うこと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85216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Brief、構成、Template、生成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74920" y="32735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852160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PPTX構造、全ページ目視QA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74920" y="35295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3529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presentation/README.md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074920" y="378561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852160" y="3785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説明資料、提案書、報告資料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依頼する前に、成果物がSystem変更かPowerPoint資料かで環境を選ぶ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依頼文の型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4要素を伝えると作業範囲が安定する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3931920" cy="2779776"/>
          </a:xfrm>
          <a:prstGeom prst="roundRect">
            <a:avLst>
              <a:gd name="adj" fmla="val 197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" y="1353312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01168" h="201168">
                <a:moveTo>
                  <a:pt x="184434" y="142464"/>
                </a:moveTo>
                <a:lnTo>
                  <a:pt x="184343" y="144384"/>
                </a:lnTo>
                <a:lnTo>
                  <a:pt x="183977" y="146213"/>
                </a:lnTo>
                <a:lnTo>
                  <a:pt x="183429" y="148041"/>
                </a:lnTo>
                <a:lnTo>
                  <a:pt x="182789" y="149779"/>
                </a:lnTo>
                <a:lnTo>
                  <a:pt x="181874" y="151425"/>
                </a:lnTo>
                <a:lnTo>
                  <a:pt x="180777" y="152979"/>
                </a:lnTo>
                <a:lnTo>
                  <a:pt x="179497" y="154351"/>
                </a:lnTo>
                <a:lnTo>
                  <a:pt x="178125" y="155631"/>
                </a:lnTo>
                <a:lnTo>
                  <a:pt x="176571" y="156728"/>
                </a:lnTo>
                <a:lnTo>
                  <a:pt x="174925" y="157643"/>
                </a:lnTo>
                <a:lnTo>
                  <a:pt x="173187" y="158283"/>
                </a:lnTo>
                <a:lnTo>
                  <a:pt x="171359" y="158831"/>
                </a:lnTo>
                <a:lnTo>
                  <a:pt x="169530" y="159197"/>
                </a:lnTo>
                <a:lnTo>
                  <a:pt x="167610" y="159288"/>
                </a:lnTo>
                <a:lnTo>
                  <a:pt x="57241" y="159288"/>
                </a:lnTo>
                <a:lnTo>
                  <a:pt x="56327" y="159288"/>
                </a:lnTo>
                <a:lnTo>
                  <a:pt x="55321" y="159380"/>
                </a:lnTo>
                <a:lnTo>
                  <a:pt x="54407" y="159471"/>
                </a:lnTo>
                <a:lnTo>
                  <a:pt x="53492" y="159654"/>
                </a:lnTo>
                <a:lnTo>
                  <a:pt x="52578" y="159929"/>
                </a:lnTo>
                <a:lnTo>
                  <a:pt x="51664" y="160203"/>
                </a:lnTo>
                <a:lnTo>
                  <a:pt x="50841" y="160569"/>
                </a:lnTo>
                <a:lnTo>
                  <a:pt x="49926" y="160934"/>
                </a:lnTo>
                <a:lnTo>
                  <a:pt x="49103" y="161392"/>
                </a:lnTo>
                <a:lnTo>
                  <a:pt x="48280" y="161849"/>
                </a:lnTo>
                <a:lnTo>
                  <a:pt x="47549" y="162306"/>
                </a:lnTo>
                <a:lnTo>
                  <a:pt x="46817" y="162946"/>
                </a:lnTo>
                <a:lnTo>
                  <a:pt x="46086" y="163495"/>
                </a:lnTo>
                <a:lnTo>
                  <a:pt x="45354" y="164135"/>
                </a:lnTo>
                <a:lnTo>
                  <a:pt x="26883" y="182606"/>
                </a:lnTo>
                <a:lnTo>
                  <a:pt x="26152" y="183246"/>
                </a:lnTo>
                <a:lnTo>
                  <a:pt x="25329" y="183794"/>
                </a:lnTo>
                <a:lnTo>
                  <a:pt x="24323" y="184160"/>
                </a:lnTo>
                <a:lnTo>
                  <a:pt x="23409" y="184343"/>
                </a:lnTo>
                <a:lnTo>
                  <a:pt x="22403" y="184343"/>
                </a:lnTo>
                <a:lnTo>
                  <a:pt x="21397" y="184252"/>
                </a:lnTo>
                <a:lnTo>
                  <a:pt x="20483" y="183886"/>
                </a:lnTo>
                <a:lnTo>
                  <a:pt x="19568" y="183429"/>
                </a:lnTo>
                <a:lnTo>
                  <a:pt x="18745" y="182880"/>
                </a:lnTo>
                <a:lnTo>
                  <a:pt x="18105" y="182148"/>
                </a:lnTo>
                <a:lnTo>
                  <a:pt x="17465" y="181326"/>
                </a:lnTo>
                <a:lnTo>
                  <a:pt x="17099" y="180411"/>
                </a:lnTo>
                <a:lnTo>
                  <a:pt x="16825" y="179405"/>
                </a:lnTo>
                <a:lnTo>
                  <a:pt x="16734" y="178399"/>
                </a:lnTo>
                <a:lnTo>
                  <a:pt x="16734" y="41880"/>
                </a:lnTo>
                <a:lnTo>
                  <a:pt x="16825" y="40051"/>
                </a:lnTo>
                <a:lnTo>
                  <a:pt x="17191" y="38222"/>
                </a:lnTo>
                <a:lnTo>
                  <a:pt x="17739" y="36393"/>
                </a:lnTo>
                <a:lnTo>
                  <a:pt x="18379" y="34656"/>
                </a:lnTo>
                <a:lnTo>
                  <a:pt x="19294" y="33010"/>
                </a:lnTo>
                <a:lnTo>
                  <a:pt x="20391" y="31455"/>
                </a:lnTo>
                <a:lnTo>
                  <a:pt x="21671" y="30084"/>
                </a:lnTo>
                <a:lnTo>
                  <a:pt x="23043" y="28804"/>
                </a:lnTo>
                <a:lnTo>
                  <a:pt x="24597" y="27706"/>
                </a:lnTo>
                <a:lnTo>
                  <a:pt x="26243" y="26792"/>
                </a:lnTo>
                <a:lnTo>
                  <a:pt x="27981" y="26060"/>
                </a:lnTo>
                <a:lnTo>
                  <a:pt x="29809" y="25603"/>
                </a:lnTo>
                <a:lnTo>
                  <a:pt x="31638" y="25237"/>
                </a:lnTo>
                <a:lnTo>
                  <a:pt x="33558" y="25146"/>
                </a:lnTo>
                <a:lnTo>
                  <a:pt x="167610" y="25146"/>
                </a:lnTo>
                <a:lnTo>
                  <a:pt x="169530" y="25237"/>
                </a:lnTo>
                <a:lnTo>
                  <a:pt x="171359" y="25603"/>
                </a:lnTo>
                <a:lnTo>
                  <a:pt x="173187" y="26060"/>
                </a:lnTo>
                <a:lnTo>
                  <a:pt x="174925" y="26792"/>
                </a:lnTo>
                <a:lnTo>
                  <a:pt x="176571" y="27706"/>
                </a:lnTo>
                <a:lnTo>
                  <a:pt x="178125" y="28804"/>
                </a:lnTo>
                <a:lnTo>
                  <a:pt x="179497" y="30084"/>
                </a:lnTo>
                <a:lnTo>
                  <a:pt x="180777" y="31455"/>
                </a:lnTo>
                <a:lnTo>
                  <a:pt x="181874" y="33010"/>
                </a:lnTo>
                <a:lnTo>
                  <a:pt x="182789" y="34656"/>
                </a:lnTo>
                <a:lnTo>
                  <a:pt x="183429" y="36393"/>
                </a:lnTo>
                <a:lnTo>
                  <a:pt x="183977" y="38222"/>
                </a:lnTo>
                <a:lnTo>
                  <a:pt x="184343" y="40051"/>
                </a:lnTo>
                <a:lnTo>
                  <a:pt x="184434" y="41880"/>
                </a:lnTo>
                <a:lnTo>
                  <a:pt x="184434" y="142464"/>
                </a:lnTo>
                <a:close/>
                <a:moveTo>
                  <a:pt x="58704" y="92172"/>
                </a:moveTo>
                <a:lnTo>
                  <a:pt x="142464" y="92172"/>
                </a:lnTo>
                <a:moveTo>
                  <a:pt x="58704" y="125730"/>
                </a:moveTo>
                <a:lnTo>
                  <a:pt x="108996" y="125730"/>
                </a:lnTo>
                <a:moveTo>
                  <a:pt x="58704" y="58704"/>
                </a:moveTo>
                <a:lnTo>
                  <a:pt x="125730" y="58704"/>
                </a:lnTo>
              </a:path>
            </a:pathLst>
          </a:custGeom>
          <a:noFill/>
          <a:ln w="16764">
            <a:solidFill>
              <a:srgbClr val="5B64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33502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依頼文の例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13816" y="1591056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" y="1591056"/>
            <a:ext cx="54864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59105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ユーザーが通知時刻を変更できる機能を追加してください。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72584" y="1865376"/>
            <a:ext cx="347472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dash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74920" y="1709928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1709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15910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誰の、どんな問題を解決したいか。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" y="2212848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" y="2212848"/>
            <a:ext cx="54864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221284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既存仕様と実装を確認し、要求と仕様を整理してください。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72584" y="2487168"/>
            <a:ext cx="34747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074920" y="2331720"/>
            <a:ext cx="310896" cy="310896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22128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Project、機能、資料、既存Fileなど作業範囲。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3816" y="2834640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" y="2834640"/>
            <a:ext cx="54864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" y="28346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Testを先に作り、READMEも同期してください。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72584" y="3108960"/>
            <a:ext cx="347472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dash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074920" y="2953512"/>
            <a:ext cx="310896" cy="31089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完了条件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何ができれば完了か、必要なTestや表示確認。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" y="3456432"/>
            <a:ext cx="3675888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" y="3456432"/>
            <a:ext cx="54864" cy="54864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" y="345643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commit・pushはしないでください。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72584" y="3730752"/>
            <a:ext cx="347472" cy="0"/>
          </a:xfrm>
          <a:prstGeom prst="line">
            <a:avLst/>
          </a:prstGeom>
          <a:noFill/>
          <a:ln w="22225">
            <a:solidFill>
              <a:srgbClr val="12182B"/>
            </a:solidFill>
            <a:prstDash val="dash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074920" y="3575304"/>
            <a:ext cx="310896" cy="310896"/>
          </a:xfrm>
          <a:prstGeom prst="ellipse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0" y="34564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権限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変更のみか、commit・PR・公開まで許可するか。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485900" y="4224528"/>
            <a:ext cx="640080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77340" y="42245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例文は次の「Development 例1」と同じ依頼を4要素に分けたもの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Developmentへ依頼する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システム開発の新機能追加と不具合調査を具体例で確認する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例1：新機能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要望だけでなく、完了条件と権限を一緒に伝える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2743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09344"/>
            <a:ext cx="324612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77390"/>
            <a:ext cx="3246120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ユーザーが通知時刻を変更できる機能を追加してください。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既存仕様と実装を確認し、要求と仕様を整理してください。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Testを先に作り、READMEも同期してください。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commit・pushはしないでください。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40817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301752" y="233172"/>
                </a:moveTo>
                <a:lnTo>
                  <a:pt x="301569" y="236281"/>
                </a:lnTo>
                <a:lnTo>
                  <a:pt x="301020" y="239298"/>
                </a:lnTo>
                <a:lnTo>
                  <a:pt x="300198" y="242225"/>
                </a:lnTo>
                <a:lnTo>
                  <a:pt x="299009" y="245059"/>
                </a:lnTo>
                <a:lnTo>
                  <a:pt x="297546" y="247802"/>
                </a:lnTo>
                <a:lnTo>
                  <a:pt x="295808" y="250271"/>
                </a:lnTo>
                <a:lnTo>
                  <a:pt x="293705" y="252557"/>
                </a:lnTo>
                <a:lnTo>
                  <a:pt x="291419" y="254660"/>
                </a:lnTo>
                <a:lnTo>
                  <a:pt x="288950" y="256398"/>
                </a:lnTo>
                <a:lnTo>
                  <a:pt x="286207" y="257861"/>
                </a:lnTo>
                <a:lnTo>
                  <a:pt x="283373" y="259050"/>
                </a:lnTo>
                <a:lnTo>
                  <a:pt x="280446" y="259872"/>
                </a:lnTo>
                <a:lnTo>
                  <a:pt x="277429" y="260421"/>
                </a:lnTo>
                <a:lnTo>
                  <a:pt x="274320" y="260604"/>
                </a:lnTo>
                <a:lnTo>
                  <a:pt x="93635" y="260604"/>
                </a:lnTo>
                <a:lnTo>
                  <a:pt x="92080" y="260604"/>
                </a:lnTo>
                <a:lnTo>
                  <a:pt x="90617" y="260787"/>
                </a:lnTo>
                <a:lnTo>
                  <a:pt x="89063" y="260970"/>
                </a:lnTo>
                <a:lnTo>
                  <a:pt x="87508" y="261336"/>
                </a:lnTo>
                <a:lnTo>
                  <a:pt x="86045" y="261701"/>
                </a:lnTo>
                <a:lnTo>
                  <a:pt x="84582" y="262158"/>
                </a:lnTo>
                <a:lnTo>
                  <a:pt x="83119" y="262707"/>
                </a:lnTo>
                <a:lnTo>
                  <a:pt x="81747" y="263347"/>
                </a:lnTo>
                <a:lnTo>
                  <a:pt x="80376" y="263987"/>
                </a:lnTo>
                <a:lnTo>
                  <a:pt x="79096" y="264810"/>
                </a:lnTo>
                <a:lnTo>
                  <a:pt x="77815" y="265633"/>
                </a:lnTo>
                <a:lnTo>
                  <a:pt x="76535" y="266548"/>
                </a:lnTo>
                <a:lnTo>
                  <a:pt x="75347" y="267553"/>
                </a:lnTo>
                <a:lnTo>
                  <a:pt x="74249" y="268651"/>
                </a:lnTo>
                <a:lnTo>
                  <a:pt x="44074" y="298826"/>
                </a:lnTo>
                <a:lnTo>
                  <a:pt x="42794" y="299923"/>
                </a:lnTo>
                <a:lnTo>
                  <a:pt x="41422" y="300746"/>
                </a:lnTo>
                <a:lnTo>
                  <a:pt x="39868" y="301295"/>
                </a:lnTo>
                <a:lnTo>
                  <a:pt x="38222" y="301661"/>
                </a:lnTo>
                <a:lnTo>
                  <a:pt x="36667" y="301661"/>
                </a:lnTo>
                <a:lnTo>
                  <a:pt x="35022" y="301478"/>
                </a:lnTo>
                <a:lnTo>
                  <a:pt x="33467" y="300929"/>
                </a:lnTo>
                <a:lnTo>
                  <a:pt x="32004" y="300198"/>
                </a:lnTo>
                <a:lnTo>
                  <a:pt x="30724" y="299192"/>
                </a:lnTo>
                <a:lnTo>
                  <a:pt x="29535" y="298003"/>
                </a:lnTo>
                <a:lnTo>
                  <a:pt x="28621" y="296631"/>
                </a:lnTo>
                <a:lnTo>
                  <a:pt x="27981" y="295168"/>
                </a:lnTo>
                <a:lnTo>
                  <a:pt x="27615" y="293614"/>
                </a:lnTo>
                <a:lnTo>
                  <a:pt x="27432" y="291968"/>
                </a:lnTo>
                <a:lnTo>
                  <a:pt x="27432" y="68580"/>
                </a:lnTo>
                <a:lnTo>
                  <a:pt x="27615" y="65471"/>
                </a:lnTo>
                <a:lnTo>
                  <a:pt x="28164" y="62454"/>
                </a:lnTo>
                <a:lnTo>
                  <a:pt x="28986" y="59527"/>
                </a:lnTo>
                <a:lnTo>
                  <a:pt x="30175" y="56693"/>
                </a:lnTo>
                <a:lnTo>
                  <a:pt x="31638" y="53950"/>
                </a:lnTo>
                <a:lnTo>
                  <a:pt x="33376" y="51481"/>
                </a:lnTo>
                <a:lnTo>
                  <a:pt x="35479" y="49195"/>
                </a:lnTo>
                <a:lnTo>
                  <a:pt x="37765" y="47092"/>
                </a:lnTo>
                <a:lnTo>
                  <a:pt x="40234" y="45354"/>
                </a:lnTo>
                <a:lnTo>
                  <a:pt x="42977" y="43891"/>
                </a:lnTo>
                <a:lnTo>
                  <a:pt x="45811" y="42702"/>
                </a:lnTo>
                <a:lnTo>
                  <a:pt x="48738" y="41880"/>
                </a:lnTo>
                <a:lnTo>
                  <a:pt x="51755" y="41331"/>
                </a:lnTo>
                <a:lnTo>
                  <a:pt x="54864" y="41148"/>
                </a:lnTo>
                <a:lnTo>
                  <a:pt x="274320" y="41148"/>
                </a:lnTo>
                <a:lnTo>
                  <a:pt x="277429" y="41331"/>
                </a:lnTo>
                <a:lnTo>
                  <a:pt x="280446" y="41880"/>
                </a:lnTo>
                <a:lnTo>
                  <a:pt x="283373" y="42702"/>
                </a:lnTo>
                <a:lnTo>
                  <a:pt x="286207" y="43891"/>
                </a:lnTo>
                <a:lnTo>
                  <a:pt x="288950" y="45354"/>
                </a:lnTo>
                <a:lnTo>
                  <a:pt x="291419" y="47092"/>
                </a:lnTo>
                <a:lnTo>
                  <a:pt x="293705" y="49195"/>
                </a:lnTo>
                <a:lnTo>
                  <a:pt x="295808" y="51481"/>
                </a:lnTo>
                <a:lnTo>
                  <a:pt x="297546" y="53950"/>
                </a:lnTo>
                <a:lnTo>
                  <a:pt x="299009" y="56693"/>
                </a:lnTo>
                <a:lnTo>
                  <a:pt x="300198" y="59527"/>
                </a:lnTo>
                <a:lnTo>
                  <a:pt x="301020" y="62454"/>
                </a:lnTo>
                <a:lnTo>
                  <a:pt x="301569" y="65471"/>
                </a:lnTo>
                <a:lnTo>
                  <a:pt x="301752" y="68580"/>
                </a:lnTo>
                <a:lnTo>
                  <a:pt x="301752" y="233172"/>
                </a:lnTo>
                <a:close/>
                <a:moveTo>
                  <a:pt x="96012" y="150876"/>
                </a:moveTo>
                <a:lnTo>
                  <a:pt x="233172" y="150876"/>
                </a:lnTo>
                <a:moveTo>
                  <a:pt x="96012" y="205740"/>
                </a:moveTo>
                <a:lnTo>
                  <a:pt x="178308" y="205740"/>
                </a:lnTo>
                <a:moveTo>
                  <a:pt x="96012" y="96012"/>
                </a:moveTo>
                <a:lnTo>
                  <a:pt x="205740" y="96012"/>
                </a:lnTo>
              </a:path>
            </a:pathLst>
          </a:custGeom>
          <a:noFill/>
          <a:ln w="27432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2651760"/>
            <a:ext cx="39319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09160" y="1243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ROUTED WORK  </a:t>
            </a:r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AIが選ぶ工程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09344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1671523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6715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84648" y="1609344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requirements-analysis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9887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11775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88" y="2179930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21799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84648" y="211775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46904" y="2507285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09160" y="2626157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68833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688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4648" y="2626157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architecture-design / planning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46904" y="3015691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09160" y="3134563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319674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31967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84648" y="3134563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→ implementation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46904" y="352409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364297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705149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7051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84648" y="364297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code-review → documentation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途中で仕様判断が必要なら、AIは実装前に確認を求める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例1：利用後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新機能の利用後は、実装・文書・検証が残る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docs/requirements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受入条件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docs/specs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異常系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 code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 code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Build・Test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Review結果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引継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Risk・次の行動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例2：不具合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修正を急がず、再現と根本原因から始める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2743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09344"/>
            <a:ext cx="324612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77390"/>
            <a:ext cx="3246120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保存後に画面が古い値へ戻る原因を調査してください。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再現条件と根本原因を特定し、影響範囲を説明してください。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今は診断だけで、修正はしないでください。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40817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301752" y="233172"/>
                </a:moveTo>
                <a:lnTo>
                  <a:pt x="301569" y="236281"/>
                </a:lnTo>
                <a:lnTo>
                  <a:pt x="301020" y="239298"/>
                </a:lnTo>
                <a:lnTo>
                  <a:pt x="300198" y="242225"/>
                </a:lnTo>
                <a:lnTo>
                  <a:pt x="299009" y="245059"/>
                </a:lnTo>
                <a:lnTo>
                  <a:pt x="297546" y="247802"/>
                </a:lnTo>
                <a:lnTo>
                  <a:pt x="295808" y="250271"/>
                </a:lnTo>
                <a:lnTo>
                  <a:pt x="293705" y="252557"/>
                </a:lnTo>
                <a:lnTo>
                  <a:pt x="291419" y="254660"/>
                </a:lnTo>
                <a:lnTo>
                  <a:pt x="288950" y="256398"/>
                </a:lnTo>
                <a:lnTo>
                  <a:pt x="286207" y="257861"/>
                </a:lnTo>
                <a:lnTo>
                  <a:pt x="283373" y="259050"/>
                </a:lnTo>
                <a:lnTo>
                  <a:pt x="280446" y="259872"/>
                </a:lnTo>
                <a:lnTo>
                  <a:pt x="277429" y="260421"/>
                </a:lnTo>
                <a:lnTo>
                  <a:pt x="274320" y="260604"/>
                </a:lnTo>
                <a:lnTo>
                  <a:pt x="93635" y="260604"/>
                </a:lnTo>
                <a:lnTo>
                  <a:pt x="92080" y="260604"/>
                </a:lnTo>
                <a:lnTo>
                  <a:pt x="90617" y="260787"/>
                </a:lnTo>
                <a:lnTo>
                  <a:pt x="89063" y="260970"/>
                </a:lnTo>
                <a:lnTo>
                  <a:pt x="87508" y="261336"/>
                </a:lnTo>
                <a:lnTo>
                  <a:pt x="86045" y="261701"/>
                </a:lnTo>
                <a:lnTo>
                  <a:pt x="84582" y="262158"/>
                </a:lnTo>
                <a:lnTo>
                  <a:pt x="83119" y="262707"/>
                </a:lnTo>
                <a:lnTo>
                  <a:pt x="81747" y="263347"/>
                </a:lnTo>
                <a:lnTo>
                  <a:pt x="80376" y="263987"/>
                </a:lnTo>
                <a:lnTo>
                  <a:pt x="79096" y="264810"/>
                </a:lnTo>
                <a:lnTo>
                  <a:pt x="77815" y="265633"/>
                </a:lnTo>
                <a:lnTo>
                  <a:pt x="76535" y="266548"/>
                </a:lnTo>
                <a:lnTo>
                  <a:pt x="75347" y="267553"/>
                </a:lnTo>
                <a:lnTo>
                  <a:pt x="74249" y="268651"/>
                </a:lnTo>
                <a:lnTo>
                  <a:pt x="44074" y="298826"/>
                </a:lnTo>
                <a:lnTo>
                  <a:pt x="42794" y="299923"/>
                </a:lnTo>
                <a:lnTo>
                  <a:pt x="41422" y="300746"/>
                </a:lnTo>
                <a:lnTo>
                  <a:pt x="39868" y="301295"/>
                </a:lnTo>
                <a:lnTo>
                  <a:pt x="38222" y="301661"/>
                </a:lnTo>
                <a:lnTo>
                  <a:pt x="36667" y="301661"/>
                </a:lnTo>
                <a:lnTo>
                  <a:pt x="35022" y="301478"/>
                </a:lnTo>
                <a:lnTo>
                  <a:pt x="33467" y="300929"/>
                </a:lnTo>
                <a:lnTo>
                  <a:pt x="32004" y="300198"/>
                </a:lnTo>
                <a:lnTo>
                  <a:pt x="30724" y="299192"/>
                </a:lnTo>
                <a:lnTo>
                  <a:pt x="29535" y="298003"/>
                </a:lnTo>
                <a:lnTo>
                  <a:pt x="28621" y="296631"/>
                </a:lnTo>
                <a:lnTo>
                  <a:pt x="27981" y="295168"/>
                </a:lnTo>
                <a:lnTo>
                  <a:pt x="27615" y="293614"/>
                </a:lnTo>
                <a:lnTo>
                  <a:pt x="27432" y="291968"/>
                </a:lnTo>
                <a:lnTo>
                  <a:pt x="27432" y="68580"/>
                </a:lnTo>
                <a:lnTo>
                  <a:pt x="27615" y="65471"/>
                </a:lnTo>
                <a:lnTo>
                  <a:pt x="28164" y="62454"/>
                </a:lnTo>
                <a:lnTo>
                  <a:pt x="28986" y="59527"/>
                </a:lnTo>
                <a:lnTo>
                  <a:pt x="30175" y="56693"/>
                </a:lnTo>
                <a:lnTo>
                  <a:pt x="31638" y="53950"/>
                </a:lnTo>
                <a:lnTo>
                  <a:pt x="33376" y="51481"/>
                </a:lnTo>
                <a:lnTo>
                  <a:pt x="35479" y="49195"/>
                </a:lnTo>
                <a:lnTo>
                  <a:pt x="37765" y="47092"/>
                </a:lnTo>
                <a:lnTo>
                  <a:pt x="40234" y="45354"/>
                </a:lnTo>
                <a:lnTo>
                  <a:pt x="42977" y="43891"/>
                </a:lnTo>
                <a:lnTo>
                  <a:pt x="45811" y="42702"/>
                </a:lnTo>
                <a:lnTo>
                  <a:pt x="48738" y="41880"/>
                </a:lnTo>
                <a:lnTo>
                  <a:pt x="51755" y="41331"/>
                </a:lnTo>
                <a:lnTo>
                  <a:pt x="54864" y="41148"/>
                </a:lnTo>
                <a:lnTo>
                  <a:pt x="274320" y="41148"/>
                </a:lnTo>
                <a:lnTo>
                  <a:pt x="277429" y="41331"/>
                </a:lnTo>
                <a:lnTo>
                  <a:pt x="280446" y="41880"/>
                </a:lnTo>
                <a:lnTo>
                  <a:pt x="283373" y="42702"/>
                </a:lnTo>
                <a:lnTo>
                  <a:pt x="286207" y="43891"/>
                </a:lnTo>
                <a:lnTo>
                  <a:pt x="288950" y="45354"/>
                </a:lnTo>
                <a:lnTo>
                  <a:pt x="291419" y="47092"/>
                </a:lnTo>
                <a:lnTo>
                  <a:pt x="293705" y="49195"/>
                </a:lnTo>
                <a:lnTo>
                  <a:pt x="295808" y="51481"/>
                </a:lnTo>
                <a:lnTo>
                  <a:pt x="297546" y="53950"/>
                </a:lnTo>
                <a:lnTo>
                  <a:pt x="299009" y="56693"/>
                </a:lnTo>
                <a:lnTo>
                  <a:pt x="300198" y="59527"/>
                </a:lnTo>
                <a:lnTo>
                  <a:pt x="301020" y="62454"/>
                </a:lnTo>
                <a:lnTo>
                  <a:pt x="301569" y="65471"/>
                </a:lnTo>
                <a:lnTo>
                  <a:pt x="301752" y="68580"/>
                </a:lnTo>
                <a:lnTo>
                  <a:pt x="301752" y="233172"/>
                </a:lnTo>
                <a:close/>
                <a:moveTo>
                  <a:pt x="96012" y="150876"/>
                </a:moveTo>
                <a:lnTo>
                  <a:pt x="233172" y="150876"/>
                </a:lnTo>
                <a:moveTo>
                  <a:pt x="96012" y="205740"/>
                </a:moveTo>
                <a:lnTo>
                  <a:pt x="178308" y="205740"/>
                </a:lnTo>
                <a:moveTo>
                  <a:pt x="96012" y="96012"/>
                </a:moveTo>
                <a:lnTo>
                  <a:pt x="205740" y="96012"/>
                </a:lnTo>
              </a:path>
            </a:pathLst>
          </a:custGeom>
          <a:noFill/>
          <a:ln w="27432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2651760"/>
            <a:ext cx="39319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09160" y="1243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  </a:t>
            </a:r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利用後に残るもの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09344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1644091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6440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84648" y="1609344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再現手順と観測結果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44014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062886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88" y="2097634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209763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84648" y="2062886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原因仮説と検証結果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46904" y="2397557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09160" y="2516429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55117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551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4648" y="2516429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根本原因の説明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46904" y="2851099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09160" y="2969971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3004718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30047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84648" y="2969971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影響範囲と安全な修正方針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17720" y="3405226"/>
            <a:ext cx="4069080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446520" y="3286354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328635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「診断だけ」なのでここで止まる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09160" y="3697834"/>
            <a:ext cx="3977640" cy="325526"/>
          </a:xfrm>
          <a:prstGeom prst="roundRect">
            <a:avLst>
              <a:gd name="adj" fmla="val 14045"/>
            </a:avLst>
          </a:prstGeom>
          <a:solidFill>
            <a:srgbClr val="FFFFFF"/>
          </a:solidFill>
          <a:ln w="12700">
            <a:solidFill>
              <a:srgbClr val="9AA3B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18888" y="3732581"/>
            <a:ext cx="256032" cy="256032"/>
          </a:xfrm>
          <a:prstGeom prst="ellipse">
            <a:avLst/>
          </a:prstGeom>
          <a:solidFill>
            <a:srgbClr val="9AA3B2"/>
          </a:solidFill>
          <a:ln w="12700">
            <a:solidFill>
              <a:srgbClr val="9AA3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18888" y="3732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84648" y="3697834"/>
            <a:ext cx="341071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未実施の修正・実機確認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「診断だけ」と指定すれば、原因説明までで止まり、修正権限は広がらない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Presentationへ依頼する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PowerPoint資料の依頼と、残る成果物を確認する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例：説明資料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読者と読後の行動を指定すると構成判断が変わる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2743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09344"/>
            <a:ext cx="324612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77390"/>
            <a:ext cx="3246120" cy="197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職場の同僚向けに、この仕組みの利用ガイドを作ってください。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何ができるか、環境準備、利用後の成果を説明してください。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編集可能なPPTXと全ページQA結果を残してください。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408176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329184" h="329184">
                <a:moveTo>
                  <a:pt x="301752" y="233172"/>
                </a:moveTo>
                <a:lnTo>
                  <a:pt x="301569" y="236281"/>
                </a:lnTo>
                <a:lnTo>
                  <a:pt x="301020" y="239298"/>
                </a:lnTo>
                <a:lnTo>
                  <a:pt x="300198" y="242225"/>
                </a:lnTo>
                <a:lnTo>
                  <a:pt x="299009" y="245059"/>
                </a:lnTo>
                <a:lnTo>
                  <a:pt x="297546" y="247802"/>
                </a:lnTo>
                <a:lnTo>
                  <a:pt x="295808" y="250271"/>
                </a:lnTo>
                <a:lnTo>
                  <a:pt x="293705" y="252557"/>
                </a:lnTo>
                <a:lnTo>
                  <a:pt x="291419" y="254660"/>
                </a:lnTo>
                <a:lnTo>
                  <a:pt x="288950" y="256398"/>
                </a:lnTo>
                <a:lnTo>
                  <a:pt x="286207" y="257861"/>
                </a:lnTo>
                <a:lnTo>
                  <a:pt x="283373" y="259050"/>
                </a:lnTo>
                <a:lnTo>
                  <a:pt x="280446" y="259872"/>
                </a:lnTo>
                <a:lnTo>
                  <a:pt x="277429" y="260421"/>
                </a:lnTo>
                <a:lnTo>
                  <a:pt x="274320" y="260604"/>
                </a:lnTo>
                <a:lnTo>
                  <a:pt x="93635" y="260604"/>
                </a:lnTo>
                <a:lnTo>
                  <a:pt x="92080" y="260604"/>
                </a:lnTo>
                <a:lnTo>
                  <a:pt x="90617" y="260787"/>
                </a:lnTo>
                <a:lnTo>
                  <a:pt x="89063" y="260970"/>
                </a:lnTo>
                <a:lnTo>
                  <a:pt x="87508" y="261336"/>
                </a:lnTo>
                <a:lnTo>
                  <a:pt x="86045" y="261701"/>
                </a:lnTo>
                <a:lnTo>
                  <a:pt x="84582" y="262158"/>
                </a:lnTo>
                <a:lnTo>
                  <a:pt x="83119" y="262707"/>
                </a:lnTo>
                <a:lnTo>
                  <a:pt x="81747" y="263347"/>
                </a:lnTo>
                <a:lnTo>
                  <a:pt x="80376" y="263987"/>
                </a:lnTo>
                <a:lnTo>
                  <a:pt x="79096" y="264810"/>
                </a:lnTo>
                <a:lnTo>
                  <a:pt x="77815" y="265633"/>
                </a:lnTo>
                <a:lnTo>
                  <a:pt x="76535" y="266548"/>
                </a:lnTo>
                <a:lnTo>
                  <a:pt x="75347" y="267553"/>
                </a:lnTo>
                <a:lnTo>
                  <a:pt x="74249" y="268651"/>
                </a:lnTo>
                <a:lnTo>
                  <a:pt x="44074" y="298826"/>
                </a:lnTo>
                <a:lnTo>
                  <a:pt x="42794" y="299923"/>
                </a:lnTo>
                <a:lnTo>
                  <a:pt x="41422" y="300746"/>
                </a:lnTo>
                <a:lnTo>
                  <a:pt x="39868" y="301295"/>
                </a:lnTo>
                <a:lnTo>
                  <a:pt x="38222" y="301661"/>
                </a:lnTo>
                <a:lnTo>
                  <a:pt x="36667" y="301661"/>
                </a:lnTo>
                <a:lnTo>
                  <a:pt x="35022" y="301478"/>
                </a:lnTo>
                <a:lnTo>
                  <a:pt x="33467" y="300929"/>
                </a:lnTo>
                <a:lnTo>
                  <a:pt x="32004" y="300198"/>
                </a:lnTo>
                <a:lnTo>
                  <a:pt x="30724" y="299192"/>
                </a:lnTo>
                <a:lnTo>
                  <a:pt x="29535" y="298003"/>
                </a:lnTo>
                <a:lnTo>
                  <a:pt x="28621" y="296631"/>
                </a:lnTo>
                <a:lnTo>
                  <a:pt x="27981" y="295168"/>
                </a:lnTo>
                <a:lnTo>
                  <a:pt x="27615" y="293614"/>
                </a:lnTo>
                <a:lnTo>
                  <a:pt x="27432" y="291968"/>
                </a:lnTo>
                <a:lnTo>
                  <a:pt x="27432" y="68580"/>
                </a:lnTo>
                <a:lnTo>
                  <a:pt x="27615" y="65471"/>
                </a:lnTo>
                <a:lnTo>
                  <a:pt x="28164" y="62454"/>
                </a:lnTo>
                <a:lnTo>
                  <a:pt x="28986" y="59527"/>
                </a:lnTo>
                <a:lnTo>
                  <a:pt x="30175" y="56693"/>
                </a:lnTo>
                <a:lnTo>
                  <a:pt x="31638" y="53950"/>
                </a:lnTo>
                <a:lnTo>
                  <a:pt x="33376" y="51481"/>
                </a:lnTo>
                <a:lnTo>
                  <a:pt x="35479" y="49195"/>
                </a:lnTo>
                <a:lnTo>
                  <a:pt x="37765" y="47092"/>
                </a:lnTo>
                <a:lnTo>
                  <a:pt x="40234" y="45354"/>
                </a:lnTo>
                <a:lnTo>
                  <a:pt x="42977" y="43891"/>
                </a:lnTo>
                <a:lnTo>
                  <a:pt x="45811" y="42702"/>
                </a:lnTo>
                <a:lnTo>
                  <a:pt x="48738" y="41880"/>
                </a:lnTo>
                <a:lnTo>
                  <a:pt x="51755" y="41331"/>
                </a:lnTo>
                <a:lnTo>
                  <a:pt x="54864" y="41148"/>
                </a:lnTo>
                <a:lnTo>
                  <a:pt x="274320" y="41148"/>
                </a:lnTo>
                <a:lnTo>
                  <a:pt x="277429" y="41331"/>
                </a:lnTo>
                <a:lnTo>
                  <a:pt x="280446" y="41880"/>
                </a:lnTo>
                <a:lnTo>
                  <a:pt x="283373" y="42702"/>
                </a:lnTo>
                <a:lnTo>
                  <a:pt x="286207" y="43891"/>
                </a:lnTo>
                <a:lnTo>
                  <a:pt x="288950" y="45354"/>
                </a:lnTo>
                <a:lnTo>
                  <a:pt x="291419" y="47092"/>
                </a:lnTo>
                <a:lnTo>
                  <a:pt x="293705" y="49195"/>
                </a:lnTo>
                <a:lnTo>
                  <a:pt x="295808" y="51481"/>
                </a:lnTo>
                <a:lnTo>
                  <a:pt x="297546" y="53950"/>
                </a:lnTo>
                <a:lnTo>
                  <a:pt x="299009" y="56693"/>
                </a:lnTo>
                <a:lnTo>
                  <a:pt x="300198" y="59527"/>
                </a:lnTo>
                <a:lnTo>
                  <a:pt x="301020" y="62454"/>
                </a:lnTo>
                <a:lnTo>
                  <a:pt x="301569" y="65471"/>
                </a:lnTo>
                <a:lnTo>
                  <a:pt x="301752" y="68580"/>
                </a:lnTo>
                <a:lnTo>
                  <a:pt x="301752" y="233172"/>
                </a:lnTo>
                <a:close/>
                <a:moveTo>
                  <a:pt x="96012" y="150876"/>
                </a:moveTo>
                <a:lnTo>
                  <a:pt x="233172" y="150876"/>
                </a:lnTo>
                <a:moveTo>
                  <a:pt x="96012" y="205740"/>
                </a:moveTo>
                <a:lnTo>
                  <a:pt x="178308" y="205740"/>
                </a:lnTo>
                <a:moveTo>
                  <a:pt x="96012" y="96012"/>
                </a:moveTo>
                <a:lnTo>
                  <a:pt x="205740" y="96012"/>
                </a:lnTo>
              </a:path>
            </a:pathLst>
          </a:custGeom>
          <a:noFill/>
          <a:ln w="27432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2651760"/>
            <a:ext cx="393192" cy="0"/>
          </a:xfrm>
          <a:prstGeom prst="line">
            <a:avLst/>
          </a:prstGeom>
          <a:noFill/>
          <a:ln w="22225">
            <a:solidFill>
              <a:srgbClr val="0EA5E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09160" y="124358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ROUTED WORK  </a:t>
            </a:r>
            <a:pPr indent="0" marL="0">
              <a:buNone/>
            </a:pPr>
            <a:r>
              <a:rPr lang="en-US" sz="1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AIが行うこと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9160" y="1609344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1671523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67152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84648" y="1609344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Briefで理解を合意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46904" y="199887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11775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88" y="2179930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217993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84648" y="211775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根拠とSection順を記録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46904" y="2507285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09160" y="2626157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68833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688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4648" y="2626157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Templateまたは新規作図を選択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46904" y="3015691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09160" y="3134563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319674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8888" y="31967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84648" y="3134563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決定論的にPPTXを生成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46904" y="3524098"/>
            <a:ext cx="0" cy="10972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3642970"/>
            <a:ext cx="3977640" cy="380390"/>
          </a:xfrm>
          <a:prstGeom prst="roundRect">
            <a:avLst>
              <a:gd name="adj" fmla="val 12019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705149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7051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84648" y="3642970"/>
            <a:ext cx="3410712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構造検査と全枚目視QA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303020" y="4206240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94460" y="4206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資料の価値は枚数ではなく、読者が次の行動を判断できること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PRESENTATION：利用後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資料を使った後は、PPTXを再生成・検証できる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brief.txt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理解確認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source-notes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出典・仮定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deck.pptx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全Slide画像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証拠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 report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成果物の場所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作業後は会話ではなくProject内のFileを正本にする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作業後のProject（例）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856232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97864" y="32278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97864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35608" y="350215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35608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35608" y="350215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35608" y="350215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35608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project-root/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60704" y="192024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3312" y="190195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docs/requirements/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190195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60704" y="219456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217627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docs/specs/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83280" y="217627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60704" y="246888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53312" y="245059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docs/plans/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83280" y="24505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60704" y="274320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53312" y="272491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 と tests/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383280" y="272491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実装とTest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06424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53312" y="2999232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presentation/harness/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298448" y="3291840"/>
            <a:ext cx="3685032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44168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91056" y="32735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projects/&lt;deck-id&gt;/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581912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28800" y="354787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brief.txt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383280" y="354787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目的・読者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581912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0" y="38221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source-notes.txt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83280" y="38221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出典・仮定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581912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0" y="409651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output/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383280" y="409651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PPTX・QA結果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 / src / tests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仕様・実装・Test・ADRを既存構造へ置く。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projects/&lt;deck-id&gt;/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PPTX・生成Code・出典・QA結果をまとめる。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結果を分離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実施済み、未確認、Risk、次の行動を明示する。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人が決めること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外部操作と最終判断は、人が承認する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98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AIが進める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675120" y="1298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人が決める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43200" y="1426464"/>
            <a:ext cx="3886200" cy="0"/>
          </a:xfrm>
          <a:prstGeom prst="line">
            <a:avLst/>
          </a:prstGeom>
          <a:noFill/>
          <a:ln w="1905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85800" y="1682496"/>
            <a:ext cx="1890522" cy="10972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20240"/>
            <a:ext cx="64008" cy="20116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AUTO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AIが進められる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読取、整理、Project内の変更、依頼範囲のTest・生成・検査。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0834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55448" y="103602"/>
                </a:moveTo>
                <a:lnTo>
                  <a:pt x="155448" y="51846"/>
                </a:lnTo>
                <a:lnTo>
                  <a:pt x="103602" y="51846"/>
                </a:lnTo>
                <a:moveTo>
                  <a:pt x="25878" y="181326"/>
                </a:moveTo>
                <a:lnTo>
                  <a:pt x="51846" y="181326"/>
                </a:lnTo>
                <a:moveTo>
                  <a:pt x="259050" y="181326"/>
                </a:moveTo>
                <a:lnTo>
                  <a:pt x="285018" y="181326"/>
                </a:lnTo>
                <a:moveTo>
                  <a:pt x="194310" y="168432"/>
                </a:moveTo>
                <a:lnTo>
                  <a:pt x="194310" y="194310"/>
                </a:lnTo>
                <a:moveTo>
                  <a:pt x="116586" y="168432"/>
                </a:moveTo>
                <a:lnTo>
                  <a:pt x="116586" y="194310"/>
                </a:lnTo>
                <a:moveTo>
                  <a:pt x="51846" y="103602"/>
                </a:moveTo>
                <a:lnTo>
                  <a:pt x="259050" y="103602"/>
                </a:lnTo>
                <a:lnTo>
                  <a:pt x="259050" y="259050"/>
                </a:lnTo>
                <a:lnTo>
                  <a:pt x="51846" y="259050"/>
                </a:lnTo>
                <a:lnTo>
                  <a:pt x="51846" y="103602"/>
                </a:lnTo>
                <a:close/>
              </a:path>
            </a:pathLst>
          </a:custGeom>
          <a:noFill/>
          <a:ln w="25908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22626" y="1682496"/>
            <a:ext cx="1890522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22626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22626" y="1920240"/>
            <a:ext cx="64008" cy="2011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05506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ASK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905506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確認が必要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905506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仕様が分岐する判断、復元、追加範囲、機密情報の扱い。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37660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17775" y="116586"/>
                </a:moveTo>
                <a:lnTo>
                  <a:pt x="121067" y="109545"/>
                </a:lnTo>
                <a:lnTo>
                  <a:pt x="125730" y="103327"/>
                </a:lnTo>
                <a:lnTo>
                  <a:pt x="131491" y="98115"/>
                </a:lnTo>
                <a:lnTo>
                  <a:pt x="138166" y="94183"/>
                </a:lnTo>
                <a:lnTo>
                  <a:pt x="145481" y="91623"/>
                </a:lnTo>
                <a:lnTo>
                  <a:pt x="153253" y="90617"/>
                </a:lnTo>
                <a:lnTo>
                  <a:pt x="161026" y="91166"/>
                </a:lnTo>
                <a:lnTo>
                  <a:pt x="168432" y="93269"/>
                </a:lnTo>
                <a:lnTo>
                  <a:pt x="175382" y="96744"/>
                </a:lnTo>
                <a:lnTo>
                  <a:pt x="181508" y="101590"/>
                </a:lnTo>
                <a:lnTo>
                  <a:pt x="186538" y="107533"/>
                </a:lnTo>
                <a:lnTo>
                  <a:pt x="190195" y="114391"/>
                </a:lnTo>
                <a:lnTo>
                  <a:pt x="192481" y="121798"/>
                </a:lnTo>
                <a:lnTo>
                  <a:pt x="193304" y="129570"/>
                </a:lnTo>
                <a:lnTo>
                  <a:pt x="192481" y="135788"/>
                </a:lnTo>
                <a:lnTo>
                  <a:pt x="190378" y="141458"/>
                </a:lnTo>
                <a:lnTo>
                  <a:pt x="187178" y="146578"/>
                </a:lnTo>
                <a:lnTo>
                  <a:pt x="183154" y="151150"/>
                </a:lnTo>
                <a:lnTo>
                  <a:pt x="178674" y="155174"/>
                </a:lnTo>
                <a:lnTo>
                  <a:pt x="173827" y="158648"/>
                </a:lnTo>
                <a:lnTo>
                  <a:pt x="169073" y="161666"/>
                </a:lnTo>
                <a:lnTo>
                  <a:pt x="164501" y="164043"/>
                </a:lnTo>
                <a:lnTo>
                  <a:pt x="160477" y="165964"/>
                </a:lnTo>
                <a:lnTo>
                  <a:pt x="157277" y="167335"/>
                </a:lnTo>
                <a:lnTo>
                  <a:pt x="155174" y="168158"/>
                </a:lnTo>
                <a:lnTo>
                  <a:pt x="154442" y="168432"/>
                </a:lnTo>
                <a:moveTo>
                  <a:pt x="155448" y="220188"/>
                </a:moveTo>
                <a:lnTo>
                  <a:pt x="155539" y="220188"/>
                </a:lnTo>
                <a:moveTo>
                  <a:pt x="285018" y="155448"/>
                </a:moveTo>
                <a:lnTo>
                  <a:pt x="281727" y="184252"/>
                </a:lnTo>
                <a:lnTo>
                  <a:pt x="272125" y="211684"/>
                </a:lnTo>
                <a:lnTo>
                  <a:pt x="256764" y="236190"/>
                </a:lnTo>
                <a:lnTo>
                  <a:pt x="236190" y="256764"/>
                </a:lnTo>
                <a:lnTo>
                  <a:pt x="211684" y="272125"/>
                </a:lnTo>
                <a:lnTo>
                  <a:pt x="184252" y="281727"/>
                </a:lnTo>
                <a:lnTo>
                  <a:pt x="155448" y="285018"/>
                </a:lnTo>
                <a:lnTo>
                  <a:pt x="126644" y="281727"/>
                </a:lnTo>
                <a:lnTo>
                  <a:pt x="99212" y="272125"/>
                </a:lnTo>
                <a:lnTo>
                  <a:pt x="74706" y="256764"/>
                </a:lnTo>
                <a:lnTo>
                  <a:pt x="54132" y="236190"/>
                </a:lnTo>
                <a:lnTo>
                  <a:pt x="38771" y="211684"/>
                </a:lnTo>
                <a:lnTo>
                  <a:pt x="29169" y="184252"/>
                </a:lnTo>
                <a:lnTo>
                  <a:pt x="25878" y="155448"/>
                </a:lnTo>
                <a:lnTo>
                  <a:pt x="29169" y="126644"/>
                </a:lnTo>
                <a:lnTo>
                  <a:pt x="38771" y="99212"/>
                </a:lnTo>
                <a:lnTo>
                  <a:pt x="54132" y="74706"/>
                </a:lnTo>
                <a:lnTo>
                  <a:pt x="74706" y="54132"/>
                </a:lnTo>
                <a:lnTo>
                  <a:pt x="99212" y="38771"/>
                </a:lnTo>
                <a:lnTo>
                  <a:pt x="126644" y="29169"/>
                </a:lnTo>
                <a:lnTo>
                  <a:pt x="155448" y="25878"/>
                </a:lnTo>
                <a:lnTo>
                  <a:pt x="184252" y="29169"/>
                </a:lnTo>
                <a:lnTo>
                  <a:pt x="211684" y="38771"/>
                </a:lnTo>
                <a:lnTo>
                  <a:pt x="236190" y="54132"/>
                </a:lnTo>
                <a:lnTo>
                  <a:pt x="256764" y="74706"/>
                </a:lnTo>
                <a:lnTo>
                  <a:pt x="272125" y="99212"/>
                </a:lnTo>
                <a:lnTo>
                  <a:pt x="281727" y="126644"/>
                </a:lnTo>
                <a:lnTo>
                  <a:pt x="285018" y="155448"/>
                </a:lnTo>
                <a:close/>
              </a:path>
            </a:pathLst>
          </a:custGeom>
          <a:noFill/>
          <a:ln w="25908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9452" y="1682496"/>
            <a:ext cx="1890522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9452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9452" y="1920240"/>
            <a:ext cx="64008" cy="2011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42332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EXTERNAL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42332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別の権限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942332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commit、push、PR、Issue、送信、公開、deploy。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4486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88275" y="280904"/>
                </a:moveTo>
                <a:lnTo>
                  <a:pt x="188824" y="281910"/>
                </a:lnTo>
                <a:lnTo>
                  <a:pt x="189464" y="282824"/>
                </a:lnTo>
                <a:lnTo>
                  <a:pt x="190287" y="283555"/>
                </a:lnTo>
                <a:lnTo>
                  <a:pt x="191201" y="284196"/>
                </a:lnTo>
                <a:lnTo>
                  <a:pt x="192298" y="284653"/>
                </a:lnTo>
                <a:lnTo>
                  <a:pt x="193396" y="284927"/>
                </a:lnTo>
                <a:lnTo>
                  <a:pt x="194493" y="285018"/>
                </a:lnTo>
                <a:lnTo>
                  <a:pt x="195590" y="284836"/>
                </a:lnTo>
                <a:lnTo>
                  <a:pt x="196687" y="284561"/>
                </a:lnTo>
                <a:lnTo>
                  <a:pt x="197693" y="284013"/>
                </a:lnTo>
                <a:lnTo>
                  <a:pt x="198608" y="283373"/>
                </a:lnTo>
                <a:lnTo>
                  <a:pt x="199339" y="282550"/>
                </a:lnTo>
                <a:lnTo>
                  <a:pt x="199979" y="281635"/>
                </a:lnTo>
                <a:lnTo>
                  <a:pt x="200436" y="280629"/>
                </a:lnTo>
                <a:lnTo>
                  <a:pt x="284653" y="34473"/>
                </a:lnTo>
                <a:lnTo>
                  <a:pt x="284927" y="33467"/>
                </a:lnTo>
                <a:lnTo>
                  <a:pt x="285018" y="32461"/>
                </a:lnTo>
                <a:lnTo>
                  <a:pt x="284927" y="31455"/>
                </a:lnTo>
                <a:lnTo>
                  <a:pt x="284744" y="30358"/>
                </a:lnTo>
                <a:lnTo>
                  <a:pt x="284378" y="29444"/>
                </a:lnTo>
                <a:lnTo>
                  <a:pt x="283830" y="28529"/>
                </a:lnTo>
                <a:lnTo>
                  <a:pt x="283098" y="27798"/>
                </a:lnTo>
                <a:lnTo>
                  <a:pt x="282367" y="27066"/>
                </a:lnTo>
                <a:lnTo>
                  <a:pt x="281452" y="26518"/>
                </a:lnTo>
                <a:lnTo>
                  <a:pt x="280538" y="26152"/>
                </a:lnTo>
                <a:lnTo>
                  <a:pt x="279441" y="25969"/>
                </a:lnTo>
                <a:lnTo>
                  <a:pt x="278435" y="25878"/>
                </a:lnTo>
                <a:lnTo>
                  <a:pt x="277429" y="25969"/>
                </a:lnTo>
                <a:lnTo>
                  <a:pt x="276423" y="26243"/>
                </a:lnTo>
                <a:lnTo>
                  <a:pt x="30267" y="110460"/>
                </a:lnTo>
                <a:lnTo>
                  <a:pt x="29261" y="110917"/>
                </a:lnTo>
                <a:lnTo>
                  <a:pt x="28346" y="111557"/>
                </a:lnTo>
                <a:lnTo>
                  <a:pt x="27523" y="112288"/>
                </a:lnTo>
                <a:lnTo>
                  <a:pt x="26883" y="113203"/>
                </a:lnTo>
                <a:lnTo>
                  <a:pt x="26335" y="114209"/>
                </a:lnTo>
                <a:lnTo>
                  <a:pt x="26060" y="115306"/>
                </a:lnTo>
                <a:lnTo>
                  <a:pt x="25878" y="116403"/>
                </a:lnTo>
                <a:lnTo>
                  <a:pt x="25969" y="117500"/>
                </a:lnTo>
                <a:lnTo>
                  <a:pt x="26243" y="118598"/>
                </a:lnTo>
                <a:lnTo>
                  <a:pt x="26700" y="119695"/>
                </a:lnTo>
                <a:lnTo>
                  <a:pt x="27341" y="120609"/>
                </a:lnTo>
                <a:lnTo>
                  <a:pt x="28072" y="121432"/>
                </a:lnTo>
                <a:lnTo>
                  <a:pt x="28986" y="122072"/>
                </a:lnTo>
                <a:lnTo>
                  <a:pt x="29992" y="122621"/>
                </a:lnTo>
                <a:lnTo>
                  <a:pt x="132679" y="163769"/>
                </a:lnTo>
                <a:lnTo>
                  <a:pt x="134051" y="164409"/>
                </a:lnTo>
                <a:lnTo>
                  <a:pt x="135423" y="165049"/>
                </a:lnTo>
                <a:lnTo>
                  <a:pt x="136703" y="165781"/>
                </a:lnTo>
                <a:lnTo>
                  <a:pt x="137983" y="166604"/>
                </a:lnTo>
                <a:lnTo>
                  <a:pt x="139172" y="167518"/>
                </a:lnTo>
                <a:lnTo>
                  <a:pt x="140269" y="168524"/>
                </a:lnTo>
                <a:lnTo>
                  <a:pt x="141366" y="169530"/>
                </a:lnTo>
                <a:lnTo>
                  <a:pt x="142372" y="170627"/>
                </a:lnTo>
                <a:lnTo>
                  <a:pt x="143378" y="171724"/>
                </a:lnTo>
                <a:lnTo>
                  <a:pt x="144292" y="172913"/>
                </a:lnTo>
                <a:lnTo>
                  <a:pt x="145115" y="174193"/>
                </a:lnTo>
                <a:lnTo>
                  <a:pt x="145847" y="175473"/>
                </a:lnTo>
                <a:lnTo>
                  <a:pt x="146487" y="176845"/>
                </a:lnTo>
                <a:lnTo>
                  <a:pt x="147127" y="178125"/>
                </a:lnTo>
                <a:lnTo>
                  <a:pt x="188275" y="280904"/>
                </a:lnTo>
                <a:close/>
                <a:moveTo>
                  <a:pt x="283098" y="27798"/>
                </a:moveTo>
                <a:lnTo>
                  <a:pt x="141366" y="169530"/>
                </a:lnTo>
              </a:path>
            </a:pathLst>
          </a:custGeom>
          <a:noFill/>
          <a:ln w="25908">
            <a:solidFill>
              <a:srgbClr val="8B5C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96278" y="1682496"/>
            <a:ext cx="1890522" cy="109728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96278" y="1920240"/>
            <a:ext cx="1890522" cy="2011680"/>
          </a:xfrm>
          <a:prstGeom prst="roundRect">
            <a:avLst>
              <a:gd name="adj" fmla="val 290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96278" y="1920240"/>
            <a:ext cx="64008" cy="201168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79158" y="202996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HUMAN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79158" y="2249424"/>
            <a:ext cx="1616202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最終判断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979158" y="2599055"/>
            <a:ext cx="1616202" cy="1259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本番採用、社内表現、数値、法務・Security、公開可否。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11312" y="2011680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207294" y="142464"/>
                </a:moveTo>
                <a:lnTo>
                  <a:pt x="233172" y="168432"/>
                </a:lnTo>
                <a:lnTo>
                  <a:pt x="285018" y="116586"/>
                </a:lnTo>
                <a:moveTo>
                  <a:pt x="207294" y="272034"/>
                </a:moveTo>
                <a:lnTo>
                  <a:pt x="207294" y="246156"/>
                </a:lnTo>
                <a:lnTo>
                  <a:pt x="206929" y="240304"/>
                </a:lnTo>
                <a:lnTo>
                  <a:pt x="205923" y="234635"/>
                </a:lnTo>
                <a:lnTo>
                  <a:pt x="204368" y="229057"/>
                </a:lnTo>
                <a:lnTo>
                  <a:pt x="202174" y="223662"/>
                </a:lnTo>
                <a:lnTo>
                  <a:pt x="199339" y="218542"/>
                </a:lnTo>
                <a:lnTo>
                  <a:pt x="195956" y="213787"/>
                </a:lnTo>
                <a:lnTo>
                  <a:pt x="192115" y="209489"/>
                </a:lnTo>
                <a:lnTo>
                  <a:pt x="187726" y="205649"/>
                </a:lnTo>
                <a:lnTo>
                  <a:pt x="182971" y="202265"/>
                </a:lnTo>
                <a:lnTo>
                  <a:pt x="177942" y="199431"/>
                </a:lnTo>
                <a:lnTo>
                  <a:pt x="172547" y="197236"/>
                </a:lnTo>
                <a:lnTo>
                  <a:pt x="166969" y="195590"/>
                </a:lnTo>
                <a:lnTo>
                  <a:pt x="161209" y="194676"/>
                </a:lnTo>
                <a:lnTo>
                  <a:pt x="155448" y="194310"/>
                </a:lnTo>
                <a:lnTo>
                  <a:pt x="77724" y="194310"/>
                </a:lnTo>
                <a:lnTo>
                  <a:pt x="71963" y="194676"/>
                </a:lnTo>
                <a:lnTo>
                  <a:pt x="66203" y="195590"/>
                </a:lnTo>
                <a:lnTo>
                  <a:pt x="60625" y="197236"/>
                </a:lnTo>
                <a:lnTo>
                  <a:pt x="55230" y="199431"/>
                </a:lnTo>
                <a:lnTo>
                  <a:pt x="50201" y="202265"/>
                </a:lnTo>
                <a:lnTo>
                  <a:pt x="45446" y="205649"/>
                </a:lnTo>
                <a:lnTo>
                  <a:pt x="41057" y="209489"/>
                </a:lnTo>
                <a:lnTo>
                  <a:pt x="37216" y="213787"/>
                </a:lnTo>
                <a:lnTo>
                  <a:pt x="33833" y="218542"/>
                </a:lnTo>
                <a:lnTo>
                  <a:pt x="30998" y="223662"/>
                </a:lnTo>
                <a:lnTo>
                  <a:pt x="28804" y="229057"/>
                </a:lnTo>
                <a:lnTo>
                  <a:pt x="27249" y="234635"/>
                </a:lnTo>
                <a:lnTo>
                  <a:pt x="26243" y="240304"/>
                </a:lnTo>
                <a:lnTo>
                  <a:pt x="25878" y="246156"/>
                </a:lnTo>
                <a:lnTo>
                  <a:pt x="25878" y="272034"/>
                </a:lnTo>
                <a:moveTo>
                  <a:pt x="168432" y="90708"/>
                </a:moveTo>
                <a:lnTo>
                  <a:pt x="167061" y="102230"/>
                </a:lnTo>
                <a:lnTo>
                  <a:pt x="163312" y="113203"/>
                </a:lnTo>
                <a:lnTo>
                  <a:pt x="157094" y="122987"/>
                </a:lnTo>
                <a:lnTo>
                  <a:pt x="148864" y="131216"/>
                </a:lnTo>
                <a:lnTo>
                  <a:pt x="139080" y="137343"/>
                </a:lnTo>
                <a:lnTo>
                  <a:pt x="128107" y="141183"/>
                </a:lnTo>
                <a:lnTo>
                  <a:pt x="116586" y="142464"/>
                </a:lnTo>
                <a:lnTo>
                  <a:pt x="105065" y="141183"/>
                </a:lnTo>
                <a:lnTo>
                  <a:pt x="94092" y="137343"/>
                </a:lnTo>
                <a:lnTo>
                  <a:pt x="84308" y="131216"/>
                </a:lnTo>
                <a:lnTo>
                  <a:pt x="76078" y="122987"/>
                </a:lnTo>
                <a:lnTo>
                  <a:pt x="69860" y="113203"/>
                </a:lnTo>
                <a:lnTo>
                  <a:pt x="66111" y="102230"/>
                </a:lnTo>
                <a:lnTo>
                  <a:pt x="64740" y="90708"/>
                </a:lnTo>
                <a:lnTo>
                  <a:pt x="66111" y="79187"/>
                </a:lnTo>
                <a:lnTo>
                  <a:pt x="69860" y="68214"/>
                </a:lnTo>
                <a:lnTo>
                  <a:pt x="76078" y="58339"/>
                </a:lnTo>
                <a:lnTo>
                  <a:pt x="84308" y="50201"/>
                </a:lnTo>
                <a:lnTo>
                  <a:pt x="94092" y="43983"/>
                </a:lnTo>
                <a:lnTo>
                  <a:pt x="105065" y="40142"/>
                </a:lnTo>
                <a:lnTo>
                  <a:pt x="116586" y="38862"/>
                </a:lnTo>
                <a:lnTo>
                  <a:pt x="128107" y="40142"/>
                </a:lnTo>
                <a:lnTo>
                  <a:pt x="139080" y="43983"/>
                </a:lnTo>
                <a:lnTo>
                  <a:pt x="148864" y="50201"/>
                </a:lnTo>
                <a:lnTo>
                  <a:pt x="157094" y="58339"/>
                </a:lnTo>
                <a:lnTo>
                  <a:pt x="163312" y="68214"/>
                </a:lnTo>
                <a:lnTo>
                  <a:pt x="167061" y="79187"/>
                </a:lnTo>
                <a:lnTo>
                  <a:pt x="168432" y="90708"/>
                </a:lnTo>
                <a:close/>
              </a:path>
            </a:pathLst>
          </a:custGeom>
          <a:noFill/>
          <a:ln w="25908">
            <a:solidFill>
              <a:srgbClr val="1218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85900" y="4224528"/>
            <a:ext cx="640080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77340" y="42245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Skillを使っても権限は広がらない。依頼で許可した操作だけを行う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Developmentを詳しく見る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実務例の裏側にあるFolder、Skill選択、標準工程を確認する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READMEとSkill一覧が開発作業の入口になる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7864" y="295351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97864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97864" y="295351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97864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" y="1856232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1856232"/>
            <a:ext cx="0" cy="21031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1856232"/>
            <a:ext cx="0" cy="23774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60704" y="192024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3312" y="19019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017520" y="19019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AIが守るProject規則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60704" y="219456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3312" y="21762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017520" y="21762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利用者向けの使い方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24505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24505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複数Projectを管理する時だけ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060704" y="274320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53312" y="2724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27249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344168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91056" y="29992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017520" y="299923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Skillの選び方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344168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91056" y="32735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matt-pocock/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17520" y="32735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原文Skill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106424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53312" y="35478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017520" y="35478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検証Script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106424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53312" y="3822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017520" y="38221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文書Template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106424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53312" y="4096512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利用者向けの使い方とAIが守る規則。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Skill選択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skills/README.md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やりたいことから必要なSkillだけを選ぶ。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PORTABLE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既存構造を維持</a:t>
            </a:r>
            <a:endParaRPr lang="en-US" sz="1350" dirty="0"/>
          </a:p>
        </p:txBody>
      </p:sp>
      <p:sp>
        <p:nvSpPr>
          <p:cNvPr id="69" name="Text 67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コピー先では既存のsrc・docs・testsを使う。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SKILL選択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今の状態と必要な成果物から選ぶ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89888"/>
            <a:ext cx="196596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73152" cy="12435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739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困りごと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579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曖昧な要望、実装、Bug、提供のどこかを確認する。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11880" y="123444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234440"/>
            <a:ext cx="73152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36245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 CODE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3048" y="16184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整理する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13048" y="200253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 → spec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 → plan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11880" y="288036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2880360"/>
            <a:ext cx="73152" cy="13898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3008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 EXISTS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13048" y="3264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実行・確認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813048" y="364845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/ implementation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debug / review / docs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7960" y="205740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057400"/>
            <a:ext cx="73152" cy="1417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218541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24414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SKILL.md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39128" y="2825496"/>
            <a:ext cx="1783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Trigger、手順、完了条件、権限境界を最後まで読む。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651760" y="2011680"/>
            <a:ext cx="896112" cy="-914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651760" y="2011680"/>
            <a:ext cx="896112" cy="155448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920240"/>
            <a:ext cx="804672" cy="59436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669280" y="3566160"/>
            <a:ext cx="804672" cy="-5486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全工程を毎回使わず、依頼に必要な部分だけ通す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 → 仕様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 → 計画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外部仕様や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選定が必要な時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→ 実装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BugはDebug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文書同期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提供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Delivery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Human Review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SKILLの系統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通常は統合Skillから始め、専門Skillを必要時に足す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20700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 52件の内訳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2000250" cy="457200"/>
          </a:xfrm>
          <a:prstGeom prst="rect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81328"/>
            <a:ext cx="2000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13件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6050" y="1481328"/>
            <a:ext cx="6000750" cy="457200"/>
          </a:xfrm>
          <a:prstGeom prst="rect">
            <a:avLst/>
          </a:prstGeom>
          <a:solidFill>
            <a:srgbClr val="8B5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6050" y="1481328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39件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157984"/>
            <a:ext cx="3863340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157984"/>
            <a:ext cx="64008" cy="19019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67712"/>
            <a:ext cx="35890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STANDARD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2487168"/>
            <a:ext cx="358902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 13件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2836799"/>
            <a:ext cx="3589020" cy="114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初回導入からDeliveryまでの標準工程。成果物と完了条件が明確で、skills/直下に配置。通常はこちらから選ぶ。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037076" y="224942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347472" h="347472">
                <a:moveTo>
                  <a:pt x="185715" y="31547"/>
                </a:moveTo>
                <a:lnTo>
                  <a:pt x="184160" y="30907"/>
                </a:lnTo>
                <a:lnTo>
                  <a:pt x="182423" y="30267"/>
                </a:lnTo>
                <a:lnTo>
                  <a:pt x="180777" y="29809"/>
                </a:lnTo>
                <a:lnTo>
                  <a:pt x="179040" y="29444"/>
                </a:lnTo>
                <a:lnTo>
                  <a:pt x="177302" y="29169"/>
                </a:lnTo>
                <a:lnTo>
                  <a:pt x="175473" y="28986"/>
                </a:lnTo>
                <a:lnTo>
                  <a:pt x="173736" y="28986"/>
                </a:lnTo>
                <a:lnTo>
                  <a:pt x="171999" y="28986"/>
                </a:lnTo>
                <a:lnTo>
                  <a:pt x="170170" y="29169"/>
                </a:lnTo>
                <a:lnTo>
                  <a:pt x="168432" y="29444"/>
                </a:lnTo>
                <a:lnTo>
                  <a:pt x="166695" y="29809"/>
                </a:lnTo>
                <a:lnTo>
                  <a:pt x="165049" y="30267"/>
                </a:lnTo>
                <a:lnTo>
                  <a:pt x="163312" y="30907"/>
                </a:lnTo>
                <a:lnTo>
                  <a:pt x="161757" y="31547"/>
                </a:lnTo>
                <a:lnTo>
                  <a:pt x="37673" y="88057"/>
                </a:lnTo>
                <a:lnTo>
                  <a:pt x="35570" y="89154"/>
                </a:lnTo>
                <a:lnTo>
                  <a:pt x="33650" y="90617"/>
                </a:lnTo>
                <a:lnTo>
                  <a:pt x="32004" y="92354"/>
                </a:lnTo>
                <a:lnTo>
                  <a:pt x="30724" y="94366"/>
                </a:lnTo>
                <a:lnTo>
                  <a:pt x="29809" y="96561"/>
                </a:lnTo>
                <a:lnTo>
                  <a:pt x="29169" y="98938"/>
                </a:lnTo>
                <a:lnTo>
                  <a:pt x="28986" y="101316"/>
                </a:lnTo>
                <a:lnTo>
                  <a:pt x="29169" y="103693"/>
                </a:lnTo>
                <a:lnTo>
                  <a:pt x="29809" y="105979"/>
                </a:lnTo>
                <a:lnTo>
                  <a:pt x="30724" y="108174"/>
                </a:lnTo>
                <a:lnTo>
                  <a:pt x="32004" y="110185"/>
                </a:lnTo>
                <a:lnTo>
                  <a:pt x="33650" y="111923"/>
                </a:lnTo>
                <a:lnTo>
                  <a:pt x="35570" y="113386"/>
                </a:lnTo>
                <a:lnTo>
                  <a:pt x="37673" y="114483"/>
                </a:lnTo>
                <a:lnTo>
                  <a:pt x="161849" y="171176"/>
                </a:lnTo>
                <a:lnTo>
                  <a:pt x="163495" y="171816"/>
                </a:lnTo>
                <a:lnTo>
                  <a:pt x="165141" y="172364"/>
                </a:lnTo>
                <a:lnTo>
                  <a:pt x="166878" y="172913"/>
                </a:lnTo>
                <a:lnTo>
                  <a:pt x="168615" y="173279"/>
                </a:lnTo>
                <a:lnTo>
                  <a:pt x="170353" y="173553"/>
                </a:lnTo>
                <a:lnTo>
                  <a:pt x="172090" y="173645"/>
                </a:lnTo>
                <a:lnTo>
                  <a:pt x="173919" y="173736"/>
                </a:lnTo>
                <a:lnTo>
                  <a:pt x="175656" y="173645"/>
                </a:lnTo>
                <a:lnTo>
                  <a:pt x="177394" y="173553"/>
                </a:lnTo>
                <a:lnTo>
                  <a:pt x="179131" y="173279"/>
                </a:lnTo>
                <a:lnTo>
                  <a:pt x="180868" y="172913"/>
                </a:lnTo>
                <a:lnTo>
                  <a:pt x="182606" y="172364"/>
                </a:lnTo>
                <a:lnTo>
                  <a:pt x="184252" y="171816"/>
                </a:lnTo>
                <a:lnTo>
                  <a:pt x="185898" y="171176"/>
                </a:lnTo>
                <a:lnTo>
                  <a:pt x="310164" y="114666"/>
                </a:lnTo>
                <a:lnTo>
                  <a:pt x="312176" y="113568"/>
                </a:lnTo>
                <a:lnTo>
                  <a:pt x="314096" y="112014"/>
                </a:lnTo>
                <a:lnTo>
                  <a:pt x="315742" y="110277"/>
                </a:lnTo>
                <a:lnTo>
                  <a:pt x="317022" y="108265"/>
                </a:lnTo>
                <a:lnTo>
                  <a:pt x="317937" y="106070"/>
                </a:lnTo>
                <a:lnTo>
                  <a:pt x="318577" y="103784"/>
                </a:lnTo>
                <a:lnTo>
                  <a:pt x="318760" y="101407"/>
                </a:lnTo>
                <a:lnTo>
                  <a:pt x="318577" y="99030"/>
                </a:lnTo>
                <a:lnTo>
                  <a:pt x="317937" y="96744"/>
                </a:lnTo>
                <a:lnTo>
                  <a:pt x="317022" y="94549"/>
                </a:lnTo>
                <a:lnTo>
                  <a:pt x="315742" y="92537"/>
                </a:lnTo>
                <a:lnTo>
                  <a:pt x="314096" y="90800"/>
                </a:lnTo>
                <a:lnTo>
                  <a:pt x="312176" y="89337"/>
                </a:lnTo>
                <a:lnTo>
                  <a:pt x="310164" y="88148"/>
                </a:lnTo>
                <a:lnTo>
                  <a:pt x="185715" y="31547"/>
                </a:lnTo>
                <a:close/>
                <a:moveTo>
                  <a:pt x="28986" y="173736"/>
                </a:moveTo>
                <a:lnTo>
                  <a:pt x="28986" y="174925"/>
                </a:lnTo>
                <a:lnTo>
                  <a:pt x="29169" y="176113"/>
                </a:lnTo>
                <a:lnTo>
                  <a:pt x="29352" y="177211"/>
                </a:lnTo>
                <a:lnTo>
                  <a:pt x="29718" y="178399"/>
                </a:lnTo>
                <a:lnTo>
                  <a:pt x="30084" y="179497"/>
                </a:lnTo>
                <a:lnTo>
                  <a:pt x="30632" y="180503"/>
                </a:lnTo>
                <a:lnTo>
                  <a:pt x="31181" y="181508"/>
                </a:lnTo>
                <a:lnTo>
                  <a:pt x="31913" y="182514"/>
                </a:lnTo>
                <a:lnTo>
                  <a:pt x="32644" y="183429"/>
                </a:lnTo>
                <a:lnTo>
                  <a:pt x="33467" y="184252"/>
                </a:lnTo>
                <a:lnTo>
                  <a:pt x="34381" y="185075"/>
                </a:lnTo>
                <a:lnTo>
                  <a:pt x="35296" y="185715"/>
                </a:lnTo>
                <a:lnTo>
                  <a:pt x="36302" y="186355"/>
                </a:lnTo>
                <a:lnTo>
                  <a:pt x="37399" y="186903"/>
                </a:lnTo>
                <a:lnTo>
                  <a:pt x="161849" y="243505"/>
                </a:lnTo>
                <a:lnTo>
                  <a:pt x="163495" y="244236"/>
                </a:lnTo>
                <a:lnTo>
                  <a:pt x="165141" y="244785"/>
                </a:lnTo>
                <a:lnTo>
                  <a:pt x="166878" y="245242"/>
                </a:lnTo>
                <a:lnTo>
                  <a:pt x="168524" y="245608"/>
                </a:lnTo>
                <a:lnTo>
                  <a:pt x="170261" y="245882"/>
                </a:lnTo>
                <a:lnTo>
                  <a:pt x="172090" y="246065"/>
                </a:lnTo>
                <a:lnTo>
                  <a:pt x="173827" y="246065"/>
                </a:lnTo>
                <a:lnTo>
                  <a:pt x="175565" y="246065"/>
                </a:lnTo>
                <a:lnTo>
                  <a:pt x="177302" y="245882"/>
                </a:lnTo>
                <a:lnTo>
                  <a:pt x="179040" y="245608"/>
                </a:lnTo>
                <a:lnTo>
                  <a:pt x="180777" y="245242"/>
                </a:lnTo>
                <a:lnTo>
                  <a:pt x="182423" y="244785"/>
                </a:lnTo>
                <a:lnTo>
                  <a:pt x="184160" y="244236"/>
                </a:lnTo>
                <a:lnTo>
                  <a:pt x="185715" y="243505"/>
                </a:lnTo>
                <a:lnTo>
                  <a:pt x="309982" y="187086"/>
                </a:lnTo>
                <a:lnTo>
                  <a:pt x="311079" y="186538"/>
                </a:lnTo>
                <a:lnTo>
                  <a:pt x="312085" y="185898"/>
                </a:lnTo>
                <a:lnTo>
                  <a:pt x="312999" y="185166"/>
                </a:lnTo>
                <a:lnTo>
                  <a:pt x="313914" y="184434"/>
                </a:lnTo>
                <a:lnTo>
                  <a:pt x="314736" y="183520"/>
                </a:lnTo>
                <a:lnTo>
                  <a:pt x="315559" y="182606"/>
                </a:lnTo>
                <a:lnTo>
                  <a:pt x="316200" y="181691"/>
                </a:lnTo>
                <a:lnTo>
                  <a:pt x="316840" y="180594"/>
                </a:lnTo>
                <a:lnTo>
                  <a:pt x="317388" y="179588"/>
                </a:lnTo>
                <a:lnTo>
                  <a:pt x="317754" y="178399"/>
                </a:lnTo>
                <a:lnTo>
                  <a:pt x="318120" y="177302"/>
                </a:lnTo>
                <a:lnTo>
                  <a:pt x="318303" y="176113"/>
                </a:lnTo>
                <a:lnTo>
                  <a:pt x="318486" y="174925"/>
                </a:lnTo>
                <a:lnTo>
                  <a:pt x="318486" y="173736"/>
                </a:lnTo>
                <a:moveTo>
                  <a:pt x="28986" y="246156"/>
                </a:moveTo>
                <a:lnTo>
                  <a:pt x="28986" y="247345"/>
                </a:lnTo>
                <a:lnTo>
                  <a:pt x="29169" y="248442"/>
                </a:lnTo>
                <a:lnTo>
                  <a:pt x="29352" y="249631"/>
                </a:lnTo>
                <a:lnTo>
                  <a:pt x="29718" y="250728"/>
                </a:lnTo>
                <a:lnTo>
                  <a:pt x="30084" y="251826"/>
                </a:lnTo>
                <a:lnTo>
                  <a:pt x="30632" y="252923"/>
                </a:lnTo>
                <a:lnTo>
                  <a:pt x="31181" y="253929"/>
                </a:lnTo>
                <a:lnTo>
                  <a:pt x="31913" y="254935"/>
                </a:lnTo>
                <a:lnTo>
                  <a:pt x="32644" y="255849"/>
                </a:lnTo>
                <a:lnTo>
                  <a:pt x="33467" y="256672"/>
                </a:lnTo>
                <a:lnTo>
                  <a:pt x="34381" y="257404"/>
                </a:lnTo>
                <a:lnTo>
                  <a:pt x="35296" y="258135"/>
                </a:lnTo>
                <a:lnTo>
                  <a:pt x="36302" y="258775"/>
                </a:lnTo>
                <a:lnTo>
                  <a:pt x="37399" y="259324"/>
                </a:lnTo>
                <a:lnTo>
                  <a:pt x="161849" y="315925"/>
                </a:lnTo>
                <a:lnTo>
                  <a:pt x="163495" y="316565"/>
                </a:lnTo>
                <a:lnTo>
                  <a:pt x="165141" y="317205"/>
                </a:lnTo>
                <a:lnTo>
                  <a:pt x="166878" y="317663"/>
                </a:lnTo>
                <a:lnTo>
                  <a:pt x="168524" y="318028"/>
                </a:lnTo>
                <a:lnTo>
                  <a:pt x="170261" y="318303"/>
                </a:lnTo>
                <a:lnTo>
                  <a:pt x="172090" y="318394"/>
                </a:lnTo>
                <a:lnTo>
                  <a:pt x="173827" y="318486"/>
                </a:lnTo>
                <a:lnTo>
                  <a:pt x="175565" y="318394"/>
                </a:lnTo>
                <a:lnTo>
                  <a:pt x="177302" y="318303"/>
                </a:lnTo>
                <a:lnTo>
                  <a:pt x="179040" y="318028"/>
                </a:lnTo>
                <a:lnTo>
                  <a:pt x="180777" y="317663"/>
                </a:lnTo>
                <a:lnTo>
                  <a:pt x="182423" y="317205"/>
                </a:lnTo>
                <a:lnTo>
                  <a:pt x="184160" y="316565"/>
                </a:lnTo>
                <a:lnTo>
                  <a:pt x="185715" y="315925"/>
                </a:lnTo>
                <a:lnTo>
                  <a:pt x="309982" y="259415"/>
                </a:lnTo>
                <a:lnTo>
                  <a:pt x="311079" y="258867"/>
                </a:lnTo>
                <a:lnTo>
                  <a:pt x="312085" y="258318"/>
                </a:lnTo>
                <a:lnTo>
                  <a:pt x="312999" y="257586"/>
                </a:lnTo>
                <a:lnTo>
                  <a:pt x="313914" y="256764"/>
                </a:lnTo>
                <a:lnTo>
                  <a:pt x="314736" y="255941"/>
                </a:lnTo>
                <a:lnTo>
                  <a:pt x="315559" y="255026"/>
                </a:lnTo>
                <a:lnTo>
                  <a:pt x="316200" y="254020"/>
                </a:lnTo>
                <a:lnTo>
                  <a:pt x="316840" y="253014"/>
                </a:lnTo>
                <a:lnTo>
                  <a:pt x="317388" y="251917"/>
                </a:lnTo>
                <a:lnTo>
                  <a:pt x="317754" y="250820"/>
                </a:lnTo>
                <a:lnTo>
                  <a:pt x="318120" y="249723"/>
                </a:lnTo>
                <a:lnTo>
                  <a:pt x="318303" y="248534"/>
                </a:lnTo>
                <a:lnTo>
                  <a:pt x="318486" y="247345"/>
                </a:lnTo>
                <a:lnTo>
                  <a:pt x="318486" y="246156"/>
                </a:lnTo>
              </a:path>
            </a:pathLst>
          </a:custGeom>
          <a:noFill/>
          <a:ln w="28956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23460" y="2157984"/>
            <a:ext cx="3863340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23460" y="2157984"/>
            <a:ext cx="64008" cy="19019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6340" y="2267712"/>
            <a:ext cx="35890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SPECIALIZED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06340" y="2487168"/>
            <a:ext cx="358902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原文・補助Skill 39件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06340" y="2836799"/>
            <a:ext cx="3589020" cy="114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Matt原文Skill 37件、設計図のarchify、UI/UX知識のui-ux-pro-max。目的と安定度を確認し、同名SkillはPathを確認する。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4736" y="224942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347472" h="347472">
                <a:moveTo>
                  <a:pt x="222839" y="63551"/>
                </a:moveTo>
                <a:lnTo>
                  <a:pt x="224485" y="65014"/>
                </a:lnTo>
                <a:lnTo>
                  <a:pt x="226314" y="66111"/>
                </a:lnTo>
                <a:lnTo>
                  <a:pt x="228326" y="67026"/>
                </a:lnTo>
                <a:lnTo>
                  <a:pt x="230429" y="67574"/>
                </a:lnTo>
                <a:lnTo>
                  <a:pt x="232623" y="67757"/>
                </a:lnTo>
                <a:lnTo>
                  <a:pt x="234818" y="67666"/>
                </a:lnTo>
                <a:lnTo>
                  <a:pt x="237012" y="67300"/>
                </a:lnTo>
                <a:lnTo>
                  <a:pt x="239024" y="66477"/>
                </a:lnTo>
                <a:lnTo>
                  <a:pt x="240944" y="65471"/>
                </a:lnTo>
                <a:lnTo>
                  <a:pt x="242682" y="64099"/>
                </a:lnTo>
                <a:lnTo>
                  <a:pt x="244236" y="62545"/>
                </a:lnTo>
                <a:lnTo>
                  <a:pt x="245516" y="60716"/>
                </a:lnTo>
                <a:lnTo>
                  <a:pt x="246431" y="58796"/>
                </a:lnTo>
                <a:lnTo>
                  <a:pt x="247162" y="56693"/>
                </a:lnTo>
                <a:lnTo>
                  <a:pt x="251277" y="46543"/>
                </a:lnTo>
                <a:lnTo>
                  <a:pt x="258227" y="38130"/>
                </a:lnTo>
                <a:lnTo>
                  <a:pt x="267371" y="32187"/>
                </a:lnTo>
                <a:lnTo>
                  <a:pt x="277886" y="29261"/>
                </a:lnTo>
                <a:lnTo>
                  <a:pt x="288768" y="29535"/>
                </a:lnTo>
                <a:lnTo>
                  <a:pt x="299100" y="33101"/>
                </a:lnTo>
                <a:lnTo>
                  <a:pt x="307970" y="39594"/>
                </a:lnTo>
                <a:lnTo>
                  <a:pt x="314371" y="48372"/>
                </a:lnTo>
                <a:lnTo>
                  <a:pt x="317937" y="58704"/>
                </a:lnTo>
                <a:lnTo>
                  <a:pt x="318211" y="69586"/>
                </a:lnTo>
                <a:lnTo>
                  <a:pt x="315285" y="80101"/>
                </a:lnTo>
                <a:lnTo>
                  <a:pt x="309342" y="89245"/>
                </a:lnTo>
                <a:lnTo>
                  <a:pt x="300929" y="96195"/>
                </a:lnTo>
                <a:lnTo>
                  <a:pt x="290779" y="100310"/>
                </a:lnTo>
                <a:lnTo>
                  <a:pt x="288676" y="101041"/>
                </a:lnTo>
                <a:lnTo>
                  <a:pt x="286756" y="101956"/>
                </a:lnTo>
                <a:lnTo>
                  <a:pt x="284927" y="103236"/>
                </a:lnTo>
                <a:lnTo>
                  <a:pt x="283373" y="104790"/>
                </a:lnTo>
                <a:lnTo>
                  <a:pt x="282001" y="106528"/>
                </a:lnTo>
                <a:lnTo>
                  <a:pt x="280995" y="108448"/>
                </a:lnTo>
                <a:lnTo>
                  <a:pt x="280172" y="110460"/>
                </a:lnTo>
                <a:lnTo>
                  <a:pt x="279806" y="112654"/>
                </a:lnTo>
                <a:lnTo>
                  <a:pt x="279715" y="114849"/>
                </a:lnTo>
                <a:lnTo>
                  <a:pt x="279898" y="117043"/>
                </a:lnTo>
                <a:lnTo>
                  <a:pt x="280446" y="119146"/>
                </a:lnTo>
                <a:lnTo>
                  <a:pt x="281361" y="121158"/>
                </a:lnTo>
                <a:lnTo>
                  <a:pt x="282458" y="122987"/>
                </a:lnTo>
                <a:lnTo>
                  <a:pt x="283921" y="124633"/>
                </a:lnTo>
                <a:lnTo>
                  <a:pt x="308244" y="149047"/>
                </a:lnTo>
                <a:lnTo>
                  <a:pt x="310896" y="151973"/>
                </a:lnTo>
                <a:lnTo>
                  <a:pt x="313182" y="155174"/>
                </a:lnTo>
                <a:lnTo>
                  <a:pt x="315011" y="158557"/>
                </a:lnTo>
                <a:lnTo>
                  <a:pt x="316565" y="162215"/>
                </a:lnTo>
                <a:lnTo>
                  <a:pt x="317663" y="165964"/>
                </a:lnTo>
                <a:lnTo>
                  <a:pt x="318303" y="169804"/>
                </a:lnTo>
                <a:lnTo>
                  <a:pt x="318486" y="173736"/>
                </a:lnTo>
                <a:lnTo>
                  <a:pt x="318303" y="177668"/>
                </a:lnTo>
                <a:lnTo>
                  <a:pt x="317663" y="181508"/>
                </a:lnTo>
                <a:lnTo>
                  <a:pt x="316565" y="185257"/>
                </a:lnTo>
                <a:lnTo>
                  <a:pt x="315011" y="188915"/>
                </a:lnTo>
                <a:lnTo>
                  <a:pt x="313182" y="192298"/>
                </a:lnTo>
                <a:lnTo>
                  <a:pt x="310896" y="195499"/>
                </a:lnTo>
                <a:lnTo>
                  <a:pt x="308244" y="198425"/>
                </a:lnTo>
                <a:lnTo>
                  <a:pt x="283921" y="222839"/>
                </a:lnTo>
                <a:lnTo>
                  <a:pt x="282275" y="224211"/>
                </a:lnTo>
                <a:lnTo>
                  <a:pt x="280355" y="225400"/>
                </a:lnTo>
                <a:lnTo>
                  <a:pt x="278343" y="226314"/>
                </a:lnTo>
                <a:lnTo>
                  <a:pt x="276240" y="226863"/>
                </a:lnTo>
                <a:lnTo>
                  <a:pt x="274046" y="227046"/>
                </a:lnTo>
                <a:lnTo>
                  <a:pt x="271851" y="226954"/>
                </a:lnTo>
                <a:lnTo>
                  <a:pt x="269748" y="226497"/>
                </a:lnTo>
                <a:lnTo>
                  <a:pt x="267645" y="225765"/>
                </a:lnTo>
                <a:lnTo>
                  <a:pt x="265725" y="224668"/>
                </a:lnTo>
                <a:lnTo>
                  <a:pt x="263987" y="223388"/>
                </a:lnTo>
                <a:lnTo>
                  <a:pt x="262524" y="221833"/>
                </a:lnTo>
                <a:lnTo>
                  <a:pt x="261244" y="220005"/>
                </a:lnTo>
                <a:lnTo>
                  <a:pt x="260238" y="218084"/>
                </a:lnTo>
                <a:lnTo>
                  <a:pt x="259598" y="215981"/>
                </a:lnTo>
                <a:lnTo>
                  <a:pt x="255483" y="205831"/>
                </a:lnTo>
                <a:lnTo>
                  <a:pt x="248534" y="197419"/>
                </a:lnTo>
                <a:lnTo>
                  <a:pt x="239390" y="191475"/>
                </a:lnTo>
                <a:lnTo>
                  <a:pt x="228874" y="188458"/>
                </a:lnTo>
                <a:lnTo>
                  <a:pt x="217902" y="188824"/>
                </a:lnTo>
                <a:lnTo>
                  <a:pt x="207569" y="192390"/>
                </a:lnTo>
                <a:lnTo>
                  <a:pt x="198791" y="198791"/>
                </a:lnTo>
                <a:lnTo>
                  <a:pt x="192298" y="207660"/>
                </a:lnTo>
                <a:lnTo>
                  <a:pt x="188824" y="217993"/>
                </a:lnTo>
                <a:lnTo>
                  <a:pt x="188458" y="228874"/>
                </a:lnTo>
                <a:lnTo>
                  <a:pt x="191475" y="239390"/>
                </a:lnTo>
                <a:lnTo>
                  <a:pt x="197419" y="248534"/>
                </a:lnTo>
                <a:lnTo>
                  <a:pt x="205831" y="255483"/>
                </a:lnTo>
                <a:lnTo>
                  <a:pt x="215981" y="259598"/>
                </a:lnTo>
                <a:lnTo>
                  <a:pt x="218084" y="260238"/>
                </a:lnTo>
                <a:lnTo>
                  <a:pt x="220005" y="261244"/>
                </a:lnTo>
                <a:lnTo>
                  <a:pt x="221833" y="262524"/>
                </a:lnTo>
                <a:lnTo>
                  <a:pt x="223388" y="264079"/>
                </a:lnTo>
                <a:lnTo>
                  <a:pt x="224668" y="265816"/>
                </a:lnTo>
                <a:lnTo>
                  <a:pt x="225765" y="267736"/>
                </a:lnTo>
                <a:lnTo>
                  <a:pt x="226497" y="269748"/>
                </a:lnTo>
                <a:lnTo>
                  <a:pt x="226954" y="271943"/>
                </a:lnTo>
                <a:lnTo>
                  <a:pt x="227046" y="274137"/>
                </a:lnTo>
                <a:lnTo>
                  <a:pt x="226863" y="276240"/>
                </a:lnTo>
                <a:lnTo>
                  <a:pt x="226314" y="278435"/>
                </a:lnTo>
                <a:lnTo>
                  <a:pt x="225400" y="280446"/>
                </a:lnTo>
                <a:lnTo>
                  <a:pt x="224211" y="282275"/>
                </a:lnTo>
                <a:lnTo>
                  <a:pt x="222839" y="283921"/>
                </a:lnTo>
                <a:lnTo>
                  <a:pt x="198425" y="308244"/>
                </a:lnTo>
                <a:lnTo>
                  <a:pt x="195499" y="310896"/>
                </a:lnTo>
                <a:lnTo>
                  <a:pt x="192298" y="313182"/>
                </a:lnTo>
                <a:lnTo>
                  <a:pt x="188915" y="315011"/>
                </a:lnTo>
                <a:lnTo>
                  <a:pt x="185257" y="316565"/>
                </a:lnTo>
                <a:lnTo>
                  <a:pt x="181508" y="317663"/>
                </a:lnTo>
                <a:lnTo>
                  <a:pt x="177668" y="318303"/>
                </a:lnTo>
                <a:lnTo>
                  <a:pt x="173736" y="318486"/>
                </a:lnTo>
                <a:lnTo>
                  <a:pt x="169804" y="318303"/>
                </a:lnTo>
                <a:lnTo>
                  <a:pt x="165964" y="317663"/>
                </a:lnTo>
                <a:lnTo>
                  <a:pt x="162215" y="316565"/>
                </a:lnTo>
                <a:lnTo>
                  <a:pt x="158557" y="315011"/>
                </a:lnTo>
                <a:lnTo>
                  <a:pt x="155174" y="313182"/>
                </a:lnTo>
                <a:lnTo>
                  <a:pt x="151973" y="310896"/>
                </a:lnTo>
                <a:lnTo>
                  <a:pt x="149047" y="308244"/>
                </a:lnTo>
                <a:lnTo>
                  <a:pt x="124633" y="283921"/>
                </a:lnTo>
                <a:lnTo>
                  <a:pt x="122987" y="282458"/>
                </a:lnTo>
                <a:lnTo>
                  <a:pt x="121158" y="281361"/>
                </a:lnTo>
                <a:lnTo>
                  <a:pt x="119146" y="280446"/>
                </a:lnTo>
                <a:lnTo>
                  <a:pt x="117043" y="279898"/>
                </a:lnTo>
                <a:lnTo>
                  <a:pt x="114849" y="279715"/>
                </a:lnTo>
                <a:lnTo>
                  <a:pt x="112654" y="279806"/>
                </a:lnTo>
                <a:lnTo>
                  <a:pt x="110460" y="280172"/>
                </a:lnTo>
                <a:lnTo>
                  <a:pt x="108448" y="280995"/>
                </a:lnTo>
                <a:lnTo>
                  <a:pt x="106528" y="282001"/>
                </a:lnTo>
                <a:lnTo>
                  <a:pt x="104790" y="283373"/>
                </a:lnTo>
                <a:lnTo>
                  <a:pt x="103236" y="284927"/>
                </a:lnTo>
                <a:lnTo>
                  <a:pt x="101956" y="286756"/>
                </a:lnTo>
                <a:lnTo>
                  <a:pt x="101041" y="288676"/>
                </a:lnTo>
                <a:lnTo>
                  <a:pt x="100310" y="290779"/>
                </a:lnTo>
                <a:lnTo>
                  <a:pt x="96195" y="300929"/>
                </a:lnTo>
                <a:lnTo>
                  <a:pt x="89245" y="309342"/>
                </a:lnTo>
                <a:lnTo>
                  <a:pt x="80101" y="315285"/>
                </a:lnTo>
                <a:lnTo>
                  <a:pt x="69586" y="318211"/>
                </a:lnTo>
                <a:lnTo>
                  <a:pt x="58704" y="317937"/>
                </a:lnTo>
                <a:lnTo>
                  <a:pt x="48372" y="314371"/>
                </a:lnTo>
                <a:lnTo>
                  <a:pt x="39502" y="307878"/>
                </a:lnTo>
                <a:lnTo>
                  <a:pt x="33101" y="299100"/>
                </a:lnTo>
                <a:lnTo>
                  <a:pt x="29535" y="288768"/>
                </a:lnTo>
                <a:lnTo>
                  <a:pt x="29261" y="277886"/>
                </a:lnTo>
                <a:lnTo>
                  <a:pt x="32187" y="267371"/>
                </a:lnTo>
                <a:lnTo>
                  <a:pt x="38130" y="258227"/>
                </a:lnTo>
                <a:lnTo>
                  <a:pt x="46543" y="251277"/>
                </a:lnTo>
                <a:lnTo>
                  <a:pt x="56693" y="247162"/>
                </a:lnTo>
                <a:lnTo>
                  <a:pt x="58796" y="246431"/>
                </a:lnTo>
                <a:lnTo>
                  <a:pt x="60716" y="245516"/>
                </a:lnTo>
                <a:lnTo>
                  <a:pt x="62545" y="244236"/>
                </a:lnTo>
                <a:lnTo>
                  <a:pt x="64099" y="242682"/>
                </a:lnTo>
                <a:lnTo>
                  <a:pt x="65471" y="240944"/>
                </a:lnTo>
                <a:lnTo>
                  <a:pt x="66477" y="239024"/>
                </a:lnTo>
                <a:lnTo>
                  <a:pt x="67300" y="237012"/>
                </a:lnTo>
                <a:lnTo>
                  <a:pt x="67666" y="234818"/>
                </a:lnTo>
                <a:lnTo>
                  <a:pt x="67757" y="232623"/>
                </a:lnTo>
                <a:lnTo>
                  <a:pt x="67574" y="230429"/>
                </a:lnTo>
                <a:lnTo>
                  <a:pt x="67026" y="228326"/>
                </a:lnTo>
                <a:lnTo>
                  <a:pt x="66111" y="226314"/>
                </a:lnTo>
                <a:lnTo>
                  <a:pt x="65014" y="224485"/>
                </a:lnTo>
                <a:lnTo>
                  <a:pt x="63551" y="222839"/>
                </a:lnTo>
                <a:lnTo>
                  <a:pt x="39228" y="198425"/>
                </a:lnTo>
                <a:lnTo>
                  <a:pt x="36576" y="195499"/>
                </a:lnTo>
                <a:lnTo>
                  <a:pt x="34290" y="192298"/>
                </a:lnTo>
                <a:lnTo>
                  <a:pt x="32461" y="188915"/>
                </a:lnTo>
                <a:lnTo>
                  <a:pt x="30907" y="185257"/>
                </a:lnTo>
                <a:lnTo>
                  <a:pt x="29809" y="181508"/>
                </a:lnTo>
                <a:lnTo>
                  <a:pt x="29169" y="177668"/>
                </a:lnTo>
                <a:lnTo>
                  <a:pt x="28986" y="173736"/>
                </a:lnTo>
                <a:lnTo>
                  <a:pt x="29169" y="169804"/>
                </a:lnTo>
                <a:lnTo>
                  <a:pt x="29809" y="165964"/>
                </a:lnTo>
                <a:lnTo>
                  <a:pt x="30907" y="162215"/>
                </a:lnTo>
                <a:lnTo>
                  <a:pt x="32461" y="158557"/>
                </a:lnTo>
                <a:lnTo>
                  <a:pt x="34290" y="155174"/>
                </a:lnTo>
                <a:lnTo>
                  <a:pt x="36576" y="151973"/>
                </a:lnTo>
                <a:lnTo>
                  <a:pt x="39228" y="149047"/>
                </a:lnTo>
                <a:lnTo>
                  <a:pt x="63551" y="124633"/>
                </a:lnTo>
                <a:lnTo>
                  <a:pt x="65197" y="123261"/>
                </a:lnTo>
                <a:lnTo>
                  <a:pt x="67117" y="122072"/>
                </a:lnTo>
                <a:lnTo>
                  <a:pt x="69129" y="121158"/>
                </a:lnTo>
                <a:lnTo>
                  <a:pt x="71232" y="120609"/>
                </a:lnTo>
                <a:lnTo>
                  <a:pt x="73426" y="120426"/>
                </a:lnTo>
                <a:lnTo>
                  <a:pt x="75621" y="120518"/>
                </a:lnTo>
                <a:lnTo>
                  <a:pt x="77724" y="120975"/>
                </a:lnTo>
                <a:lnTo>
                  <a:pt x="79827" y="121707"/>
                </a:lnTo>
                <a:lnTo>
                  <a:pt x="81747" y="122804"/>
                </a:lnTo>
                <a:lnTo>
                  <a:pt x="83485" y="124084"/>
                </a:lnTo>
                <a:lnTo>
                  <a:pt x="84948" y="125639"/>
                </a:lnTo>
                <a:lnTo>
                  <a:pt x="86228" y="127467"/>
                </a:lnTo>
                <a:lnTo>
                  <a:pt x="87234" y="129388"/>
                </a:lnTo>
                <a:lnTo>
                  <a:pt x="87874" y="131491"/>
                </a:lnTo>
                <a:lnTo>
                  <a:pt x="91989" y="141641"/>
                </a:lnTo>
                <a:lnTo>
                  <a:pt x="98938" y="150053"/>
                </a:lnTo>
                <a:lnTo>
                  <a:pt x="108082" y="155997"/>
                </a:lnTo>
                <a:lnTo>
                  <a:pt x="118598" y="159014"/>
                </a:lnTo>
                <a:lnTo>
                  <a:pt x="129570" y="158648"/>
                </a:lnTo>
                <a:lnTo>
                  <a:pt x="139903" y="155082"/>
                </a:lnTo>
                <a:lnTo>
                  <a:pt x="148681" y="148681"/>
                </a:lnTo>
                <a:lnTo>
                  <a:pt x="155174" y="139812"/>
                </a:lnTo>
                <a:lnTo>
                  <a:pt x="158648" y="129479"/>
                </a:lnTo>
                <a:lnTo>
                  <a:pt x="159014" y="118598"/>
                </a:lnTo>
                <a:lnTo>
                  <a:pt x="155997" y="108082"/>
                </a:lnTo>
                <a:lnTo>
                  <a:pt x="150053" y="98938"/>
                </a:lnTo>
                <a:lnTo>
                  <a:pt x="141641" y="91989"/>
                </a:lnTo>
                <a:lnTo>
                  <a:pt x="131491" y="87874"/>
                </a:lnTo>
                <a:lnTo>
                  <a:pt x="129388" y="87234"/>
                </a:lnTo>
                <a:lnTo>
                  <a:pt x="127467" y="86228"/>
                </a:lnTo>
                <a:lnTo>
                  <a:pt x="125639" y="84948"/>
                </a:lnTo>
                <a:lnTo>
                  <a:pt x="124084" y="83393"/>
                </a:lnTo>
                <a:lnTo>
                  <a:pt x="122804" y="81656"/>
                </a:lnTo>
                <a:lnTo>
                  <a:pt x="121707" y="79736"/>
                </a:lnTo>
                <a:lnTo>
                  <a:pt x="120975" y="77724"/>
                </a:lnTo>
                <a:lnTo>
                  <a:pt x="120518" y="75529"/>
                </a:lnTo>
                <a:lnTo>
                  <a:pt x="120426" y="73335"/>
                </a:lnTo>
                <a:lnTo>
                  <a:pt x="120609" y="71232"/>
                </a:lnTo>
                <a:lnTo>
                  <a:pt x="121158" y="69037"/>
                </a:lnTo>
                <a:lnTo>
                  <a:pt x="122072" y="67026"/>
                </a:lnTo>
                <a:lnTo>
                  <a:pt x="123261" y="65197"/>
                </a:lnTo>
                <a:lnTo>
                  <a:pt x="124633" y="63551"/>
                </a:lnTo>
                <a:lnTo>
                  <a:pt x="149047" y="39228"/>
                </a:lnTo>
                <a:lnTo>
                  <a:pt x="151973" y="36576"/>
                </a:lnTo>
                <a:lnTo>
                  <a:pt x="155174" y="34290"/>
                </a:lnTo>
                <a:lnTo>
                  <a:pt x="158557" y="32461"/>
                </a:lnTo>
                <a:lnTo>
                  <a:pt x="162215" y="30907"/>
                </a:lnTo>
                <a:lnTo>
                  <a:pt x="165964" y="29809"/>
                </a:lnTo>
                <a:lnTo>
                  <a:pt x="169804" y="29169"/>
                </a:lnTo>
                <a:lnTo>
                  <a:pt x="173736" y="28986"/>
                </a:lnTo>
                <a:lnTo>
                  <a:pt x="177668" y="29169"/>
                </a:lnTo>
                <a:lnTo>
                  <a:pt x="181508" y="29809"/>
                </a:lnTo>
                <a:lnTo>
                  <a:pt x="185257" y="30907"/>
                </a:lnTo>
                <a:lnTo>
                  <a:pt x="188915" y="32461"/>
                </a:lnTo>
                <a:lnTo>
                  <a:pt x="192298" y="34290"/>
                </a:lnTo>
                <a:lnTo>
                  <a:pt x="195499" y="36576"/>
                </a:lnTo>
                <a:lnTo>
                  <a:pt x="198425" y="39228"/>
                </a:lnTo>
                <a:lnTo>
                  <a:pt x="222839" y="63551"/>
                </a:lnTo>
                <a:close/>
              </a:path>
            </a:pathLst>
          </a:custGeom>
          <a:noFill/>
          <a:ln w="28956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1580" y="4224528"/>
            <a:ext cx="694944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03020" y="42245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52件すべてを有効活用する必要はなく、1つの依頼には必要なSkillだけを使う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モデル別AGENT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4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判断するAgentと実装するAgentをモデルごとに分ける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BRAIN / PLANNER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Codex：Sol｜Claude Code：Opus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全体の進行と判定（Controller）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Architecture設計と実装計画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 Briefの作成と固定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 reviewと修正後の再レビュー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全Task完了後の全体レビュー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Codex：Luna｜Claude Code：Sonnet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固定されたBriefだけを実装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Testと検証Commandの実行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自己レビューと実装報告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設計判断が残ればPlannerへ戻す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難しいTaskはeffortを上げる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モデルは既定値に任せず、役割ごとに明示して委譲する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ORCHESTRATED-DEVELOPMENT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実装とレビューを別Agent・別Contextで回す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Planner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設計・Brief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Worker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実装・検証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審査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Planner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修正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Worker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指摘を修正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Planner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全体Review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Presentationを詳しく見る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Deck作成、Template再利用、生成Engine、品質確認の役割を確認する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完成資料と再利用基盤を分けて管理する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4348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3716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185623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0391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185623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3134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856232"/>
            <a:ext cx="0" cy="73152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5877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856232"/>
            <a:ext cx="0" cy="100584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8620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856232"/>
            <a:ext cx="0" cy="128016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13639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1856232"/>
            <a:ext cx="0" cy="15544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41071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" y="1856232"/>
            <a:ext cx="0" cy="18288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68503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7864" y="3776472"/>
            <a:ext cx="0" cy="18288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97864" y="395935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97864" y="3776472"/>
            <a:ext cx="0" cy="45720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7864" y="4233672"/>
            <a:ext cx="11887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16733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5568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6424" y="19476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19019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19019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資料作成の規則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06424" y="22219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45720" y="167610"/>
                </a:moveTo>
                <a:lnTo>
                  <a:pt x="43983" y="167518"/>
                </a:lnTo>
                <a:lnTo>
                  <a:pt x="42337" y="167244"/>
                </a:lnTo>
                <a:lnTo>
                  <a:pt x="40691" y="166787"/>
                </a:lnTo>
                <a:lnTo>
                  <a:pt x="39136" y="166146"/>
                </a:lnTo>
                <a:lnTo>
                  <a:pt x="37582" y="165324"/>
                </a:lnTo>
                <a:lnTo>
                  <a:pt x="36210" y="164318"/>
                </a:lnTo>
                <a:lnTo>
                  <a:pt x="34930" y="163220"/>
                </a:lnTo>
                <a:lnTo>
                  <a:pt x="33833" y="161940"/>
                </a:lnTo>
                <a:lnTo>
                  <a:pt x="32827" y="160477"/>
                </a:lnTo>
                <a:lnTo>
                  <a:pt x="32004" y="159014"/>
                </a:lnTo>
                <a:lnTo>
                  <a:pt x="31364" y="157460"/>
                </a:lnTo>
                <a:lnTo>
                  <a:pt x="30907" y="155814"/>
                </a:lnTo>
                <a:lnTo>
                  <a:pt x="30541" y="154076"/>
                </a:lnTo>
                <a:lnTo>
                  <a:pt x="30450" y="152430"/>
                </a:lnTo>
                <a:lnTo>
                  <a:pt x="30450" y="30450"/>
                </a:lnTo>
                <a:lnTo>
                  <a:pt x="30541" y="28804"/>
                </a:lnTo>
                <a:lnTo>
                  <a:pt x="30907" y="27066"/>
                </a:lnTo>
                <a:lnTo>
                  <a:pt x="31364" y="25420"/>
                </a:lnTo>
                <a:lnTo>
                  <a:pt x="32004" y="23866"/>
                </a:lnTo>
                <a:lnTo>
                  <a:pt x="32827" y="22403"/>
                </a:lnTo>
                <a:lnTo>
                  <a:pt x="33833" y="20940"/>
                </a:lnTo>
                <a:lnTo>
                  <a:pt x="34930" y="19660"/>
                </a:lnTo>
                <a:lnTo>
                  <a:pt x="36210" y="18562"/>
                </a:lnTo>
                <a:lnTo>
                  <a:pt x="37582" y="17556"/>
                </a:lnTo>
                <a:lnTo>
                  <a:pt x="39136" y="16734"/>
                </a:lnTo>
                <a:lnTo>
                  <a:pt x="40691" y="16093"/>
                </a:lnTo>
                <a:lnTo>
                  <a:pt x="42337" y="15636"/>
                </a:lnTo>
                <a:lnTo>
                  <a:pt x="43983" y="15362"/>
                </a:lnTo>
                <a:lnTo>
                  <a:pt x="45720" y="15270"/>
                </a:lnTo>
                <a:lnTo>
                  <a:pt x="106710" y="15270"/>
                </a:lnTo>
                <a:lnTo>
                  <a:pt x="107716" y="15270"/>
                </a:lnTo>
                <a:lnTo>
                  <a:pt x="108722" y="15362"/>
                </a:lnTo>
                <a:lnTo>
                  <a:pt x="109728" y="15453"/>
                </a:lnTo>
                <a:lnTo>
                  <a:pt x="110734" y="15728"/>
                </a:lnTo>
                <a:lnTo>
                  <a:pt x="111740" y="15911"/>
                </a:lnTo>
                <a:lnTo>
                  <a:pt x="112746" y="16276"/>
                </a:lnTo>
                <a:lnTo>
                  <a:pt x="113751" y="16642"/>
                </a:lnTo>
                <a:lnTo>
                  <a:pt x="114666" y="17099"/>
                </a:lnTo>
                <a:lnTo>
                  <a:pt x="115580" y="17556"/>
                </a:lnTo>
                <a:lnTo>
                  <a:pt x="116495" y="18014"/>
                </a:lnTo>
                <a:lnTo>
                  <a:pt x="117318" y="18654"/>
                </a:lnTo>
                <a:lnTo>
                  <a:pt x="118140" y="19202"/>
                </a:lnTo>
                <a:lnTo>
                  <a:pt x="118872" y="19934"/>
                </a:lnTo>
                <a:lnTo>
                  <a:pt x="119695" y="20665"/>
                </a:lnTo>
                <a:lnTo>
                  <a:pt x="147036" y="48006"/>
                </a:lnTo>
                <a:lnTo>
                  <a:pt x="147676" y="48738"/>
                </a:lnTo>
                <a:lnTo>
                  <a:pt x="148407" y="49469"/>
                </a:lnTo>
                <a:lnTo>
                  <a:pt x="149047" y="50292"/>
                </a:lnTo>
                <a:lnTo>
                  <a:pt x="149596" y="51206"/>
                </a:lnTo>
                <a:lnTo>
                  <a:pt x="150144" y="52029"/>
                </a:lnTo>
                <a:lnTo>
                  <a:pt x="150602" y="52944"/>
                </a:lnTo>
                <a:lnTo>
                  <a:pt x="150967" y="53950"/>
                </a:lnTo>
                <a:lnTo>
                  <a:pt x="151333" y="54864"/>
                </a:lnTo>
                <a:lnTo>
                  <a:pt x="151699" y="55870"/>
                </a:lnTo>
                <a:lnTo>
                  <a:pt x="151973" y="56876"/>
                </a:lnTo>
                <a:lnTo>
                  <a:pt x="152156" y="57882"/>
                </a:lnTo>
                <a:lnTo>
                  <a:pt x="152248" y="58887"/>
                </a:lnTo>
                <a:lnTo>
                  <a:pt x="152339" y="59893"/>
                </a:lnTo>
                <a:lnTo>
                  <a:pt x="152430" y="60990"/>
                </a:lnTo>
                <a:lnTo>
                  <a:pt x="152430" y="152430"/>
                </a:lnTo>
                <a:lnTo>
                  <a:pt x="152339" y="154076"/>
                </a:lnTo>
                <a:lnTo>
                  <a:pt x="151973" y="155814"/>
                </a:lnTo>
                <a:lnTo>
                  <a:pt x="151516" y="157460"/>
                </a:lnTo>
                <a:lnTo>
                  <a:pt x="150876" y="159014"/>
                </a:lnTo>
                <a:lnTo>
                  <a:pt x="150053" y="160477"/>
                </a:lnTo>
                <a:lnTo>
                  <a:pt x="149047" y="161940"/>
                </a:lnTo>
                <a:lnTo>
                  <a:pt x="147950" y="163220"/>
                </a:lnTo>
                <a:lnTo>
                  <a:pt x="146670" y="164318"/>
                </a:lnTo>
                <a:lnTo>
                  <a:pt x="145298" y="165324"/>
                </a:lnTo>
                <a:lnTo>
                  <a:pt x="143744" y="166146"/>
                </a:lnTo>
                <a:lnTo>
                  <a:pt x="142189" y="166787"/>
                </a:lnTo>
                <a:lnTo>
                  <a:pt x="140543" y="167244"/>
                </a:lnTo>
                <a:lnTo>
                  <a:pt x="138897" y="167518"/>
                </a:lnTo>
                <a:lnTo>
                  <a:pt x="137160" y="167610"/>
                </a:lnTo>
                <a:lnTo>
                  <a:pt x="45720" y="167610"/>
                </a:lnTo>
                <a:close/>
                <a:moveTo>
                  <a:pt x="106710" y="15270"/>
                </a:moveTo>
                <a:lnTo>
                  <a:pt x="106710" y="53310"/>
                </a:lnTo>
                <a:lnTo>
                  <a:pt x="106710" y="54224"/>
                </a:lnTo>
                <a:lnTo>
                  <a:pt x="106893" y="55047"/>
                </a:lnTo>
                <a:lnTo>
                  <a:pt x="107076" y="55870"/>
                </a:lnTo>
                <a:lnTo>
                  <a:pt x="107442" y="56601"/>
                </a:lnTo>
                <a:lnTo>
                  <a:pt x="107808" y="57424"/>
                </a:lnTo>
                <a:lnTo>
                  <a:pt x="108356" y="58064"/>
                </a:lnTo>
                <a:lnTo>
                  <a:pt x="108905" y="58704"/>
                </a:lnTo>
                <a:lnTo>
                  <a:pt x="109545" y="59253"/>
                </a:lnTo>
                <a:lnTo>
                  <a:pt x="110277" y="59802"/>
                </a:lnTo>
                <a:lnTo>
                  <a:pt x="111008" y="60168"/>
                </a:lnTo>
                <a:lnTo>
                  <a:pt x="111740" y="60533"/>
                </a:lnTo>
                <a:lnTo>
                  <a:pt x="112563" y="60808"/>
                </a:lnTo>
                <a:lnTo>
                  <a:pt x="113477" y="60899"/>
                </a:lnTo>
                <a:lnTo>
                  <a:pt x="114300" y="60990"/>
                </a:lnTo>
                <a:lnTo>
                  <a:pt x="152430" y="60990"/>
                </a:lnTo>
                <a:moveTo>
                  <a:pt x="76170" y="68580"/>
                </a:moveTo>
                <a:lnTo>
                  <a:pt x="60990" y="68580"/>
                </a:lnTo>
                <a:moveTo>
                  <a:pt x="121890" y="99030"/>
                </a:moveTo>
                <a:lnTo>
                  <a:pt x="60990" y="99030"/>
                </a:lnTo>
                <a:moveTo>
                  <a:pt x="121890" y="129570"/>
                </a:moveTo>
                <a:lnTo>
                  <a:pt x="60990" y="129570"/>
                </a:lnTo>
              </a:path>
            </a:pathLst>
          </a:custGeom>
          <a:noFill/>
          <a:ln w="15240">
            <a:solidFill>
              <a:srgbClr val="5B64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21762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017520" y="21762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入口と標準Flow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106424" y="24963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53312" y="24505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017520" y="24505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共有素材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" y="2743200"/>
            <a:ext cx="3922776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06424" y="27706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0EA5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53312" y="2724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presentations/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017520" y="27249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完成版・Review対象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6424" y="304495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53312" y="299923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skills/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17520" y="299923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06424" y="331927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53312" y="327355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327355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Skill登録Script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06424" y="359359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53312" y="35478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harness/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017520" y="354787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298448" y="3840480"/>
            <a:ext cx="3685032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8B5C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344168" y="38679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591056" y="38221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017520" y="382219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資料ごとの作業場所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298448" y="4114800"/>
            <a:ext cx="3685032" cy="237744"/>
          </a:xfrm>
          <a:prstGeom prst="roundRect">
            <a:avLst>
              <a:gd name="adj" fmla="val 15385"/>
            </a:avLst>
          </a:prstGeom>
          <a:solidFill>
            <a:srgbClr val="E8F0FE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44168" y="41422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182880" h="182880">
                <a:moveTo>
                  <a:pt x="152430" y="152430"/>
                </a:moveTo>
                <a:lnTo>
                  <a:pt x="154076" y="152339"/>
                </a:lnTo>
                <a:lnTo>
                  <a:pt x="155814" y="151973"/>
                </a:lnTo>
                <a:lnTo>
                  <a:pt x="157460" y="151516"/>
                </a:lnTo>
                <a:lnTo>
                  <a:pt x="159014" y="150876"/>
                </a:lnTo>
                <a:lnTo>
                  <a:pt x="160477" y="150053"/>
                </a:lnTo>
                <a:lnTo>
                  <a:pt x="161940" y="149047"/>
                </a:lnTo>
                <a:lnTo>
                  <a:pt x="163220" y="147950"/>
                </a:lnTo>
                <a:lnTo>
                  <a:pt x="164318" y="146670"/>
                </a:lnTo>
                <a:lnTo>
                  <a:pt x="165324" y="145298"/>
                </a:lnTo>
                <a:lnTo>
                  <a:pt x="166146" y="143744"/>
                </a:lnTo>
                <a:lnTo>
                  <a:pt x="166787" y="142189"/>
                </a:lnTo>
                <a:lnTo>
                  <a:pt x="167244" y="140543"/>
                </a:lnTo>
                <a:lnTo>
                  <a:pt x="167518" y="138897"/>
                </a:lnTo>
                <a:lnTo>
                  <a:pt x="167610" y="137160"/>
                </a:lnTo>
                <a:lnTo>
                  <a:pt x="167610" y="60990"/>
                </a:lnTo>
                <a:lnTo>
                  <a:pt x="167518" y="59253"/>
                </a:lnTo>
                <a:lnTo>
                  <a:pt x="167244" y="57607"/>
                </a:lnTo>
                <a:lnTo>
                  <a:pt x="166787" y="55961"/>
                </a:lnTo>
                <a:lnTo>
                  <a:pt x="166146" y="54315"/>
                </a:lnTo>
                <a:lnTo>
                  <a:pt x="165324" y="52852"/>
                </a:lnTo>
                <a:lnTo>
                  <a:pt x="164318" y="51481"/>
                </a:lnTo>
                <a:lnTo>
                  <a:pt x="163220" y="50201"/>
                </a:lnTo>
                <a:lnTo>
                  <a:pt x="161940" y="49012"/>
                </a:lnTo>
                <a:lnTo>
                  <a:pt x="160477" y="48097"/>
                </a:lnTo>
                <a:lnTo>
                  <a:pt x="159014" y="47274"/>
                </a:lnTo>
                <a:lnTo>
                  <a:pt x="157460" y="46543"/>
                </a:lnTo>
                <a:lnTo>
                  <a:pt x="155814" y="46086"/>
                </a:lnTo>
                <a:lnTo>
                  <a:pt x="154076" y="45811"/>
                </a:lnTo>
                <a:lnTo>
                  <a:pt x="152430" y="45720"/>
                </a:lnTo>
                <a:lnTo>
                  <a:pt x="92172" y="45720"/>
                </a:lnTo>
                <a:lnTo>
                  <a:pt x="91074" y="45720"/>
                </a:lnTo>
                <a:lnTo>
                  <a:pt x="90068" y="45629"/>
                </a:lnTo>
                <a:lnTo>
                  <a:pt x="88971" y="45446"/>
                </a:lnTo>
                <a:lnTo>
                  <a:pt x="87874" y="45171"/>
                </a:lnTo>
                <a:lnTo>
                  <a:pt x="86868" y="44806"/>
                </a:lnTo>
                <a:lnTo>
                  <a:pt x="85862" y="44440"/>
                </a:lnTo>
                <a:lnTo>
                  <a:pt x="84856" y="43891"/>
                </a:lnTo>
                <a:lnTo>
                  <a:pt x="83942" y="43343"/>
                </a:lnTo>
                <a:lnTo>
                  <a:pt x="83028" y="42794"/>
                </a:lnTo>
                <a:lnTo>
                  <a:pt x="82205" y="42062"/>
                </a:lnTo>
                <a:lnTo>
                  <a:pt x="81382" y="41331"/>
                </a:lnTo>
                <a:lnTo>
                  <a:pt x="80650" y="40599"/>
                </a:lnTo>
                <a:lnTo>
                  <a:pt x="79919" y="39776"/>
                </a:lnTo>
                <a:lnTo>
                  <a:pt x="79278" y="38862"/>
                </a:lnTo>
                <a:lnTo>
                  <a:pt x="73152" y="29718"/>
                </a:lnTo>
                <a:lnTo>
                  <a:pt x="72512" y="28804"/>
                </a:lnTo>
                <a:lnTo>
                  <a:pt x="71872" y="27981"/>
                </a:lnTo>
                <a:lnTo>
                  <a:pt x="71140" y="27249"/>
                </a:lnTo>
                <a:lnTo>
                  <a:pt x="70317" y="26518"/>
                </a:lnTo>
                <a:lnTo>
                  <a:pt x="69494" y="25878"/>
                </a:lnTo>
                <a:lnTo>
                  <a:pt x="68580" y="25237"/>
                </a:lnTo>
                <a:lnTo>
                  <a:pt x="67666" y="24689"/>
                </a:lnTo>
                <a:lnTo>
                  <a:pt x="66660" y="24232"/>
                </a:lnTo>
                <a:lnTo>
                  <a:pt x="65654" y="23774"/>
                </a:lnTo>
                <a:lnTo>
                  <a:pt x="64648" y="23500"/>
                </a:lnTo>
                <a:lnTo>
                  <a:pt x="63642" y="23226"/>
                </a:lnTo>
                <a:lnTo>
                  <a:pt x="62545" y="23043"/>
                </a:lnTo>
                <a:lnTo>
                  <a:pt x="61539" y="22860"/>
                </a:lnTo>
                <a:lnTo>
                  <a:pt x="60442" y="22860"/>
                </a:lnTo>
                <a:lnTo>
                  <a:pt x="30450" y="22860"/>
                </a:lnTo>
                <a:lnTo>
                  <a:pt x="28804" y="22951"/>
                </a:lnTo>
                <a:lnTo>
                  <a:pt x="27066" y="23226"/>
                </a:lnTo>
                <a:lnTo>
                  <a:pt x="25420" y="23683"/>
                </a:lnTo>
                <a:lnTo>
                  <a:pt x="23866" y="24414"/>
                </a:lnTo>
                <a:lnTo>
                  <a:pt x="22403" y="25237"/>
                </a:lnTo>
                <a:lnTo>
                  <a:pt x="20940" y="26152"/>
                </a:lnTo>
                <a:lnTo>
                  <a:pt x="19660" y="27341"/>
                </a:lnTo>
                <a:lnTo>
                  <a:pt x="18562" y="28621"/>
                </a:lnTo>
                <a:lnTo>
                  <a:pt x="17556" y="29992"/>
                </a:lnTo>
                <a:lnTo>
                  <a:pt x="16734" y="31455"/>
                </a:lnTo>
                <a:lnTo>
                  <a:pt x="16093" y="33101"/>
                </a:lnTo>
                <a:lnTo>
                  <a:pt x="15636" y="34747"/>
                </a:lnTo>
                <a:lnTo>
                  <a:pt x="15362" y="36393"/>
                </a:lnTo>
                <a:lnTo>
                  <a:pt x="15270" y="38130"/>
                </a:lnTo>
                <a:lnTo>
                  <a:pt x="15270" y="137160"/>
                </a:lnTo>
                <a:lnTo>
                  <a:pt x="15362" y="138897"/>
                </a:lnTo>
                <a:lnTo>
                  <a:pt x="15636" y="140543"/>
                </a:lnTo>
                <a:lnTo>
                  <a:pt x="16093" y="142189"/>
                </a:lnTo>
                <a:lnTo>
                  <a:pt x="16734" y="143744"/>
                </a:lnTo>
                <a:lnTo>
                  <a:pt x="17556" y="145298"/>
                </a:lnTo>
                <a:lnTo>
                  <a:pt x="18562" y="146670"/>
                </a:lnTo>
                <a:lnTo>
                  <a:pt x="19660" y="147950"/>
                </a:lnTo>
                <a:lnTo>
                  <a:pt x="20940" y="149047"/>
                </a:lnTo>
                <a:lnTo>
                  <a:pt x="22403" y="150053"/>
                </a:lnTo>
                <a:lnTo>
                  <a:pt x="23866" y="150876"/>
                </a:lnTo>
                <a:lnTo>
                  <a:pt x="25420" y="151516"/>
                </a:lnTo>
                <a:lnTo>
                  <a:pt x="27066" y="151973"/>
                </a:lnTo>
                <a:lnTo>
                  <a:pt x="28804" y="152339"/>
                </a:lnTo>
                <a:lnTo>
                  <a:pt x="30450" y="152430"/>
                </a:lnTo>
                <a:lnTo>
                  <a:pt x="152430" y="152430"/>
                </a:lnTo>
                <a:close/>
              </a:path>
            </a:pathLst>
          </a:cu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591056" y="40965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templates/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017520" y="4096512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再利用Slide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49240" y="1298448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9240" y="1298448"/>
            <a:ext cx="64008" cy="9814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32120" y="14081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作成中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532120" y="1627632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harness/projects/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5532120" y="1912811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資料ごとのBrief・生成Code・出典・出力。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349240" y="2407920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9240" y="2407920"/>
            <a:ext cx="64008" cy="981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32120" y="251764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532120" y="2737104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harness/templates/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5532120" y="3022283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実Slide・編集Field・用途説明を部品化。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349240" y="3517392"/>
            <a:ext cx="3337560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49240" y="3517392"/>
            <a:ext cx="64008" cy="9814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532120" y="362712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532120" y="3846576"/>
            <a:ext cx="3063240" cy="24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presentations/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5532120" y="4131755"/>
            <a:ext cx="3063240" cy="29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完成版またはReview対象を共有領域へ置く。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5つのPresentation Skillは役割ごとに選ぶ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851660" y="2240280"/>
            <a:ext cx="0" cy="2286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063240" y="2948940"/>
            <a:ext cx="32004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343400" y="2169414"/>
            <a:ext cx="0" cy="272034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343400" y="2169414"/>
            <a:ext cx="1325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5669280" y="1897380"/>
            <a:ext cx="0" cy="272034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triangl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7200900" y="2514600"/>
            <a:ext cx="0" cy="32004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triangl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685800" y="1325880"/>
            <a:ext cx="23317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325880"/>
            <a:ext cx="64008" cy="868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4356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部品化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1655064"/>
            <a:ext cx="20574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ingest-slide-templates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1921827"/>
            <a:ext cx="2057400" cy="199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既存PPTXを再利用する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2514600"/>
            <a:ext cx="23317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514600"/>
            <a:ext cx="64008" cy="8686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262432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部品説明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68680" y="2843784"/>
            <a:ext cx="205740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describe-slide-template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3110548"/>
            <a:ext cx="2057400" cy="19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AIが選べる説明を作る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29000" y="2487168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9AA3B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593592" y="2542032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部品置き場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templates/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template.pptx・description.md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715000" y="1325880"/>
            <a:ext cx="2971800" cy="1143000"/>
          </a:xfrm>
          <a:prstGeom prst="roundRect">
            <a:avLst>
              <a:gd name="adj" fmla="val 48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79592" y="1380744"/>
            <a:ext cx="26974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Deck制作</a:t>
            </a:r>
            <a:endParaRPr lang="en-US" sz="9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PPTXを作る・直す → Deck project一式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15000" y="2880360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5000" y="2880360"/>
            <a:ext cx="64008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2990088"/>
            <a:ext cx="269748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customize-presentation-design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715000" y="3520440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15000" y="3520440"/>
            <a:ext cx="64008" cy="53035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7880" y="3630168"/>
            <a:ext cx="269748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ui-ux-pro-max（UI/UX補助）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共通Design（色・書体・Logo）とUI/UX補助は、build-presentationの判断を支える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目的・根拠・生成・結果を別Fileで残す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00400" y="18973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383280" y="18973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3383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00400" y="32689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3383280" y="2583180"/>
            <a:ext cx="0" cy="68580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383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69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852160" y="1691640"/>
            <a:ext cx="0" cy="89154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852160" y="169164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0" y="2583180"/>
            <a:ext cx="36576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2583180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852160" y="2583180"/>
            <a:ext cx="0" cy="882396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852160" y="3465576"/>
            <a:ext cx="182880" cy="0"/>
          </a:xfrm>
          <a:prstGeom prst="line">
            <a:avLst/>
          </a:prstGeom>
          <a:noFill/>
          <a:ln w="22225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" y="13258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1325880"/>
            <a:ext cx="64008" cy="1143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1435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目的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1655064"/>
            <a:ext cx="219456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brief.txt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68680" y="1921827"/>
            <a:ext cx="2194560" cy="47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読者、目的、期待する行動、結論、範囲、確認状態。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26974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697480"/>
            <a:ext cx="64008" cy="1143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28072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根拠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8680" y="3026664"/>
            <a:ext cx="219456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source-notes.txt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3293428"/>
            <a:ext cx="2194560" cy="47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事実、仮定、未確認、出典、支持する主張。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11880" y="192024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76472" y="1975104"/>
            <a:ext cx="17373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生成</a:t>
            </a:r>
            <a:endParaRPr lang="en-US" sz="9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rgbClr val="D5D9E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Slide順と内容を決定論的なCodeで再生成可能にする。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80760" y="1325880"/>
            <a:ext cx="26060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0760" y="1325880"/>
            <a:ext cx="64008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3640" y="143560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結果 output/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63640" y="1655064"/>
            <a:ext cx="23317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deck.pptx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080760" y="2212848"/>
            <a:ext cx="26060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80760" y="2212848"/>
            <a:ext cx="64008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23225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結果 output/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63640" y="2542032"/>
            <a:ext cx="23317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全枚画像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080760" y="3099816"/>
            <a:ext cx="26060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80760" y="3099816"/>
            <a:ext cx="64008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63640" y="3209544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結果 output/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63640" y="3429000"/>
            <a:ext cx="2331720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 report・QA report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build.tsを再実行すれば、同じ入力から同じPPTXを再生成できる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41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QA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PPTX生成成功と資料品質を別々に確認する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TypeScript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Package・Field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Slide数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画像化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全Slideを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同じ条件でRender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目視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切れ・重なり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余白・対比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引渡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実施済み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未実施を分離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使った結果を引き継ぐ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成果物、検証、未確認事項、次の人の行動を一つにまとめる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作業完了の意味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生成しただけではなく、確認できる状態までを成果とする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NOT ENOUGH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AIの回答だけ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会話に説明があるだけ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Fileの場所が不明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どのTestを実行したか不明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未確認事項が埋もれる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外部操作の有無が不明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READY TO REVIEW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引き継げる状態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成果物へのPathがある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正本文書と変更が一致する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検証Commandと結果がある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未確認・Riskが分離される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次のHuman actionが明確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利用後に確認するもの：成果物・根拠・検証・未確認・次の行動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AIの完了報告では次の6点を見る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何を変更・作成したか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成果物はどこにあるか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どの根拠を使ったか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どのBuild・Test・QAが成功したか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何が未確認で、どんなRiskが残るか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人が次に判断・実行することは何か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commit・push・PR・公開・deployは、実施したかどうかを必ず分けて確認する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Skill索引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ここからは必要なSkillを名前で探すための参照資料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APPENDIX：SKILL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03504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Skill索引は8つの系統で探す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80160"/>
            <a:ext cx="64008" cy="13441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DEV・統合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009394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requirements-analysis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/ tdd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68680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1〜4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22626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22626" y="1280160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05506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905506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明示して使う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046220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905506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ask-matt / triage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to-spec / to-tickets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05506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05506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4〜6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9452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9452" y="1280160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42332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42332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自動で選択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083046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942332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/ research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diagnosing-bugs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42332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42332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6〜8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96278" y="1280160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96278" y="1280160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79158" y="1389888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79158" y="1645920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119872" y="1591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979158" y="2029968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grill-me / handoff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/ grilling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979158" y="2359152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79158" y="2359152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8〜10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5800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5800" y="2752344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68680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2009394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868680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loop-me / retro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implement-spec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10〜12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22626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22626" y="2752344"/>
            <a:ext cx="64008" cy="13441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05506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DEV・Matt原文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905506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4046220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905506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setup-pre-commit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scaffold-exercises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905506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05506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12〜13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9452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759452" y="2752344"/>
            <a:ext cx="64008" cy="13441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42332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DEV・補助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942332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補助Skill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6083046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4942332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archify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ui-ux-pro-max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942332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42332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索引 13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96278" y="2752344"/>
            <a:ext cx="1890522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96278" y="2752344"/>
            <a:ext cx="64008" cy="1344168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979158" y="2862072"/>
            <a:ext cx="1616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979158" y="3118104"/>
            <a:ext cx="11590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資料作成Skill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8119872" y="30632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6979158" y="3502152"/>
            <a:ext cx="16162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build-presentation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ingest-slide-templates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979158" y="3831336"/>
            <a:ext cx="1570482" cy="192024"/>
          </a:xfrm>
          <a:prstGeom prst="roundRect">
            <a:avLst>
              <a:gd name="adj" fmla="val 19048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79158" y="3831336"/>
            <a:ext cx="157048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Presentation索引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303020" y="4224528"/>
            <a:ext cx="6766560" cy="329184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94460" y="422452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名前が分かる場合は索引で探し、分からない場合はskills/README.mdから選ぶ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5800" y="47183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8229600" y="47183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47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統合・初回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bootstrap-development-harness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既存Projectへ初導入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統合・要求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requirements-analysis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要望を要求へ整理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要求文書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統合・仕様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振る舞い・異常系を確定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統合・設計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責務・境界・APIを設計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設計記録・ADR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2/13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implementation-planning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依存付き作業へ分解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計画・Ticket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統合・調査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research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外部一次情報が必要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調査文書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統合・Test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Test先行で振る舞い変更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RED/GREEN/REFACTOR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統合・実装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承認済み仕様を小さく実装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垂直Slice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3/13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統合・障害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debugging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Bug・Build・性能劣化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根本原因・回帰Test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統合・Review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差分を二軸で確認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指摘と判定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統合・文書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利用・設計知識を同期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README・ADR等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統合・提供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delivery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Git・CI・Release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PR・CI・Rollback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4/13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統合・実行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orchestrated-development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役割別Agentで連続実行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Task・Review台帳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ask-matt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使うSkillが不明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推奨Flow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grill-with-docs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要望を文書と質問で深掘り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論点・用語・ADR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triage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未整理Issue・外部PRを分類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分類・Brief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5/13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improve-codebase-architecture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Deep module候補を調査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HTML report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setup-matt-pocock-skills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原文Skillを初期設定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docs/agents設定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to-spec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解決済み会話を仕様化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仕様Issue・文書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to-tickets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仕様を依存付きTicket化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Ticket群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6/13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仕様・Ticketを実装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実装・Test・Review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wayfinder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巨大で不確実な計画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意思決定地図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捨てる試作で疑問を検証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Prototype・回答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diagnosing-bugs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難しい不具合を再現から調査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原因・修正・回帰Test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7/13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research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一次資料を引用付きで調査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Markdown調査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正しいSeamでTest先行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Testと実装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domain-modeling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Domain用語を明確化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CONTEXT・ADR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codebase-design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Deep moduleとInterface設計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設計語彙・境界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8/13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仕様・標準の二軸Review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差分指摘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resolving-merge-conflicts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Merge/Rebase conflict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意図を保つ解消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wizard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人専用設定を対話手順化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Bash wizard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grill-me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Directoryなしの相談を深掘り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判断・未決事項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9/13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handoff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別Agent・Sessionへ移す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引継ぎ文書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複数Sessionで学習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教材・学習記録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to-questionnaire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専門家への質問を整理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wait-what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直前説明を平易に再構成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再説明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10/13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判断を質問でStress test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事実・分岐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writing-for-agents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Agent向け文書を作る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Skill・AGENTS.md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loop-me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複数SessionでWorkflow設計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状態付き仕様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writing-beats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記事を展開単位で構成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Beatと本文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11/13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writing-fragments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記事材料をInterview収集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断片素材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writing-shape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Markdown素材を記事化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完成記事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claude-handoff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Claude背景Agentへ移す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即時Handoff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setup-ts-deep-modules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TS境界を静的強制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dependency設定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12/13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implement-spec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 graphを並行実装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Branch・PR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retro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Session後の環境改善検討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現状はStub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git-guardrails-claude-code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危険なGit操作をHookで阻止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Hook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migrate-to-shoehorn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TS Testのasを移行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安全なFixture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13/13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scaffold-exercises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演習Directoryを作る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問題・解答・解説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setup-pre-commit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Commit前検査を追加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Husky等の設定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archify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設計・Flow・差分を図示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図・検証記録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UI/UX知識を検索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候補・QA観点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Skill索引 1/2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制作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PPTX新規作成・改訂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project一式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取込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ingest-slide-templates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既存Slideを部品化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Template一式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describe-slide-template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Template用途を記述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description.md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customize-presentation-design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共通Designを変更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Skill索引 2/2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UI/UX補助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設計知識・候補を検索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候補・確認観点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presentation/skills/README.md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Skillを選ぶ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入口と境界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presentation/skills/SETUP.md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Codex/Claudeへ登録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Linkと検証手順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presentation/harness/README.md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依存・Commandを確認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生成・QA手順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用語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4つの用語を同じ意味で使う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CANONICAL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最新の定義や手順を一か所で管理し、他はLinkする。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18888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18888" y="1371600"/>
            <a:ext cx="73152" cy="1234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0056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OUTPUT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0056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0056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利用されるSlide、仕様、Code、Test、調査報告など。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852928"/>
            <a:ext cx="73152" cy="1234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6968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判断を支える仕様、実装、Log、Test、公式文書。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18888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18888" y="2852928"/>
            <a:ext cx="73152" cy="123444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0056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OPEN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0056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20056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必要だが権限・環境・情報不足で確認できないこと。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最初の一歩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次の依頼はこの順番で始める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対象ProjectをCodexまたはClaude Codeで開く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AGENTS.mdと担当領域READMEを読む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目的・対象・完了条件・権限を伝える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選ばれたSkillと作業範囲を確認する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成果物と検証結果を確認する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未確認・Risk・次のHuman actionを判断する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入口：development/README.md｜presentation/README.md｜各skills/README.md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AI-Engine-Dev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AI-Engine-Dev workspace guide template source</dc:title>
  <dc:subject>AI-Engine-Dev workspace guide template source</dc:subject>
  <dc:creator>AI-Engine-Dev presentation harness</dc:creator>
  <cp:lastModifiedBy>AI-Engine-Dev presentation harness</cp:lastModifiedBy>
  <cp:revision>1</cp:revision>
  <dcterms:created xsi:type="dcterms:W3CDTF">2026-09-06T10:16:25Z</dcterms:created>
  <dcterms:modified xsi:type="dcterms:W3CDTF">2026-09-06T10:16:25Z</dcterms:modified>
</cp:coreProperties>
</file>