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578608"/>
            <a:ext cx="7040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1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reader will understand in this section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4160520"/>
            <a:ext cx="8001000" cy="0"/>
          </a:xfrm>
          <a:prstGeom prst="line">
            <a:avLst/>
          </a:prstGeom>
          <a:noFill/>
          <a:ln w="12700">
            <a:solidFill>
              <a:srgbClr val="38425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315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3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