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7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title with one clear takeaway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96596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89888"/>
            <a:ext cx="73152" cy="12435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739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579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outcome.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234440"/>
            <a:ext cx="73152" cy="1389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13624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304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3048" y="200253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· design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tests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2880360"/>
            <a:ext cx="20574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2880360"/>
            <a:ext cx="73152" cy="1389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30083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3048" y="3264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13048" y="364845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· deck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· visual QA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37960" y="20574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057400"/>
            <a:ext cx="7315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21854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39128" y="24414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39128" y="2825496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matching SKILL.md.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51760" y="2011680"/>
            <a:ext cx="896112" cy="-914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51760" y="2011680"/>
            <a:ext cx="896112" cy="155448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1920240"/>
            <a:ext cx="804672" cy="59436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69280" y="3566160"/>
            <a:ext cx="804672" cy="-5486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