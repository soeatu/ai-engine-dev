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001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8001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reader is ready when these six conditions are clear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0992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16152" y="1655064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know which folder owns the work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00600" y="16642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70992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30952" y="1655064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selected only the Skills required for this task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2450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963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16152" y="2441448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Facts, assumptions, and unresolved items are separated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00600" y="24505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4963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30952" y="2441448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and canonical documents agree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32369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8269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16152" y="3227832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and uncompleted checks are reported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00600" y="32369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28269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30952" y="3227832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actions stay within explicit authority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4352544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LINKS OR NEXT ACTION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AI-Engine-Dev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AI-Engine-Dev workspace guide template source</dc:title>
  <dc:subject>AI-Engine-Dev workspace guide template source</dc:subject>
  <dc:creator>AI-Engine-Dev presentation harness</dc:creator>
  <cp:lastModifiedBy>AI-Engine-Dev presentation harness</cp:lastModifiedBy>
  <cp:revision>1</cp:revision>
  <dcterms:created xsi:type="dcterms:W3CDTF">2026-09-06T10:16:25Z</dcterms:created>
  <dcterms:modified xsi:type="dcterms:W3CDTF">2026-09-06T10:16:25Z</dcterms:modified>
</cp:coreProperties>
</file>