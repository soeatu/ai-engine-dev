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6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CATALOG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title with one clear takeaway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89888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75688" y="1371600"/>
            <a:ext cx="169164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5416" y="148132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7328" y="1371600"/>
            <a:ext cx="2880360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481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47688" y="1371600"/>
            <a:ext cx="2039112" cy="45720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81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476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75688" y="1828800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94767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1828800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947672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Skill fits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828800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4767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450592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694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TWO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450592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56946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name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450592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694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Skill fits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7688" y="2450592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56946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072384"/>
            <a:ext cx="138988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912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THREE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75688" y="3072384"/>
            <a:ext cx="1691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31912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name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67328" y="3072384"/>
            <a:ext cx="2880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191256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Skill fits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203911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19125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3694176"/>
            <a:ext cx="1389888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13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FOUR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3694176"/>
            <a:ext cx="169164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381304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name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67328" y="3694176"/>
            <a:ext cx="2880360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81304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Skill fits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47688" y="3694176"/>
            <a:ext cx="2039112" cy="62179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38130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