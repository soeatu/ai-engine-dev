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8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7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BY STEP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Four-step procedure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2984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F0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89888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316736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entrypoint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86200" y="131673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nearest README and AGENTS.md.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1755648"/>
            <a:ext cx="0" cy="292608"/>
          </a:xfrm>
          <a:prstGeom prst="line">
            <a:avLst/>
          </a:prstGeom>
          <a:noFill/>
          <a:ln w="19050">
            <a:solidFill>
              <a:srgbClr val="D5D9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04825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F0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39696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2066544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the brief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86200" y="206654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scope, evidence, constraints, and authority.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2505456"/>
            <a:ext cx="0" cy="292608"/>
          </a:xfrm>
          <a:prstGeom prst="line">
            <a:avLst/>
          </a:prstGeom>
          <a:noFill/>
          <a:ln w="19050">
            <a:solidFill>
              <a:srgbClr val="D5D9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798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F0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88950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2816352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Skill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86200" y="2816352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the artifact with its required workflow.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14400" y="3255264"/>
            <a:ext cx="0" cy="292608"/>
          </a:xfrm>
          <a:prstGeom prst="line">
            <a:avLst/>
          </a:prstGeom>
          <a:noFill/>
          <a:ln w="19050">
            <a:solidFill>
              <a:srgbClr val="D5D9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5478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639312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71600" y="3566160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and hand off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886200" y="356616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completed checks from remaining risks.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AI-ENGINE-DEV GUIDE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AI-Engine-Dev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AI-Engine-Dev workspace guide template source</dc:title>
  <dc:subject>AI-Engine-Dev workspace guide template source</dc:subject>
  <dc:creator>AI-Engine-Dev presentation harness</dc:creator>
  <cp:lastModifiedBy>AI-Engine-Dev presentation harness</cp:lastModifiedBy>
  <cp:revision>1</cp:revision>
  <dcterms:created xsi:type="dcterms:W3CDTF">2026-09-06T10:16:25Z</dcterms:created>
  <dcterms:modified xsi:type="dcterms:W3CDTF">2026-09-06T10:16:25Z</dcterms:modified>
</cp:coreProperties>
</file>