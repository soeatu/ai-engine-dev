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0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CAUTION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authority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96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75564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39696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by a current source or check.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18888" y="1371600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371600"/>
            <a:ext cx="73152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4996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0056" y="175564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0056" y="2139696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progress, but clearly labeled.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852928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852928"/>
            <a:ext cx="73152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32369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6968" y="3621024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user input or later verification.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18888" y="2852928"/>
            <a:ext cx="3858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852928"/>
            <a:ext cx="73152" cy="1234440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29809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0056" y="323697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0056" y="3621024"/>
            <a:ext cx="34930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do not expand authority.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