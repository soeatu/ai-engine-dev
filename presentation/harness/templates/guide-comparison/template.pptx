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3" r:id="rId9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9" Type="http://schemas.openxmlformats.org/officeDocument/2006/relationships/slide" Target="slides/slide8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274320"/>
            <a:ext cx="8001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10" kern="0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COMPARISON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5800" y="658368"/>
            <a:ext cx="8001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500" b="1" dirty="0">
                <a:solidFill>
                  <a:srgbClr val="1218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Two-area comparison</a:t>
            </a:r>
            <a:endParaRPr lang="en-US" sz="3500" dirty="0"/>
          </a:p>
        </p:txBody>
      </p:sp>
      <p:sp>
        <p:nvSpPr>
          <p:cNvPr id="4" name="Shape 2"/>
          <p:cNvSpPr/>
          <p:nvPr/>
        </p:nvSpPr>
        <p:spPr>
          <a:xfrm>
            <a:off x="685800" y="1353312"/>
            <a:ext cx="3822192" cy="2697480"/>
          </a:xfrm>
          <a:prstGeom prst="roundRect">
            <a:avLst>
              <a:gd name="adj" fmla="val 2712"/>
            </a:avLst>
          </a:prstGeom>
          <a:solidFill>
            <a:srgbClr val="FFFFFF"/>
          </a:solidFill>
          <a:ln w="12700">
            <a:solidFill>
              <a:srgbClr val="D5D9E0"/>
            </a:solidFill>
            <a:prstDash val="solid"/>
          </a:ln>
          <a:effectLst>
            <a:outerShdw sx="100000" sy="100000" kx="0" ky="0" algn="bl" rotWithShape="0" blurRad="12700" dist="50800" dir="2700000">
              <a:srgbClr val="D8DCE3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85800" y="1353312"/>
            <a:ext cx="73152" cy="269748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86968" y="1481328"/>
            <a:ext cx="34564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LEFT AREA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86968" y="1737360"/>
            <a:ext cx="34564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218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Development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86968" y="2121408"/>
            <a:ext cx="3456432" cy="1801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Purpose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inputs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Typical Skills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 artifacts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Validation and handoff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864608" y="1353312"/>
            <a:ext cx="3822192" cy="2697480"/>
          </a:xfrm>
          <a:prstGeom prst="roundRect">
            <a:avLst>
              <a:gd name="adj" fmla="val 2712"/>
            </a:avLst>
          </a:prstGeom>
          <a:solidFill>
            <a:srgbClr val="FFFFFF"/>
          </a:solidFill>
          <a:ln w="12700">
            <a:solidFill>
              <a:srgbClr val="D5D9E0"/>
            </a:solidFill>
            <a:prstDash val="solid"/>
          </a:ln>
          <a:effectLst>
            <a:outerShdw sx="100000" sy="100000" kx="0" ky="0" algn="bl" rotWithShape="0" blurRad="12700" dist="50800" dir="2700000">
              <a:srgbClr val="D8DCE3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64608" y="1353312"/>
            <a:ext cx="73152" cy="269748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65776" y="1481328"/>
            <a:ext cx="34564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RIGHT AREA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065776" y="1737360"/>
            <a:ext cx="34564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218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Presentation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5065776" y="2121408"/>
            <a:ext cx="3456432" cy="1801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Purpose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inputs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Typical Skills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 artifacts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Validation and handoff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1965960" y="4224528"/>
            <a:ext cx="5212080" cy="347472"/>
          </a:xfrm>
          <a:prstGeom prst="roundRect">
            <a:avLst>
              <a:gd name="adj" fmla="val 21053"/>
            </a:avLst>
          </a:prstGeom>
          <a:solidFill>
            <a:srgbClr val="E8F0FE"/>
          </a:solidFill>
          <a:ln w="12700">
            <a:solidFill>
              <a:srgbClr val="E8F0F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057400" y="4270248"/>
            <a:ext cx="50292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218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Shared rule: evidence, canonical sources, validation, human review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85800" y="4645152"/>
            <a:ext cx="8001000" cy="0"/>
          </a:xfrm>
          <a:prstGeom prst="line">
            <a:avLst/>
          </a:prstGeom>
          <a:noFill/>
          <a:ln w="12700">
            <a:solidFill>
              <a:srgbClr val="D5D9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" y="4718304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AI-ENGINE-DEV GUIDE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8275320" y="4718304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Inte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AI-Engine-Dev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AI-Engine-Dev workspace guide template source</dc:title>
  <dc:subject>AI-Engine-Dev workspace guide template source</dc:subject>
  <dc:creator>AI-Engine-Dev presentation harness</dc:creator>
  <cp:lastModifiedBy>AI-Engine-Dev presentation harness</cp:lastModifiedBy>
  <cp:revision>1</cp:revision>
  <dcterms:created xsi:type="dcterms:W3CDTF">2026-09-06T10:16:25Z</dcterms:created>
  <dcterms:modified xsi:type="dcterms:W3CDTF">2026-09-06T10:16:25Z</dcterms:modified>
</cp:coreProperties>
</file>