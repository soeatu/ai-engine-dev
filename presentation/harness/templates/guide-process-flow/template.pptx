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5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Five-stage workflow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210312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210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Goal, audience, evidence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4904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3172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E8F0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802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7802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7802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and Skill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7764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394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2394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2394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and source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40880" y="2624328"/>
            <a:ext cx="192024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2356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986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986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76986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and visual QA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69480" y="1874520"/>
            <a:ext cx="1417320" cy="1627632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5784" y="2039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15784" y="2404872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15784" y="28254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and risks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AI-ENGINE-DEV GUIDE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AI-Engine-Dev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AI-Engine-Dev workspace guide template source</dc:title>
  <dc:subject>AI-Engine-Dev workspace guide template source</dc:subject>
  <dc:creator>AI-Engine-Dev presentation harness</dc:creator>
  <cp:lastModifiedBy>AI-Engine-Dev presentation harness</cp:lastModifiedBy>
  <cp:revision>1</cp:revision>
  <dcterms:created xsi:type="dcterms:W3CDTF">2026-09-06T10:16:25Z</dcterms:created>
  <dcterms:modified xsi:type="dcterms:W3CDTF">2026-09-06T10:16:25Z</dcterms:modified>
</cp:coreProperties>
</file>