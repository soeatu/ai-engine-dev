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005840"/>
            <a:ext cx="8001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 CATEGORY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150876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guide title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85800" y="2606040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concise subtitle describing the audience and outcome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422452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OR CONTEXT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AI-Engine-Dev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AI-Engine-Dev workspace guide template source</dc:title>
  <dc:subject>AI-Engine-Dev workspace guide template source</dc:subject>
  <dc:creator>AI-Engine-Dev presentation harness</dc:creator>
  <cp:lastModifiedBy>AI-Engine-Dev presentation harness</cp:lastModifiedBy>
  <cp:revision>1</cp:revision>
  <dcterms:created xsi:type="dcterms:W3CDTF">2026-09-06T10:16:25Z</dcterms:created>
  <dcterms:modified xsi:type="dcterms:W3CDTF">2026-09-06T10:16:25Z</dcterms:modified>
</cp:coreProperties>
</file>