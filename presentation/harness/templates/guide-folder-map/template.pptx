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8" r:id="rId4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274320"/>
            <a:ext cx="8001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10" kern="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85800" y="658368"/>
            <a:ext cx="8001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roles become clear at a glance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2834640" cy="2971800"/>
          </a:xfrm>
          <a:prstGeom prst="roundRect">
            <a:avLst>
              <a:gd name="adj" fmla="val 2581"/>
            </a:avLst>
          </a:prstGeom>
          <a:solidFill>
            <a:srgbClr val="12182B"/>
          </a:solidFill>
          <a:ln w="12700">
            <a:solidFill>
              <a:srgbClr val="1218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609344"/>
            <a:ext cx="233172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workspace-root/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development/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projects/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scripts/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└─ templates/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├─ presentation/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harness/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├─ skills/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│  └─ presentations/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└─ Lerning/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886200" y="1353312"/>
            <a:ext cx="224028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86200" y="1353312"/>
            <a:ext cx="73152" cy="129844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87368" y="1481328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AREA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87368" y="173736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Folder name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087368" y="21214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Responsibility and entry point.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353312"/>
            <a:ext cx="2331720" cy="1298448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355080" y="1353312"/>
            <a:ext cx="73152" cy="129844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1481328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CANONICAL ENTRY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56248" y="173736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README.md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556248" y="2121408"/>
            <a:ext cx="1965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document and next action.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886200" y="2907792"/>
            <a:ext cx="4800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9E0"/>
            </a:solidFill>
            <a:prstDash val="solid"/>
          </a:ln>
          <a:effectLst>
            <a:outerShdw sx="100000" sy="100000" kx="0" ky="0" algn="bl" rotWithShape="0" blurRad="12700" dist="50800" dir="2700000">
              <a:srgbClr val="D8DCE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86200" y="2907792"/>
            <a:ext cx="73152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87368" y="3035808"/>
            <a:ext cx="4434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87368" y="3291840"/>
            <a:ext cx="4434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218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belongs elsewhere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7368" y="3675888"/>
            <a:ext cx="4434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the nearest related area and prevent misplaced artifacts.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85800" y="4645152"/>
            <a:ext cx="8001000" cy="0"/>
          </a:xfrm>
          <a:prstGeom prst="line">
            <a:avLst/>
          </a:prstGeom>
          <a:noFill/>
          <a:ln w="12700">
            <a:solidFill>
              <a:srgbClr val="D5D9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718304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AI-ENGINE-DEV GUIDE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75320" y="47183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AI-Engine-Dev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AI-Engine-Dev workspace guide template source</dc:title>
  <dc:subject>AI-Engine-Dev workspace guide template source</dc:subject>
  <dc:creator>AI-Engine-Dev presentation harness</dc:creator>
  <cp:lastModifiedBy>AI-Engine-Dev presentation harness</cp:lastModifiedBy>
  <cp:revision>1</cp:revision>
  <dcterms:created xsi:type="dcterms:W3CDTF">2026-09-06T10:16:25Z</dcterms:created>
  <dcterms:modified xsi:type="dcterms:W3CDTF">2026-09-06T10:16:25Z</dcterms:modified>
</cp:coreProperties>
</file>